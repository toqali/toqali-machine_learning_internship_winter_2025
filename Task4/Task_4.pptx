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70" r:id="rId8"/>
    <p:sldId id="260" r:id="rId9"/>
    <p:sldId id="261" r:id="rId10"/>
    <p:sldId id="262" r:id="rId11"/>
    <p:sldId id="264" r:id="rId12"/>
    <p:sldId id="266" r:id="rId13"/>
    <p:sldId id="267" r:id="rId14"/>
    <p:sldId id="268" r:id="rId15"/>
    <p:sldId id="269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6CF258-2385-45C3-BF2A-6C56D0FC34D3}" v="3" dt="2025-02-27T20:28:05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7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8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0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03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53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18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72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1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39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13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89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9594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99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4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80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27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5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00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3947460"/>
          </a:xfrm>
        </p:spPr>
        <p:txBody>
          <a:bodyPr/>
          <a:lstStyle/>
          <a:p>
            <a:pPr algn="ctr"/>
            <a:r>
              <a:rPr lang="en-US" sz="6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UBER TRIP INSIGHTS ANALYSIS</a:t>
            </a:r>
            <a:b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Hossam Sherif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Osama Mohamed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What are the busiest hours for Uber rides?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Busiest hours are typically during morning and evening rush hours.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0FB5DC-5553-BDB7-1987-4AD4E0F1C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29552"/>
            <a:ext cx="8372901" cy="385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Which days have the highest and lowest ride demand?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Weekends tend to have the highest demand, while mid-week sees lower demand.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C2CF9E3-9A92-D57F-91C1-8C2D9560F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2" y="2787459"/>
            <a:ext cx="8491728" cy="3795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394-C0D3-093B-6B09-1C48B177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Which Month have the highest and lowest ride demand?</a:t>
            </a:r>
            <a:endParaRPr lang="en-US" sz="3200" dirty="0"/>
          </a:p>
        </p:txBody>
      </p:sp>
      <p:pic>
        <p:nvPicPr>
          <p:cNvPr id="5" name="Content Placeholder 4" descr="A graph of a number of months&#10;&#10;AI-generated content may be incorrect.">
            <a:extLst>
              <a:ext uri="{FF2B5EF4-FFF2-40B4-BE49-F238E27FC236}">
                <a16:creationId xmlns:a16="http://schemas.microsoft.com/office/drawing/2014/main" id="{A17251D1-5E14-D824-889C-2248ACD0C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813" y="2052638"/>
            <a:ext cx="8859187" cy="4195762"/>
          </a:xfrm>
        </p:spPr>
      </p:pic>
    </p:spTree>
    <p:extLst>
      <p:ext uri="{BB962C8B-B14F-4D97-AF65-F5344CB8AC3E}">
        <p14:creationId xmlns:p14="http://schemas.microsoft.com/office/powerpoint/2010/main" val="1221154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How does trip distance affect fare price?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Fares increase with distance, but surge pricing can introduce variability.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5B60DEA-4D92-F901-A11C-2A477F751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62123"/>
            <a:ext cx="9144000" cy="390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During which hours does Uber apply surge pricing the most?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Surge pricing is most common during peak hours and late-night periods.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16F3E94-BCC4-3D55-2296-A1DCD5388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2252916"/>
            <a:ext cx="805815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How do fares differ by </a:t>
            </a:r>
            <a:r>
              <a:rPr lang="en-US" dirty="0"/>
              <a:t>weather condition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Weekend fares tend to be higher due to increased demand.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A5B33D-55C2-4035-126C-001CEF41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02" y="2912365"/>
            <a:ext cx="8715626" cy="350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Average fare by weather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Earnings are higher </a:t>
            </a:r>
            <a:r>
              <a:rPr lang="en-US" dirty="0"/>
              <a:t>in windy and rainy days and low in sunny days</a:t>
            </a:r>
            <a:endParaRPr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B69DC75-2E6E-016D-3F23-974861E12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" y="2670048"/>
            <a:ext cx="8912352" cy="391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3A50-9261-CAD1-E5A3-7CFDE7AE0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164910"/>
            <a:ext cx="8357616" cy="1285938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the effect of fare by traffic conditions?</a:t>
            </a: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9E0D4B69-180E-716E-E861-E1C06A79B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25626"/>
            <a:ext cx="9144000" cy="536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6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FD8174CA-2AD2-E4B3-0FC7-97E29D9F8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793" y="1169233"/>
            <a:ext cx="8184629" cy="4839324"/>
          </a:xfrm>
        </p:spPr>
      </p:pic>
    </p:spTree>
    <p:extLst>
      <p:ext uri="{BB962C8B-B14F-4D97-AF65-F5344CB8AC3E}">
        <p14:creationId xmlns:p14="http://schemas.microsoft.com/office/powerpoint/2010/main" val="2268814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03D94B-5A12-CC40-0D91-4FD595205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943" y="1325880"/>
            <a:ext cx="2514282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29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What is the effect of fare by Car conditions?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9776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857465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graph showing a line going up&#10;&#10;AI-generated content may be incorrect.">
            <a:extLst>
              <a:ext uri="{FF2B5EF4-FFF2-40B4-BE49-F238E27FC236}">
                <a16:creationId xmlns:a16="http://schemas.microsoft.com/office/drawing/2014/main" id="{F3FADE16-EDA4-274B-2EE1-8E08B0712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482890" y="1917929"/>
            <a:ext cx="4702997" cy="302167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20046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91DB-3C96-D721-F13D-1F792541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599451"/>
          </a:xfrm>
        </p:spPr>
        <p:txBody>
          <a:bodyPr/>
          <a:lstStyle/>
          <a:p>
            <a:r>
              <a:rPr lang="en-US">
                <a:latin typeface="Adobe Arabic" panose="02040503050201020203" pitchFamily="18" charset="-78"/>
                <a:ea typeface="ADLaM Display" panose="020F0502020204030204" pitchFamily="2" charset="0"/>
                <a:cs typeface="Adobe Arabic" panose="02040503050201020203" pitchFamily="18" charset="-78"/>
              </a:rPr>
              <a:t>What is the effect of fare by Date?</a:t>
            </a:r>
            <a:endParaRPr lang="en-US" dirty="0">
              <a:latin typeface="Adobe Arabic" panose="02040503050201020203" pitchFamily="18" charset="-78"/>
              <a:ea typeface="ADLaM Display" panose="020F0502020204030204" pitchFamily="2" charset="0"/>
              <a:cs typeface="Adobe Arabic" panose="02040503050201020203" pitchFamily="18" charset="-78"/>
            </a:endParaRPr>
          </a:p>
        </p:txBody>
      </p:sp>
      <p:pic>
        <p:nvPicPr>
          <p:cNvPr id="5" name="Content Placeholder 4" descr="A graph with orange lines">
            <a:extLst>
              <a:ext uri="{FF2B5EF4-FFF2-40B4-BE49-F238E27FC236}">
                <a16:creationId xmlns:a16="http://schemas.microsoft.com/office/drawing/2014/main" id="{783C70CF-F5AA-878A-C0C5-6CBE99AF2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088" y="1379095"/>
            <a:ext cx="7432492" cy="4426736"/>
          </a:xfrm>
        </p:spPr>
      </p:pic>
    </p:spTree>
    <p:extLst>
      <p:ext uri="{BB962C8B-B14F-4D97-AF65-F5344CB8AC3E}">
        <p14:creationId xmlns:p14="http://schemas.microsoft.com/office/powerpoint/2010/main" val="2711595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B447-6B6B-1C45-6069-7A5CB727C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Correlations between data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01EB1C7-9670-90B0-D8E8-80E60D36B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84" y="1304544"/>
            <a:ext cx="8711184" cy="527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582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d48b06e-9d30-4ca7-8651-4b6a69a8ad6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281AA6122CF247B4B8B0B5763BFE3D" ma:contentTypeVersion="8" ma:contentTypeDescription="Create a new document." ma:contentTypeScope="" ma:versionID="acde39273a13a9441246219acd777324">
  <xsd:schema xmlns:xsd="http://www.w3.org/2001/XMLSchema" xmlns:xs="http://www.w3.org/2001/XMLSchema" xmlns:p="http://schemas.microsoft.com/office/2006/metadata/properties" xmlns:ns3="4d48b06e-9d30-4ca7-8651-4b6a69a8ad69" xmlns:ns4="dcf65376-29fc-4bf3-aa7b-b5bee95c8275" targetNamespace="http://schemas.microsoft.com/office/2006/metadata/properties" ma:root="true" ma:fieldsID="62dd7f16fb0aae2ac38ec313c3470059" ns3:_="" ns4:_="">
    <xsd:import namespace="4d48b06e-9d30-4ca7-8651-4b6a69a8ad69"/>
    <xsd:import namespace="dcf65376-29fc-4bf3-aa7b-b5bee95c82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48b06e-9d30-4ca7-8651-4b6a69a8ad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f65376-29fc-4bf3-aa7b-b5bee95c827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49C1D1-32C7-4887-A618-AB29CA6A5EB8}">
  <ds:schemaRefs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terms/"/>
    <ds:schemaRef ds:uri="dcf65376-29fc-4bf3-aa7b-b5bee95c8275"/>
    <ds:schemaRef ds:uri="http://schemas.microsoft.com/office/2006/documentManagement/types"/>
    <ds:schemaRef ds:uri="4d48b06e-9d30-4ca7-8651-4b6a69a8ad69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A2A5075-4F81-43D7-8E48-2306240CF0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22218E-D966-464A-8B6B-643C50CBAD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48b06e-9d30-4ca7-8651-4b6a69a8ad69"/>
    <ds:schemaRef ds:uri="dcf65376-29fc-4bf3-aa7b-b5bee95c82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</TotalTime>
  <Words>175</Words>
  <Application>Microsoft Office PowerPoint</Application>
  <PresentationFormat>On-screen Show (4:3)</PresentationFormat>
  <Paragraphs>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Adobe Arabic</vt:lpstr>
      <vt:lpstr>Century Gothic</vt:lpstr>
      <vt:lpstr>Wingdings 3</vt:lpstr>
      <vt:lpstr>Ion</vt:lpstr>
      <vt:lpstr>UBER TRIP INSIGHTS ANALYSIS Hossam Sherif Osama Mohamed</vt:lpstr>
      <vt:lpstr>What are the busiest hours for Uber rides?</vt:lpstr>
      <vt:lpstr>Which days have the highest and lowest ride demand?</vt:lpstr>
      <vt:lpstr>Which Month have the highest and lowest ride demand?</vt:lpstr>
      <vt:lpstr>How does trip distance affect fare price?</vt:lpstr>
      <vt:lpstr>During which hours does Uber apply surge pricing the most?</vt:lpstr>
      <vt:lpstr>How do fares differ by weather condition</vt:lpstr>
      <vt:lpstr>Average fare by weather?</vt:lpstr>
      <vt:lpstr>What is the effect of fare by traffic conditions?</vt:lpstr>
      <vt:lpstr>PowerPoint Presentation</vt:lpstr>
      <vt:lpstr>What is the effect of fare by Car conditions?</vt:lpstr>
      <vt:lpstr>What is the effect of fare by Date?</vt:lpstr>
      <vt:lpstr>Correlations between data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Osama Mohamed</dc:creator>
  <cp:keywords/>
  <dc:description>generated using python-pptx</dc:description>
  <cp:lastModifiedBy>اسامه محمد عبدالمجيد عبدالحميد</cp:lastModifiedBy>
  <cp:revision>5</cp:revision>
  <dcterms:created xsi:type="dcterms:W3CDTF">2013-01-27T09:14:16Z</dcterms:created>
  <dcterms:modified xsi:type="dcterms:W3CDTF">2025-02-27T20:28:05Z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0x0101002E281AA6122CF247B4B8B0B5763BFE3D</vt:lpwstr>
  </property>
</Properties>
</file>