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5"/>
  </p:notesMasterIdLst>
  <p:sldIdLst>
    <p:sldId id="256" r:id="rId2"/>
    <p:sldId id="293" r:id="rId3"/>
    <p:sldId id="294" r:id="rId4"/>
    <p:sldId id="280" r:id="rId5"/>
    <p:sldId id="284" r:id="rId6"/>
    <p:sldId id="296" r:id="rId7"/>
    <p:sldId id="298" r:id="rId8"/>
    <p:sldId id="299" r:id="rId9"/>
    <p:sldId id="300" r:id="rId10"/>
    <p:sldId id="301" r:id="rId11"/>
    <p:sldId id="303" r:id="rId12"/>
    <p:sldId id="304" r:id="rId13"/>
    <p:sldId id="302" r:id="rId14"/>
    <p:sldId id="305" r:id="rId15"/>
    <p:sldId id="306" r:id="rId16"/>
    <p:sldId id="309" r:id="rId17"/>
    <p:sldId id="308" r:id="rId18"/>
    <p:sldId id="332" r:id="rId19"/>
    <p:sldId id="333" r:id="rId20"/>
    <p:sldId id="323" r:id="rId21"/>
    <p:sldId id="331" r:id="rId22"/>
    <p:sldId id="324" r:id="rId23"/>
    <p:sldId id="325" r:id="rId24"/>
    <p:sldId id="327" r:id="rId25"/>
    <p:sldId id="328" r:id="rId26"/>
    <p:sldId id="330" r:id="rId27"/>
    <p:sldId id="329" r:id="rId28"/>
    <p:sldId id="334" r:id="rId29"/>
    <p:sldId id="335" r:id="rId30"/>
    <p:sldId id="276" r:id="rId31"/>
    <p:sldId id="307" r:id="rId32"/>
    <p:sldId id="272" r:id="rId33"/>
    <p:sldId id="336" r:id="rId34"/>
  </p:sldIdLst>
  <p:sldSz cx="9144000" cy="5143500" type="screen16x9"/>
  <p:notesSz cx="6858000" cy="9144000"/>
  <p:embeddedFontLst>
    <p:embeddedFont>
      <p:font typeface="DM Sans" pitchFamily="2" charset="0"/>
      <p:regular r:id="rId36"/>
      <p:bold r:id="rId37"/>
    </p:embeddedFont>
    <p:embeddedFont>
      <p:font typeface="Fira Sans Extra Condensed" panose="020B0503050000020004" pitchFamily="34" charset="0"/>
      <p:regular r:id="rId38"/>
      <p:bold r:id="rId39"/>
      <p:italic r:id="rId40"/>
      <p:boldItalic r:id="rId41"/>
    </p:embeddedFont>
    <p:embeddedFont>
      <p:font typeface="Fira Sans Extra Condensed ExtraBold" panose="020B0604020202020204" charset="0"/>
      <p:bold r:id="rId42"/>
      <p:boldItalic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4343"/>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959ED3-7640-44B3-9B39-C5B4159844DD}">
  <a:tblStyle styleId="{38959ED3-7640-44B3-9B39-C5B4159844D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65" autoAdjust="0"/>
    <p:restoredTop sz="94660"/>
  </p:normalViewPr>
  <p:slideViewPr>
    <p:cSldViewPr snapToGrid="0">
      <p:cViewPr varScale="1">
        <p:scale>
          <a:sx n="71" d="100"/>
          <a:sy n="71" d="100"/>
        </p:scale>
        <p:origin x="72" y="10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814EC3CD-6A93-FFB1-90FB-79EAB1D27F30}"/>
            </a:ext>
          </a:extLst>
        </p:cNvPr>
        <p:cNvGrpSpPr/>
        <p:nvPr/>
      </p:nvGrpSpPr>
      <p:grpSpPr>
        <a:xfrm>
          <a:off x="0" y="0"/>
          <a:ext cx="0" cy="0"/>
          <a:chOff x="0" y="0"/>
          <a:chExt cx="0" cy="0"/>
        </a:xfrm>
      </p:grpSpPr>
      <p:sp>
        <p:nvSpPr>
          <p:cNvPr id="176" name="Google Shape;176;gd0c28a2460_0_423:notes">
            <a:extLst>
              <a:ext uri="{FF2B5EF4-FFF2-40B4-BE49-F238E27FC236}">
                <a16:creationId xmlns:a16="http://schemas.microsoft.com/office/drawing/2014/main" id="{5ADFBF15-96F7-7F10-BC1F-08475C3B8A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d0c28a2460_0_423:notes">
            <a:extLst>
              <a:ext uri="{FF2B5EF4-FFF2-40B4-BE49-F238E27FC236}">
                <a16:creationId xmlns:a16="http://schemas.microsoft.com/office/drawing/2014/main" id="{0B369EAE-CC2D-AA10-6D5D-C6324BF5C2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9914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a:extLst>
            <a:ext uri="{FF2B5EF4-FFF2-40B4-BE49-F238E27FC236}">
              <a16:creationId xmlns:a16="http://schemas.microsoft.com/office/drawing/2014/main" id="{72F26EBF-2370-D328-F87C-3C115E5E6015}"/>
            </a:ext>
          </a:extLst>
        </p:cNvPr>
        <p:cNvGrpSpPr/>
        <p:nvPr/>
      </p:nvGrpSpPr>
      <p:grpSpPr>
        <a:xfrm>
          <a:off x="0" y="0"/>
          <a:ext cx="0" cy="0"/>
          <a:chOff x="0" y="0"/>
          <a:chExt cx="0" cy="0"/>
        </a:xfrm>
      </p:grpSpPr>
      <p:sp>
        <p:nvSpPr>
          <p:cNvPr id="176" name="Google Shape;176;gd0c28a2460_0_423:notes">
            <a:extLst>
              <a:ext uri="{FF2B5EF4-FFF2-40B4-BE49-F238E27FC236}">
                <a16:creationId xmlns:a16="http://schemas.microsoft.com/office/drawing/2014/main" id="{251FB18E-533E-BBBB-4ECB-41A5242E1C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d0c28a2460_0_423:notes">
            <a:extLst>
              <a:ext uri="{FF2B5EF4-FFF2-40B4-BE49-F238E27FC236}">
                <a16:creationId xmlns:a16="http://schemas.microsoft.com/office/drawing/2014/main" id="{97A6B597-7DE5-F515-1E55-1600AC645D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3083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9"/>
        <p:cNvGrpSpPr/>
        <p:nvPr/>
      </p:nvGrpSpPr>
      <p:grpSpPr>
        <a:xfrm>
          <a:off x="0" y="0"/>
          <a:ext cx="0" cy="0"/>
          <a:chOff x="0" y="0"/>
          <a:chExt cx="0" cy="0"/>
        </a:xfrm>
      </p:grpSpPr>
      <p:sp>
        <p:nvSpPr>
          <p:cNvPr id="2660" name="Google Shape;2660;gd2d1f94382_0_3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1" name="Google Shape;2661;gd2d1f94382_0_3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p:cNvGrpSpPr/>
        <p:nvPr/>
      </p:nvGrpSpPr>
      <p:grpSpPr>
        <a:xfrm>
          <a:off x="0" y="0"/>
          <a:ext cx="0" cy="0"/>
          <a:chOff x="0" y="0"/>
          <a:chExt cx="0" cy="0"/>
        </a:xfrm>
      </p:grpSpPr>
      <p:sp>
        <p:nvSpPr>
          <p:cNvPr id="3059" name="Google Shape;3059;gd2d1f94382_0_38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0" name="Google Shape;3060;gd2d1f94382_0_38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a:extLst>
            <a:ext uri="{FF2B5EF4-FFF2-40B4-BE49-F238E27FC236}">
              <a16:creationId xmlns:a16="http://schemas.microsoft.com/office/drawing/2014/main" id="{FAADF696-7354-3FC1-4A50-5AE057270860}"/>
            </a:ext>
          </a:extLst>
        </p:cNvPr>
        <p:cNvGrpSpPr/>
        <p:nvPr/>
      </p:nvGrpSpPr>
      <p:grpSpPr>
        <a:xfrm>
          <a:off x="0" y="0"/>
          <a:ext cx="0" cy="0"/>
          <a:chOff x="0" y="0"/>
          <a:chExt cx="0" cy="0"/>
        </a:xfrm>
      </p:grpSpPr>
      <p:sp>
        <p:nvSpPr>
          <p:cNvPr id="842" name="Google Shape;842;gd2b13bf10c_0_595:notes">
            <a:extLst>
              <a:ext uri="{FF2B5EF4-FFF2-40B4-BE49-F238E27FC236}">
                <a16:creationId xmlns:a16="http://schemas.microsoft.com/office/drawing/2014/main" id="{FDD0204C-4E4D-EA74-8FF4-204D4823E3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d2b13bf10c_0_595:notes">
            <a:extLst>
              <a:ext uri="{FF2B5EF4-FFF2-40B4-BE49-F238E27FC236}">
                <a16:creationId xmlns:a16="http://schemas.microsoft.com/office/drawing/2014/main" id="{FD852BD5-BF81-1601-F856-32ABB54708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2858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a:extLst>
            <a:ext uri="{FF2B5EF4-FFF2-40B4-BE49-F238E27FC236}">
              <a16:creationId xmlns:a16="http://schemas.microsoft.com/office/drawing/2014/main" id="{E3FE4C49-7EEA-70F2-81BC-D5B0B0A61697}"/>
            </a:ext>
          </a:extLst>
        </p:cNvPr>
        <p:cNvGrpSpPr/>
        <p:nvPr/>
      </p:nvGrpSpPr>
      <p:grpSpPr>
        <a:xfrm>
          <a:off x="0" y="0"/>
          <a:ext cx="0" cy="0"/>
          <a:chOff x="0" y="0"/>
          <a:chExt cx="0" cy="0"/>
        </a:xfrm>
      </p:grpSpPr>
      <p:sp>
        <p:nvSpPr>
          <p:cNvPr id="842" name="Google Shape;842;gd2b13bf10c_0_595:notes">
            <a:extLst>
              <a:ext uri="{FF2B5EF4-FFF2-40B4-BE49-F238E27FC236}">
                <a16:creationId xmlns:a16="http://schemas.microsoft.com/office/drawing/2014/main" id="{C30E4EA3-C642-EA92-6E56-4683142D04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d2b13bf10c_0_595:notes">
            <a:extLst>
              <a:ext uri="{FF2B5EF4-FFF2-40B4-BE49-F238E27FC236}">
                <a16:creationId xmlns:a16="http://schemas.microsoft.com/office/drawing/2014/main" id="{25A22467-4218-FBD6-356F-0DCF969284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7496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a:extLst>
            <a:ext uri="{FF2B5EF4-FFF2-40B4-BE49-F238E27FC236}">
              <a16:creationId xmlns:a16="http://schemas.microsoft.com/office/drawing/2014/main" id="{C3241D16-924E-24B6-0E84-8B45480A4237}"/>
            </a:ext>
          </a:extLst>
        </p:cNvPr>
        <p:cNvGrpSpPr/>
        <p:nvPr/>
      </p:nvGrpSpPr>
      <p:grpSpPr>
        <a:xfrm>
          <a:off x="0" y="0"/>
          <a:ext cx="0" cy="0"/>
          <a:chOff x="0" y="0"/>
          <a:chExt cx="0" cy="0"/>
        </a:xfrm>
      </p:grpSpPr>
      <p:sp>
        <p:nvSpPr>
          <p:cNvPr id="842" name="Google Shape;842;gd2b13bf10c_0_595:notes">
            <a:extLst>
              <a:ext uri="{FF2B5EF4-FFF2-40B4-BE49-F238E27FC236}">
                <a16:creationId xmlns:a16="http://schemas.microsoft.com/office/drawing/2014/main" id="{54D9A1EF-A14F-AC90-0CC2-E85AD7121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d2b13bf10c_0_595:notes">
            <a:extLst>
              <a:ext uri="{FF2B5EF4-FFF2-40B4-BE49-F238E27FC236}">
                <a16:creationId xmlns:a16="http://schemas.microsoft.com/office/drawing/2014/main" id="{422EE437-6F77-ABA7-8E9F-F21F3C497D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03955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a:extLst>
            <a:ext uri="{FF2B5EF4-FFF2-40B4-BE49-F238E27FC236}">
              <a16:creationId xmlns:a16="http://schemas.microsoft.com/office/drawing/2014/main" id="{4A185D56-1245-6D86-7E06-42E108B18F6D}"/>
            </a:ext>
          </a:extLst>
        </p:cNvPr>
        <p:cNvGrpSpPr/>
        <p:nvPr/>
      </p:nvGrpSpPr>
      <p:grpSpPr>
        <a:xfrm>
          <a:off x="0" y="0"/>
          <a:ext cx="0" cy="0"/>
          <a:chOff x="0" y="0"/>
          <a:chExt cx="0" cy="0"/>
        </a:xfrm>
      </p:grpSpPr>
      <p:sp>
        <p:nvSpPr>
          <p:cNvPr id="3059" name="Google Shape;3059;gd2d1f94382_0_3823:notes">
            <a:extLst>
              <a:ext uri="{FF2B5EF4-FFF2-40B4-BE49-F238E27FC236}">
                <a16:creationId xmlns:a16="http://schemas.microsoft.com/office/drawing/2014/main" id="{E9064D9C-2409-22C2-D772-65359A7035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0" name="Google Shape;3060;gd2d1f94382_0_3823:notes">
            <a:extLst>
              <a:ext uri="{FF2B5EF4-FFF2-40B4-BE49-F238E27FC236}">
                <a16:creationId xmlns:a16="http://schemas.microsoft.com/office/drawing/2014/main" id="{826B22C6-9F46-9569-09B8-5741BD4AED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92389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a:extLst>
            <a:ext uri="{FF2B5EF4-FFF2-40B4-BE49-F238E27FC236}">
              <a16:creationId xmlns:a16="http://schemas.microsoft.com/office/drawing/2014/main" id="{0AAE019F-0957-1452-0937-C4FCBEC480C0}"/>
            </a:ext>
          </a:extLst>
        </p:cNvPr>
        <p:cNvGrpSpPr/>
        <p:nvPr/>
      </p:nvGrpSpPr>
      <p:grpSpPr>
        <a:xfrm>
          <a:off x="0" y="0"/>
          <a:ext cx="0" cy="0"/>
          <a:chOff x="0" y="0"/>
          <a:chExt cx="0" cy="0"/>
        </a:xfrm>
      </p:grpSpPr>
      <p:sp>
        <p:nvSpPr>
          <p:cNvPr id="3059" name="Google Shape;3059;gd2d1f94382_0_3823:notes">
            <a:extLst>
              <a:ext uri="{FF2B5EF4-FFF2-40B4-BE49-F238E27FC236}">
                <a16:creationId xmlns:a16="http://schemas.microsoft.com/office/drawing/2014/main" id="{B45EC83C-CDEB-43D8-9FD8-7D0EAF9B0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0" name="Google Shape;3060;gd2d1f94382_0_3823:notes">
            <a:extLst>
              <a:ext uri="{FF2B5EF4-FFF2-40B4-BE49-F238E27FC236}">
                <a16:creationId xmlns:a16="http://schemas.microsoft.com/office/drawing/2014/main" id="{992EB625-A057-884E-B37F-92C6188C65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6420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a:extLst>
            <a:ext uri="{FF2B5EF4-FFF2-40B4-BE49-F238E27FC236}">
              <a16:creationId xmlns:a16="http://schemas.microsoft.com/office/drawing/2014/main" id="{9DA0680A-27E9-1CFF-796B-4085C5E2BBC1}"/>
            </a:ext>
          </a:extLst>
        </p:cNvPr>
        <p:cNvGrpSpPr/>
        <p:nvPr/>
      </p:nvGrpSpPr>
      <p:grpSpPr>
        <a:xfrm>
          <a:off x="0" y="0"/>
          <a:ext cx="0" cy="0"/>
          <a:chOff x="0" y="0"/>
          <a:chExt cx="0" cy="0"/>
        </a:xfrm>
      </p:grpSpPr>
      <p:sp>
        <p:nvSpPr>
          <p:cNvPr id="3059" name="Google Shape;3059;gd2d1f94382_0_3823:notes">
            <a:extLst>
              <a:ext uri="{FF2B5EF4-FFF2-40B4-BE49-F238E27FC236}">
                <a16:creationId xmlns:a16="http://schemas.microsoft.com/office/drawing/2014/main" id="{CE7FEA9B-4B44-72BB-DDCF-059B5C3617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0" name="Google Shape;3060;gd2d1f94382_0_3823:notes">
            <a:extLst>
              <a:ext uri="{FF2B5EF4-FFF2-40B4-BE49-F238E27FC236}">
                <a16:creationId xmlns:a16="http://schemas.microsoft.com/office/drawing/2014/main" id="{9DC8755B-3D3D-F076-CCF9-A408198E58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9186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a:extLst>
            <a:ext uri="{FF2B5EF4-FFF2-40B4-BE49-F238E27FC236}">
              <a16:creationId xmlns:a16="http://schemas.microsoft.com/office/drawing/2014/main" id="{E62AFF75-CCFD-A081-1DC8-D7FD9A6755EA}"/>
            </a:ext>
          </a:extLst>
        </p:cNvPr>
        <p:cNvGrpSpPr/>
        <p:nvPr/>
      </p:nvGrpSpPr>
      <p:grpSpPr>
        <a:xfrm>
          <a:off x="0" y="0"/>
          <a:ext cx="0" cy="0"/>
          <a:chOff x="0" y="0"/>
          <a:chExt cx="0" cy="0"/>
        </a:xfrm>
      </p:grpSpPr>
      <p:sp>
        <p:nvSpPr>
          <p:cNvPr id="3059" name="Google Shape;3059;gd2d1f94382_0_3823:notes">
            <a:extLst>
              <a:ext uri="{FF2B5EF4-FFF2-40B4-BE49-F238E27FC236}">
                <a16:creationId xmlns:a16="http://schemas.microsoft.com/office/drawing/2014/main" id="{74F1B2D1-2C08-9AE2-D6A1-3835FD9561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0" name="Google Shape;3060;gd2d1f94382_0_3823:notes">
            <a:extLst>
              <a:ext uri="{FF2B5EF4-FFF2-40B4-BE49-F238E27FC236}">
                <a16:creationId xmlns:a16="http://schemas.microsoft.com/office/drawing/2014/main" id="{C216690A-C0B1-8D8E-6541-BE6CFDCC54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7477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8">
          <a:extLst>
            <a:ext uri="{FF2B5EF4-FFF2-40B4-BE49-F238E27FC236}">
              <a16:creationId xmlns:a16="http://schemas.microsoft.com/office/drawing/2014/main" id="{4F1C5BEB-E18C-2038-74A0-314B334AEADC}"/>
            </a:ext>
          </a:extLst>
        </p:cNvPr>
        <p:cNvGrpSpPr/>
        <p:nvPr/>
      </p:nvGrpSpPr>
      <p:grpSpPr>
        <a:xfrm>
          <a:off x="0" y="0"/>
          <a:ext cx="0" cy="0"/>
          <a:chOff x="0" y="0"/>
          <a:chExt cx="0" cy="0"/>
        </a:xfrm>
      </p:grpSpPr>
      <p:sp>
        <p:nvSpPr>
          <p:cNvPr id="3059" name="Google Shape;3059;gd2d1f94382_0_3823:notes">
            <a:extLst>
              <a:ext uri="{FF2B5EF4-FFF2-40B4-BE49-F238E27FC236}">
                <a16:creationId xmlns:a16="http://schemas.microsoft.com/office/drawing/2014/main" id="{D2E8AE60-EF62-6633-8041-59A2CC803E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0" name="Google Shape;3060;gd2d1f94382_0_3823:notes">
            <a:extLst>
              <a:ext uri="{FF2B5EF4-FFF2-40B4-BE49-F238E27FC236}">
                <a16:creationId xmlns:a16="http://schemas.microsoft.com/office/drawing/2014/main" id="{B4417431-893C-A924-484C-5710AA8740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490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a:extLst>
            <a:ext uri="{FF2B5EF4-FFF2-40B4-BE49-F238E27FC236}">
              <a16:creationId xmlns:a16="http://schemas.microsoft.com/office/drawing/2014/main" id="{2E80FF00-3AE7-AFC6-6D1D-B3C13672B966}"/>
            </a:ext>
          </a:extLst>
        </p:cNvPr>
        <p:cNvGrpSpPr/>
        <p:nvPr/>
      </p:nvGrpSpPr>
      <p:grpSpPr>
        <a:xfrm>
          <a:off x="0" y="0"/>
          <a:ext cx="0" cy="0"/>
          <a:chOff x="0" y="0"/>
          <a:chExt cx="0" cy="0"/>
        </a:xfrm>
      </p:grpSpPr>
      <p:sp>
        <p:nvSpPr>
          <p:cNvPr id="322" name="Google Shape;322;gd2575530ca_0_375:notes">
            <a:extLst>
              <a:ext uri="{FF2B5EF4-FFF2-40B4-BE49-F238E27FC236}">
                <a16:creationId xmlns:a16="http://schemas.microsoft.com/office/drawing/2014/main" id="{1558ADC7-0193-26B6-FEF8-C2EB8B527D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d2575530ca_0_375:notes">
            <a:extLst>
              <a:ext uri="{FF2B5EF4-FFF2-40B4-BE49-F238E27FC236}">
                <a16:creationId xmlns:a16="http://schemas.microsoft.com/office/drawing/2014/main" id="{E5DC84C5-B444-BE8E-391E-D7B0FA47E9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3852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a:extLst>
            <a:ext uri="{FF2B5EF4-FFF2-40B4-BE49-F238E27FC236}">
              <a16:creationId xmlns:a16="http://schemas.microsoft.com/office/drawing/2014/main" id="{EC4C6031-E3D9-01EC-F728-78F27FBD726A}"/>
            </a:ext>
          </a:extLst>
        </p:cNvPr>
        <p:cNvGrpSpPr/>
        <p:nvPr/>
      </p:nvGrpSpPr>
      <p:grpSpPr>
        <a:xfrm>
          <a:off x="0" y="0"/>
          <a:ext cx="0" cy="0"/>
          <a:chOff x="0" y="0"/>
          <a:chExt cx="0" cy="0"/>
        </a:xfrm>
      </p:grpSpPr>
      <p:sp>
        <p:nvSpPr>
          <p:cNvPr id="425" name="Google Shape;425;gd2575530ca_0_576:notes">
            <a:extLst>
              <a:ext uri="{FF2B5EF4-FFF2-40B4-BE49-F238E27FC236}">
                <a16:creationId xmlns:a16="http://schemas.microsoft.com/office/drawing/2014/main" id="{DFC38AED-A79D-30CE-1CA9-71C1BA39D0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d2575530ca_0_576:notes">
            <a:extLst>
              <a:ext uri="{FF2B5EF4-FFF2-40B4-BE49-F238E27FC236}">
                <a16:creationId xmlns:a16="http://schemas.microsoft.com/office/drawing/2014/main" id="{5ADDC0F5-4FCF-5039-01E3-87828AF2EF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3168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11214054-AB95-0527-A37F-ACE5461639DE}"/>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00AC892F-645F-C9F6-623A-5AAD51E182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706E3B94-F80A-6235-65A2-8FDCEFDB55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9871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F9E79CDA-D485-F440-5502-BE3A705C1C7E}"/>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CB6D82A4-3D5C-24E2-95CA-ED26BD6B52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081FA821-0B95-F634-34A5-216079EE25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3217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5086E6C0-4044-76C7-6E33-38B4E1DD73D7}"/>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740BED01-7A9E-39FF-0E9E-D30B460E32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DA3B6325-AE73-4A9D-6AFB-7513C315A7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3332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A6BEBA08-41DE-A7DF-7401-73DC0AB1C424}"/>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CEB404A8-73C9-731B-3CD6-EA22C22CD5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07D225F6-EB86-7872-81BA-C0D4D2D6B0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56952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6115085B-402A-F466-9493-13B876CC01E7}"/>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525EAFCC-B616-0D3C-90DD-997BCDB4AE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41AD874A-7F53-5033-FC3E-3E267FCFE2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41393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06979212-14C4-F9F4-FB84-AD973CEABAFA}"/>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2386BE91-881B-C5CD-A73C-8DDAF9DE18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244BD037-216F-C5DF-7668-0AB00422E6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45973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894AE2AF-C536-C07A-FBAB-3F251B532620}"/>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9A2B56F4-91C5-1C17-4219-ADA48987D5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EC2E68C4-4E5D-5980-B663-A5371C117A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5557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2DE4BF47-4F61-CD23-53BA-C8F9633BD374}"/>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FCB26043-66D7-DE40-2388-85CA8A93AE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93710C60-BF09-FB1A-DB98-482E266979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14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9D6C381D-1359-E31E-37BC-6D2DA294F167}"/>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FBB08C05-E2D7-5593-25DD-65FEE12A1B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7274C39F-5140-0E0C-0445-92B0682DC8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9589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CA4E6E93-09B2-027F-3C61-A11F1ACC26B2}"/>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BF61EE92-4380-97F7-5E53-C26B1DA5F2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715AF24D-EE37-EC51-5BF2-80F6A2F318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76631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1189B676-9EBE-344C-90B1-12B214843B12}"/>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BFB17AB6-B5DA-2141-42BE-767A487891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7AC1E2DA-01D8-6C0E-34DB-42F5D9792A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02794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25E05F9D-F185-340B-FA14-B0F0081E4FFD}"/>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691B30D5-54CC-B1EB-B488-333D71DCB1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18161B91-621A-369F-5204-FF77C651E9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0976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702AD7D4-1845-BC7D-24E7-1A27C3657283}"/>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DB7D80B7-ACAE-7432-89E0-4402358D6A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C35B783A-F1DD-39E3-6DB6-7638F4A83E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57906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49C6E9FE-C255-72A9-AA7B-CB0CE73520B5}"/>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FCA4F74C-35DF-AA78-0D5A-FA19D6763C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42DAEA3C-E8D6-484B-1A76-402E597FF5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2747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2"/>
        <p:cNvGrpSpPr/>
        <p:nvPr/>
      </p:nvGrpSpPr>
      <p:grpSpPr>
        <a:xfrm>
          <a:off x="0" y="0"/>
          <a:ext cx="0" cy="0"/>
          <a:chOff x="0" y="0"/>
          <a:chExt cx="0" cy="0"/>
        </a:xfrm>
      </p:grpSpPr>
      <p:sp>
        <p:nvSpPr>
          <p:cNvPr id="2153" name="Google Shape;2153;gd2d1f94382_0_2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4" name="Google Shape;2154;gd2d1f94382_0_2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0">
          <a:extLst>
            <a:ext uri="{FF2B5EF4-FFF2-40B4-BE49-F238E27FC236}">
              <a16:creationId xmlns:a16="http://schemas.microsoft.com/office/drawing/2014/main" id="{5AA19E23-4420-A8C6-6850-BDEEBDEAA166}"/>
            </a:ext>
          </a:extLst>
        </p:cNvPr>
        <p:cNvGrpSpPr/>
        <p:nvPr/>
      </p:nvGrpSpPr>
      <p:grpSpPr>
        <a:xfrm>
          <a:off x="0" y="0"/>
          <a:ext cx="0" cy="0"/>
          <a:chOff x="0" y="0"/>
          <a:chExt cx="0" cy="0"/>
        </a:xfrm>
      </p:grpSpPr>
      <p:sp>
        <p:nvSpPr>
          <p:cNvPr id="1181" name="Google Shape;1181;gd2d1f94382_0_69:notes">
            <a:extLst>
              <a:ext uri="{FF2B5EF4-FFF2-40B4-BE49-F238E27FC236}">
                <a16:creationId xmlns:a16="http://schemas.microsoft.com/office/drawing/2014/main" id="{A347444B-6AC6-7A60-BCF5-C58DDC3DD7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2" name="Google Shape;1182;gd2d1f94382_0_69:notes">
            <a:extLst>
              <a:ext uri="{FF2B5EF4-FFF2-40B4-BE49-F238E27FC236}">
                <a16:creationId xmlns:a16="http://schemas.microsoft.com/office/drawing/2014/main" id="{DC9A3260-18AC-E92E-DE9C-56DBFBC0B7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50028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d2d1f94382_0_8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d2d1f94382_0_8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83FF240E-7CE5-C61D-A2C7-B7EB908B6B3A}"/>
            </a:ext>
          </a:extLst>
        </p:cNvPr>
        <p:cNvGrpSpPr/>
        <p:nvPr/>
      </p:nvGrpSpPr>
      <p:grpSpPr>
        <a:xfrm>
          <a:off x="0" y="0"/>
          <a:ext cx="0" cy="0"/>
          <a:chOff x="0" y="0"/>
          <a:chExt cx="0" cy="0"/>
        </a:xfrm>
      </p:grpSpPr>
      <p:sp>
        <p:nvSpPr>
          <p:cNvPr id="43" name="Google Shape;43;p:notes">
            <a:extLst>
              <a:ext uri="{FF2B5EF4-FFF2-40B4-BE49-F238E27FC236}">
                <a16:creationId xmlns:a16="http://schemas.microsoft.com/office/drawing/2014/main" id="{209FB004-474C-D721-48B3-6331718F29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p:notes">
            <a:extLst>
              <a:ext uri="{FF2B5EF4-FFF2-40B4-BE49-F238E27FC236}">
                <a16:creationId xmlns:a16="http://schemas.microsoft.com/office/drawing/2014/main" id="{36195075-AFA6-8BA2-2A63-8881705BEF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0383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200" y="411475"/>
            <a:ext cx="5839500" cy="1042800"/>
          </a:xfrm>
          <a:prstGeom prst="rect">
            <a:avLst/>
          </a:prstGeom>
        </p:spPr>
        <p:txBody>
          <a:bodyPr spcFirstLastPara="1" wrap="square" lIns="91425" tIns="91425" rIns="91425" bIns="91425" anchor="ctr" anchorCtr="0">
            <a:normAutofit/>
          </a:bodyPr>
          <a:lstStyle>
            <a:lvl1pPr lvl="0">
              <a:spcBef>
                <a:spcPts val="0"/>
              </a:spcBef>
              <a:spcAft>
                <a:spcPts val="0"/>
              </a:spcAft>
              <a:buSzPts val="5200"/>
              <a:buNone/>
              <a:defRPr sz="60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57200" y="1454275"/>
            <a:ext cx="4114800" cy="396300"/>
          </a:xfrm>
          <a:prstGeom prst="rect">
            <a:avLst/>
          </a:prstGeom>
        </p:spPr>
        <p:txBody>
          <a:bodyPr spcFirstLastPara="1" wrap="square" lIns="91425" tIns="91425" rIns="91425" bIns="91425" anchor="ctr" anchorCtr="0">
            <a:normAutofit/>
          </a:bodyPr>
          <a:lstStyle>
            <a:lvl1pPr lvl="0">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docs.google.com/spreadsheets/d/1HSvTPYQXExyflaei6IiPolmDXjPLq_UPjYsYyD7YZwI/copy"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5"/>
          <p:cNvSpPr txBox="1">
            <a:spLocks noGrp="1"/>
          </p:cNvSpPr>
          <p:nvPr>
            <p:ph type="ctrTitle"/>
          </p:nvPr>
        </p:nvSpPr>
        <p:spPr>
          <a:xfrm>
            <a:off x="228600" y="1054377"/>
            <a:ext cx="5839500" cy="104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DE" dirty="0">
                <a:solidFill>
                  <a:schemeClr val="accent1"/>
                </a:solidFill>
              </a:rPr>
              <a:t>Taxi</a:t>
            </a:r>
            <a:r>
              <a:rPr lang="de-DE" dirty="0"/>
              <a:t> Fare Amount Dataset Presentation</a:t>
            </a:r>
            <a:endParaRPr dirty="0"/>
          </a:p>
        </p:txBody>
      </p:sp>
      <p:grpSp>
        <p:nvGrpSpPr>
          <p:cNvPr id="48" name="Google Shape;48;p15"/>
          <p:cNvGrpSpPr/>
          <p:nvPr/>
        </p:nvGrpSpPr>
        <p:grpSpPr>
          <a:xfrm>
            <a:off x="3352566" y="2173400"/>
            <a:ext cx="6397303" cy="2582888"/>
            <a:chOff x="1474600" y="238125"/>
            <a:chExt cx="4680725" cy="1829000"/>
          </a:xfrm>
        </p:grpSpPr>
        <p:sp>
          <p:nvSpPr>
            <p:cNvPr id="49" name="Google Shape;49;p15"/>
            <p:cNvSpPr/>
            <p:nvPr/>
          </p:nvSpPr>
          <p:spPr>
            <a:xfrm>
              <a:off x="3698775" y="238125"/>
              <a:ext cx="548125" cy="198600"/>
            </a:xfrm>
            <a:custGeom>
              <a:avLst/>
              <a:gdLst/>
              <a:ahLst/>
              <a:cxnLst/>
              <a:rect l="l" t="t" r="r" b="b"/>
              <a:pathLst>
                <a:path w="21925" h="7944" extrusionOk="0">
                  <a:moveTo>
                    <a:pt x="19303" y="0"/>
                  </a:moveTo>
                  <a:lnTo>
                    <a:pt x="3019" y="715"/>
                  </a:lnTo>
                  <a:lnTo>
                    <a:pt x="1" y="7546"/>
                  </a:lnTo>
                  <a:lnTo>
                    <a:pt x="21925" y="7944"/>
                  </a:lnTo>
                  <a:lnTo>
                    <a:pt x="193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5"/>
            <p:cNvSpPr/>
            <p:nvPr/>
          </p:nvSpPr>
          <p:spPr>
            <a:xfrm>
              <a:off x="1756600" y="1252900"/>
              <a:ext cx="3812900" cy="399175"/>
            </a:xfrm>
            <a:custGeom>
              <a:avLst/>
              <a:gdLst/>
              <a:ahLst/>
              <a:cxnLst/>
              <a:rect l="l" t="t" r="r" b="b"/>
              <a:pathLst>
                <a:path w="152516" h="15967" extrusionOk="0">
                  <a:moveTo>
                    <a:pt x="73557" y="0"/>
                  </a:moveTo>
                  <a:lnTo>
                    <a:pt x="0" y="1351"/>
                  </a:lnTo>
                  <a:lnTo>
                    <a:pt x="874" y="12472"/>
                  </a:lnTo>
                  <a:lnTo>
                    <a:pt x="7864" y="12472"/>
                  </a:lnTo>
                  <a:lnTo>
                    <a:pt x="27485" y="13345"/>
                  </a:lnTo>
                  <a:lnTo>
                    <a:pt x="28279" y="13743"/>
                  </a:lnTo>
                  <a:lnTo>
                    <a:pt x="29153" y="14140"/>
                  </a:lnTo>
                  <a:lnTo>
                    <a:pt x="30186" y="14616"/>
                  </a:lnTo>
                  <a:lnTo>
                    <a:pt x="31456" y="15093"/>
                  </a:lnTo>
                  <a:lnTo>
                    <a:pt x="32886" y="15490"/>
                  </a:lnTo>
                  <a:lnTo>
                    <a:pt x="34316" y="15808"/>
                  </a:lnTo>
                  <a:lnTo>
                    <a:pt x="35031" y="15887"/>
                  </a:lnTo>
                  <a:lnTo>
                    <a:pt x="35746" y="15967"/>
                  </a:lnTo>
                  <a:lnTo>
                    <a:pt x="116929" y="15967"/>
                  </a:lnTo>
                  <a:lnTo>
                    <a:pt x="117564" y="15887"/>
                  </a:lnTo>
                  <a:lnTo>
                    <a:pt x="117961" y="15808"/>
                  </a:lnTo>
                  <a:lnTo>
                    <a:pt x="118358" y="15570"/>
                  </a:lnTo>
                  <a:lnTo>
                    <a:pt x="118835" y="15252"/>
                  </a:lnTo>
                  <a:lnTo>
                    <a:pt x="119312" y="14855"/>
                  </a:lnTo>
                  <a:lnTo>
                    <a:pt x="119868" y="14299"/>
                  </a:lnTo>
                  <a:lnTo>
                    <a:pt x="120662" y="13822"/>
                  </a:lnTo>
                  <a:lnTo>
                    <a:pt x="121536" y="13425"/>
                  </a:lnTo>
                  <a:lnTo>
                    <a:pt x="122489" y="13028"/>
                  </a:lnTo>
                  <a:lnTo>
                    <a:pt x="123998" y="12551"/>
                  </a:lnTo>
                  <a:lnTo>
                    <a:pt x="124713" y="12313"/>
                  </a:lnTo>
                  <a:lnTo>
                    <a:pt x="145684" y="14696"/>
                  </a:lnTo>
                  <a:lnTo>
                    <a:pt x="152515" y="14696"/>
                  </a:lnTo>
                  <a:lnTo>
                    <a:pt x="152515" y="318"/>
                  </a:lnTo>
                  <a:lnTo>
                    <a:pt x="735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5"/>
            <p:cNvSpPr/>
            <p:nvPr/>
          </p:nvSpPr>
          <p:spPr>
            <a:xfrm>
              <a:off x="3591550" y="1608375"/>
              <a:ext cx="232375" cy="83425"/>
            </a:xfrm>
            <a:custGeom>
              <a:avLst/>
              <a:gdLst/>
              <a:ahLst/>
              <a:cxnLst/>
              <a:rect l="l" t="t" r="r" b="b"/>
              <a:pathLst>
                <a:path w="9295" h="3337" extrusionOk="0">
                  <a:moveTo>
                    <a:pt x="3019" y="0"/>
                  </a:moveTo>
                  <a:lnTo>
                    <a:pt x="1668" y="80"/>
                  </a:lnTo>
                  <a:lnTo>
                    <a:pt x="1112" y="80"/>
                  </a:lnTo>
                  <a:lnTo>
                    <a:pt x="636" y="239"/>
                  </a:lnTo>
                  <a:lnTo>
                    <a:pt x="318" y="397"/>
                  </a:lnTo>
                  <a:lnTo>
                    <a:pt x="80" y="636"/>
                  </a:lnTo>
                  <a:lnTo>
                    <a:pt x="0" y="1033"/>
                  </a:lnTo>
                  <a:lnTo>
                    <a:pt x="80" y="1510"/>
                  </a:lnTo>
                  <a:lnTo>
                    <a:pt x="238" y="2145"/>
                  </a:lnTo>
                  <a:lnTo>
                    <a:pt x="477" y="2781"/>
                  </a:lnTo>
                  <a:lnTo>
                    <a:pt x="636" y="2939"/>
                  </a:lnTo>
                  <a:lnTo>
                    <a:pt x="874" y="3178"/>
                  </a:lnTo>
                  <a:lnTo>
                    <a:pt x="1192" y="3257"/>
                  </a:lnTo>
                  <a:lnTo>
                    <a:pt x="1509" y="3337"/>
                  </a:lnTo>
                  <a:lnTo>
                    <a:pt x="4131" y="3257"/>
                  </a:lnTo>
                  <a:lnTo>
                    <a:pt x="6752" y="3337"/>
                  </a:lnTo>
                  <a:lnTo>
                    <a:pt x="7705" y="3257"/>
                  </a:lnTo>
                  <a:lnTo>
                    <a:pt x="8261" y="3178"/>
                  </a:lnTo>
                  <a:lnTo>
                    <a:pt x="8500" y="3019"/>
                  </a:lnTo>
                  <a:lnTo>
                    <a:pt x="8659" y="2860"/>
                  </a:lnTo>
                  <a:lnTo>
                    <a:pt x="8897" y="2463"/>
                  </a:lnTo>
                  <a:lnTo>
                    <a:pt x="9056" y="1907"/>
                  </a:lnTo>
                  <a:lnTo>
                    <a:pt x="9215" y="1510"/>
                  </a:lnTo>
                  <a:lnTo>
                    <a:pt x="9294" y="1192"/>
                  </a:lnTo>
                  <a:lnTo>
                    <a:pt x="9215" y="953"/>
                  </a:lnTo>
                  <a:lnTo>
                    <a:pt x="9135" y="795"/>
                  </a:lnTo>
                  <a:lnTo>
                    <a:pt x="8976" y="556"/>
                  </a:lnTo>
                  <a:lnTo>
                    <a:pt x="8738" y="397"/>
                  </a:lnTo>
                  <a:lnTo>
                    <a:pt x="8420" y="318"/>
                  </a:lnTo>
                  <a:lnTo>
                    <a:pt x="7705" y="159"/>
                  </a:lnTo>
                  <a:lnTo>
                    <a:pt x="67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5"/>
            <p:cNvSpPr/>
            <p:nvPr/>
          </p:nvSpPr>
          <p:spPr>
            <a:xfrm>
              <a:off x="6040125" y="1217150"/>
              <a:ext cx="67550" cy="63575"/>
            </a:xfrm>
            <a:custGeom>
              <a:avLst/>
              <a:gdLst/>
              <a:ahLst/>
              <a:cxnLst/>
              <a:rect l="l" t="t" r="r" b="b"/>
              <a:pathLst>
                <a:path w="2702" h="2543" extrusionOk="0">
                  <a:moveTo>
                    <a:pt x="1271" y="1"/>
                  </a:moveTo>
                  <a:lnTo>
                    <a:pt x="1033" y="80"/>
                  </a:lnTo>
                  <a:lnTo>
                    <a:pt x="715" y="159"/>
                  </a:lnTo>
                  <a:lnTo>
                    <a:pt x="477" y="318"/>
                  </a:lnTo>
                  <a:lnTo>
                    <a:pt x="318" y="477"/>
                  </a:lnTo>
                  <a:lnTo>
                    <a:pt x="159" y="715"/>
                  </a:lnTo>
                  <a:lnTo>
                    <a:pt x="80" y="954"/>
                  </a:lnTo>
                  <a:lnTo>
                    <a:pt x="1" y="1192"/>
                  </a:lnTo>
                  <a:lnTo>
                    <a:pt x="1" y="1430"/>
                  </a:lnTo>
                  <a:lnTo>
                    <a:pt x="1" y="1748"/>
                  </a:lnTo>
                  <a:lnTo>
                    <a:pt x="80" y="1986"/>
                  </a:lnTo>
                  <a:lnTo>
                    <a:pt x="239" y="2145"/>
                  </a:lnTo>
                  <a:lnTo>
                    <a:pt x="477" y="2304"/>
                  </a:lnTo>
                  <a:lnTo>
                    <a:pt x="715" y="2463"/>
                  </a:lnTo>
                  <a:lnTo>
                    <a:pt x="1033" y="2542"/>
                  </a:lnTo>
                  <a:lnTo>
                    <a:pt x="1589" y="2542"/>
                  </a:lnTo>
                  <a:lnTo>
                    <a:pt x="1828" y="2463"/>
                  </a:lnTo>
                  <a:lnTo>
                    <a:pt x="2145" y="2384"/>
                  </a:lnTo>
                  <a:lnTo>
                    <a:pt x="2384" y="2225"/>
                  </a:lnTo>
                  <a:lnTo>
                    <a:pt x="2542" y="2066"/>
                  </a:lnTo>
                  <a:lnTo>
                    <a:pt x="2622" y="1828"/>
                  </a:lnTo>
                  <a:lnTo>
                    <a:pt x="2701" y="1669"/>
                  </a:lnTo>
                  <a:lnTo>
                    <a:pt x="2701" y="1192"/>
                  </a:lnTo>
                  <a:lnTo>
                    <a:pt x="2542" y="715"/>
                  </a:lnTo>
                  <a:lnTo>
                    <a:pt x="2463" y="477"/>
                  </a:lnTo>
                  <a:lnTo>
                    <a:pt x="2225" y="318"/>
                  </a:lnTo>
                  <a:lnTo>
                    <a:pt x="2066" y="159"/>
                  </a:lnTo>
                  <a:lnTo>
                    <a:pt x="1828" y="80"/>
                  </a:lnTo>
                  <a:lnTo>
                    <a:pt x="1510" y="1"/>
                  </a:lnTo>
                  <a:close/>
                </a:path>
              </a:pathLst>
            </a:custGeom>
            <a:solidFill>
              <a:srgbClr val="D835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5"/>
            <p:cNvSpPr/>
            <p:nvPr/>
          </p:nvSpPr>
          <p:spPr>
            <a:xfrm>
              <a:off x="1830075" y="1368075"/>
              <a:ext cx="699050" cy="699050"/>
            </a:xfrm>
            <a:custGeom>
              <a:avLst/>
              <a:gdLst/>
              <a:ahLst/>
              <a:cxnLst/>
              <a:rect l="l" t="t" r="r" b="b"/>
              <a:pathLst>
                <a:path w="27962" h="27962" extrusionOk="0">
                  <a:moveTo>
                    <a:pt x="12789" y="1"/>
                  </a:moveTo>
                  <a:lnTo>
                    <a:pt x="11359" y="80"/>
                  </a:lnTo>
                  <a:lnTo>
                    <a:pt x="10009" y="239"/>
                  </a:lnTo>
                  <a:lnTo>
                    <a:pt x="8738" y="636"/>
                  </a:lnTo>
                  <a:lnTo>
                    <a:pt x="7467" y="1113"/>
                  </a:lnTo>
                  <a:lnTo>
                    <a:pt x="6355" y="1669"/>
                  </a:lnTo>
                  <a:lnTo>
                    <a:pt x="5322" y="2384"/>
                  </a:lnTo>
                  <a:lnTo>
                    <a:pt x="4369" y="3178"/>
                  </a:lnTo>
                  <a:lnTo>
                    <a:pt x="3495" y="4052"/>
                  </a:lnTo>
                  <a:lnTo>
                    <a:pt x="2701" y="5084"/>
                  </a:lnTo>
                  <a:lnTo>
                    <a:pt x="1986" y="6117"/>
                  </a:lnTo>
                  <a:lnTo>
                    <a:pt x="1430" y="7309"/>
                  </a:lnTo>
                  <a:lnTo>
                    <a:pt x="874" y="8500"/>
                  </a:lnTo>
                  <a:lnTo>
                    <a:pt x="556" y="9851"/>
                  </a:lnTo>
                  <a:lnTo>
                    <a:pt x="239" y="11122"/>
                  </a:lnTo>
                  <a:lnTo>
                    <a:pt x="80" y="12551"/>
                  </a:lnTo>
                  <a:lnTo>
                    <a:pt x="0" y="13981"/>
                  </a:lnTo>
                  <a:lnTo>
                    <a:pt x="80" y="15411"/>
                  </a:lnTo>
                  <a:lnTo>
                    <a:pt x="318" y="16761"/>
                  </a:lnTo>
                  <a:lnTo>
                    <a:pt x="636" y="18112"/>
                  </a:lnTo>
                  <a:lnTo>
                    <a:pt x="1112" y="19383"/>
                  </a:lnTo>
                  <a:lnTo>
                    <a:pt x="1668" y="20654"/>
                  </a:lnTo>
                  <a:lnTo>
                    <a:pt x="2383" y="21766"/>
                  </a:lnTo>
                  <a:lnTo>
                    <a:pt x="3178" y="22878"/>
                  </a:lnTo>
                  <a:lnTo>
                    <a:pt x="4131" y="23831"/>
                  </a:lnTo>
                  <a:lnTo>
                    <a:pt x="5084" y="24784"/>
                  </a:lnTo>
                  <a:lnTo>
                    <a:pt x="6196" y="25579"/>
                  </a:lnTo>
                  <a:lnTo>
                    <a:pt x="7308" y="26294"/>
                  </a:lnTo>
                  <a:lnTo>
                    <a:pt x="8579" y="26850"/>
                  </a:lnTo>
                  <a:lnTo>
                    <a:pt x="9850" y="27326"/>
                  </a:lnTo>
                  <a:lnTo>
                    <a:pt x="11201" y="27644"/>
                  </a:lnTo>
                  <a:lnTo>
                    <a:pt x="12551" y="27882"/>
                  </a:lnTo>
                  <a:lnTo>
                    <a:pt x="13981" y="27962"/>
                  </a:lnTo>
                  <a:lnTo>
                    <a:pt x="15411" y="27882"/>
                  </a:lnTo>
                  <a:lnTo>
                    <a:pt x="16841" y="27644"/>
                  </a:lnTo>
                  <a:lnTo>
                    <a:pt x="18191" y="27326"/>
                  </a:lnTo>
                  <a:lnTo>
                    <a:pt x="19462" y="26850"/>
                  </a:lnTo>
                  <a:lnTo>
                    <a:pt x="20653" y="26294"/>
                  </a:lnTo>
                  <a:lnTo>
                    <a:pt x="21845" y="25579"/>
                  </a:lnTo>
                  <a:lnTo>
                    <a:pt x="22878" y="24784"/>
                  </a:lnTo>
                  <a:lnTo>
                    <a:pt x="23910" y="23831"/>
                  </a:lnTo>
                  <a:lnTo>
                    <a:pt x="24784" y="22878"/>
                  </a:lnTo>
                  <a:lnTo>
                    <a:pt x="25578" y="21766"/>
                  </a:lnTo>
                  <a:lnTo>
                    <a:pt x="26293" y="20654"/>
                  </a:lnTo>
                  <a:lnTo>
                    <a:pt x="26929" y="19383"/>
                  </a:lnTo>
                  <a:lnTo>
                    <a:pt x="27326" y="18112"/>
                  </a:lnTo>
                  <a:lnTo>
                    <a:pt x="27723" y="16761"/>
                  </a:lnTo>
                  <a:lnTo>
                    <a:pt x="27882" y="15411"/>
                  </a:lnTo>
                  <a:lnTo>
                    <a:pt x="27961" y="13981"/>
                  </a:lnTo>
                  <a:lnTo>
                    <a:pt x="27882" y="12551"/>
                  </a:lnTo>
                  <a:lnTo>
                    <a:pt x="27644" y="11122"/>
                  </a:lnTo>
                  <a:lnTo>
                    <a:pt x="27247" y="9851"/>
                  </a:lnTo>
                  <a:lnTo>
                    <a:pt x="26690" y="8500"/>
                  </a:lnTo>
                  <a:lnTo>
                    <a:pt x="25976" y="7309"/>
                  </a:lnTo>
                  <a:lnTo>
                    <a:pt x="25181" y="6117"/>
                  </a:lnTo>
                  <a:lnTo>
                    <a:pt x="24307" y="5084"/>
                  </a:lnTo>
                  <a:lnTo>
                    <a:pt x="23275" y="4052"/>
                  </a:lnTo>
                  <a:lnTo>
                    <a:pt x="22163" y="3178"/>
                  </a:lnTo>
                  <a:lnTo>
                    <a:pt x="20971" y="2384"/>
                  </a:lnTo>
                  <a:lnTo>
                    <a:pt x="19700" y="1669"/>
                  </a:lnTo>
                  <a:lnTo>
                    <a:pt x="18429" y="1113"/>
                  </a:lnTo>
                  <a:lnTo>
                    <a:pt x="16999" y="636"/>
                  </a:lnTo>
                  <a:lnTo>
                    <a:pt x="15649" y="239"/>
                  </a:lnTo>
                  <a:lnTo>
                    <a:pt x="14219" y="80"/>
                  </a:lnTo>
                  <a:lnTo>
                    <a:pt x="127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5"/>
            <p:cNvSpPr/>
            <p:nvPr/>
          </p:nvSpPr>
          <p:spPr>
            <a:xfrm>
              <a:off x="1994900" y="1532900"/>
              <a:ext cx="369400" cy="369400"/>
            </a:xfrm>
            <a:custGeom>
              <a:avLst/>
              <a:gdLst/>
              <a:ahLst/>
              <a:cxnLst/>
              <a:rect l="l" t="t" r="r" b="b"/>
              <a:pathLst>
                <a:path w="14776" h="14776" extrusionOk="0">
                  <a:moveTo>
                    <a:pt x="6991" y="1"/>
                  </a:moveTo>
                  <a:lnTo>
                    <a:pt x="6276" y="160"/>
                  </a:lnTo>
                  <a:lnTo>
                    <a:pt x="5561" y="318"/>
                  </a:lnTo>
                  <a:lnTo>
                    <a:pt x="4846" y="557"/>
                  </a:lnTo>
                  <a:lnTo>
                    <a:pt x="4210" y="875"/>
                  </a:lnTo>
                  <a:lnTo>
                    <a:pt x="3575" y="1272"/>
                  </a:lnTo>
                  <a:lnTo>
                    <a:pt x="3019" y="1748"/>
                  </a:lnTo>
                  <a:lnTo>
                    <a:pt x="2463" y="2225"/>
                  </a:lnTo>
                  <a:lnTo>
                    <a:pt x="1907" y="2781"/>
                  </a:lnTo>
                  <a:lnTo>
                    <a:pt x="1510" y="3416"/>
                  </a:lnTo>
                  <a:lnTo>
                    <a:pt x="1112" y="4052"/>
                  </a:lnTo>
                  <a:lnTo>
                    <a:pt x="715" y="4767"/>
                  </a:lnTo>
                  <a:lnTo>
                    <a:pt x="477" y="5402"/>
                  </a:lnTo>
                  <a:lnTo>
                    <a:pt x="239" y="6197"/>
                  </a:lnTo>
                  <a:lnTo>
                    <a:pt x="80" y="6912"/>
                  </a:lnTo>
                  <a:lnTo>
                    <a:pt x="0" y="7706"/>
                  </a:lnTo>
                  <a:lnTo>
                    <a:pt x="0" y="8421"/>
                  </a:lnTo>
                  <a:lnTo>
                    <a:pt x="80" y="9136"/>
                  </a:lnTo>
                  <a:lnTo>
                    <a:pt x="239" y="9851"/>
                  </a:lnTo>
                  <a:lnTo>
                    <a:pt x="477" y="10486"/>
                  </a:lnTo>
                  <a:lnTo>
                    <a:pt x="715" y="11042"/>
                  </a:lnTo>
                  <a:lnTo>
                    <a:pt x="1112" y="11678"/>
                  </a:lnTo>
                  <a:lnTo>
                    <a:pt x="1510" y="12154"/>
                  </a:lnTo>
                  <a:lnTo>
                    <a:pt x="1907" y="12631"/>
                  </a:lnTo>
                  <a:lnTo>
                    <a:pt x="2463" y="13108"/>
                  </a:lnTo>
                  <a:lnTo>
                    <a:pt x="2939" y="13505"/>
                  </a:lnTo>
                  <a:lnTo>
                    <a:pt x="3575" y="13822"/>
                  </a:lnTo>
                  <a:lnTo>
                    <a:pt x="4210" y="14140"/>
                  </a:lnTo>
                  <a:lnTo>
                    <a:pt x="4846" y="14379"/>
                  </a:lnTo>
                  <a:lnTo>
                    <a:pt x="5561" y="14537"/>
                  </a:lnTo>
                  <a:lnTo>
                    <a:pt x="6276" y="14696"/>
                  </a:lnTo>
                  <a:lnTo>
                    <a:pt x="7070" y="14776"/>
                  </a:lnTo>
                  <a:lnTo>
                    <a:pt x="7785" y="14776"/>
                  </a:lnTo>
                  <a:lnTo>
                    <a:pt x="8500" y="14696"/>
                  </a:lnTo>
                  <a:lnTo>
                    <a:pt x="9215" y="14537"/>
                  </a:lnTo>
                  <a:lnTo>
                    <a:pt x="9930" y="14299"/>
                  </a:lnTo>
                  <a:lnTo>
                    <a:pt x="10565" y="14061"/>
                  </a:lnTo>
                  <a:lnTo>
                    <a:pt x="11201" y="13664"/>
                  </a:lnTo>
                  <a:lnTo>
                    <a:pt x="11836" y="13266"/>
                  </a:lnTo>
                  <a:lnTo>
                    <a:pt x="12313" y="12869"/>
                  </a:lnTo>
                  <a:lnTo>
                    <a:pt x="12869" y="12313"/>
                  </a:lnTo>
                  <a:lnTo>
                    <a:pt x="13266" y="11837"/>
                  </a:lnTo>
                  <a:lnTo>
                    <a:pt x="13663" y="11201"/>
                  </a:lnTo>
                  <a:lnTo>
                    <a:pt x="14060" y="10566"/>
                  </a:lnTo>
                  <a:lnTo>
                    <a:pt x="14299" y="9930"/>
                  </a:lnTo>
                  <a:lnTo>
                    <a:pt x="14537" y="9215"/>
                  </a:lnTo>
                  <a:lnTo>
                    <a:pt x="14696" y="8500"/>
                  </a:lnTo>
                  <a:lnTo>
                    <a:pt x="14775" y="7785"/>
                  </a:lnTo>
                  <a:lnTo>
                    <a:pt x="14775" y="6991"/>
                  </a:lnTo>
                  <a:lnTo>
                    <a:pt x="14696" y="6276"/>
                  </a:lnTo>
                  <a:lnTo>
                    <a:pt x="14537" y="5561"/>
                  </a:lnTo>
                  <a:lnTo>
                    <a:pt x="14299" y="4846"/>
                  </a:lnTo>
                  <a:lnTo>
                    <a:pt x="14060" y="4211"/>
                  </a:lnTo>
                  <a:lnTo>
                    <a:pt x="13743" y="3575"/>
                  </a:lnTo>
                  <a:lnTo>
                    <a:pt x="13345" y="3019"/>
                  </a:lnTo>
                  <a:lnTo>
                    <a:pt x="12869" y="2463"/>
                  </a:lnTo>
                  <a:lnTo>
                    <a:pt x="12392" y="1907"/>
                  </a:lnTo>
                  <a:lnTo>
                    <a:pt x="11836" y="1510"/>
                  </a:lnTo>
                  <a:lnTo>
                    <a:pt x="11201" y="1113"/>
                  </a:lnTo>
                  <a:lnTo>
                    <a:pt x="10645" y="716"/>
                  </a:lnTo>
                  <a:lnTo>
                    <a:pt x="9930" y="477"/>
                  </a:lnTo>
                  <a:lnTo>
                    <a:pt x="9215" y="239"/>
                  </a:lnTo>
                  <a:lnTo>
                    <a:pt x="8500" y="80"/>
                  </a:lnTo>
                  <a:lnTo>
                    <a:pt x="77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5"/>
            <p:cNvSpPr/>
            <p:nvPr/>
          </p:nvSpPr>
          <p:spPr>
            <a:xfrm>
              <a:off x="2090225" y="1624250"/>
              <a:ext cx="178750" cy="182725"/>
            </a:xfrm>
            <a:custGeom>
              <a:avLst/>
              <a:gdLst/>
              <a:ahLst/>
              <a:cxnLst/>
              <a:rect l="l" t="t" r="r" b="b"/>
              <a:pathLst>
                <a:path w="7150" h="7309" extrusionOk="0">
                  <a:moveTo>
                    <a:pt x="2939" y="1"/>
                  </a:moveTo>
                  <a:lnTo>
                    <a:pt x="2304" y="239"/>
                  </a:lnTo>
                  <a:lnTo>
                    <a:pt x="1748" y="557"/>
                  </a:lnTo>
                  <a:lnTo>
                    <a:pt x="1192" y="954"/>
                  </a:lnTo>
                  <a:lnTo>
                    <a:pt x="715" y="1510"/>
                  </a:lnTo>
                  <a:lnTo>
                    <a:pt x="318" y="2066"/>
                  </a:lnTo>
                  <a:lnTo>
                    <a:pt x="80" y="2781"/>
                  </a:lnTo>
                  <a:lnTo>
                    <a:pt x="0" y="3496"/>
                  </a:lnTo>
                  <a:lnTo>
                    <a:pt x="0" y="4211"/>
                  </a:lnTo>
                  <a:lnTo>
                    <a:pt x="159" y="4846"/>
                  </a:lnTo>
                  <a:lnTo>
                    <a:pt x="397" y="5482"/>
                  </a:lnTo>
                  <a:lnTo>
                    <a:pt x="795" y="6038"/>
                  </a:lnTo>
                  <a:lnTo>
                    <a:pt x="1351" y="6594"/>
                  </a:lnTo>
                  <a:lnTo>
                    <a:pt x="1986" y="6991"/>
                  </a:lnTo>
                  <a:lnTo>
                    <a:pt x="2622" y="7229"/>
                  </a:lnTo>
                  <a:lnTo>
                    <a:pt x="3337" y="7309"/>
                  </a:lnTo>
                  <a:lnTo>
                    <a:pt x="4051" y="7309"/>
                  </a:lnTo>
                  <a:lnTo>
                    <a:pt x="4766" y="7150"/>
                  </a:lnTo>
                  <a:lnTo>
                    <a:pt x="5402" y="6912"/>
                  </a:lnTo>
                  <a:lnTo>
                    <a:pt x="5958" y="6514"/>
                  </a:lnTo>
                  <a:lnTo>
                    <a:pt x="6435" y="5958"/>
                  </a:lnTo>
                  <a:lnTo>
                    <a:pt x="6832" y="5323"/>
                  </a:lnTo>
                  <a:lnTo>
                    <a:pt x="7070" y="4687"/>
                  </a:lnTo>
                  <a:lnTo>
                    <a:pt x="7149" y="3973"/>
                  </a:lnTo>
                  <a:lnTo>
                    <a:pt x="7070" y="3178"/>
                  </a:lnTo>
                  <a:lnTo>
                    <a:pt x="6911" y="2543"/>
                  </a:lnTo>
                  <a:lnTo>
                    <a:pt x="6593" y="1828"/>
                  </a:lnTo>
                  <a:lnTo>
                    <a:pt x="6117" y="1272"/>
                  </a:lnTo>
                  <a:lnTo>
                    <a:pt x="5561" y="716"/>
                  </a:lnTo>
                  <a:lnTo>
                    <a:pt x="4925" y="318"/>
                  </a:lnTo>
                  <a:lnTo>
                    <a:pt x="4290" y="80"/>
                  </a:lnTo>
                  <a:lnTo>
                    <a:pt x="3575"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5"/>
            <p:cNvSpPr/>
            <p:nvPr/>
          </p:nvSpPr>
          <p:spPr>
            <a:xfrm>
              <a:off x="2125975" y="1662000"/>
              <a:ext cx="111225" cy="109225"/>
            </a:xfrm>
            <a:custGeom>
              <a:avLst/>
              <a:gdLst/>
              <a:ahLst/>
              <a:cxnLst/>
              <a:rect l="l" t="t" r="r" b="b"/>
              <a:pathLst>
                <a:path w="4449" h="4369" extrusionOk="0">
                  <a:moveTo>
                    <a:pt x="2304" y="0"/>
                  </a:moveTo>
                  <a:lnTo>
                    <a:pt x="1827" y="79"/>
                  </a:lnTo>
                  <a:lnTo>
                    <a:pt x="1430" y="159"/>
                  </a:lnTo>
                  <a:lnTo>
                    <a:pt x="1033" y="318"/>
                  </a:lnTo>
                  <a:lnTo>
                    <a:pt x="715" y="556"/>
                  </a:lnTo>
                  <a:lnTo>
                    <a:pt x="397" y="874"/>
                  </a:lnTo>
                  <a:lnTo>
                    <a:pt x="159" y="1271"/>
                  </a:lnTo>
                  <a:lnTo>
                    <a:pt x="0" y="1668"/>
                  </a:lnTo>
                  <a:lnTo>
                    <a:pt x="0" y="2145"/>
                  </a:lnTo>
                  <a:lnTo>
                    <a:pt x="0" y="2542"/>
                  </a:lnTo>
                  <a:lnTo>
                    <a:pt x="80" y="2939"/>
                  </a:lnTo>
                  <a:lnTo>
                    <a:pt x="238" y="3336"/>
                  </a:lnTo>
                  <a:lnTo>
                    <a:pt x="477" y="3654"/>
                  </a:lnTo>
                  <a:lnTo>
                    <a:pt x="794" y="3972"/>
                  </a:lnTo>
                  <a:lnTo>
                    <a:pt x="1192" y="4210"/>
                  </a:lnTo>
                  <a:lnTo>
                    <a:pt x="1668" y="4369"/>
                  </a:lnTo>
                  <a:lnTo>
                    <a:pt x="2542" y="4369"/>
                  </a:lnTo>
                  <a:lnTo>
                    <a:pt x="2939" y="4210"/>
                  </a:lnTo>
                  <a:lnTo>
                    <a:pt x="3336" y="3972"/>
                  </a:lnTo>
                  <a:lnTo>
                    <a:pt x="3654" y="3733"/>
                  </a:lnTo>
                  <a:lnTo>
                    <a:pt x="3972" y="3336"/>
                  </a:lnTo>
                  <a:lnTo>
                    <a:pt x="4210" y="3019"/>
                  </a:lnTo>
                  <a:lnTo>
                    <a:pt x="4369" y="2542"/>
                  </a:lnTo>
                  <a:lnTo>
                    <a:pt x="4448" y="2145"/>
                  </a:lnTo>
                  <a:lnTo>
                    <a:pt x="4369" y="1748"/>
                  </a:lnTo>
                  <a:lnTo>
                    <a:pt x="4290" y="1430"/>
                  </a:lnTo>
                  <a:lnTo>
                    <a:pt x="4051" y="1033"/>
                  </a:lnTo>
                  <a:lnTo>
                    <a:pt x="3813" y="715"/>
                  </a:lnTo>
                  <a:lnTo>
                    <a:pt x="3495" y="477"/>
                  </a:lnTo>
                  <a:lnTo>
                    <a:pt x="3098" y="238"/>
                  </a:lnTo>
                  <a:lnTo>
                    <a:pt x="2701" y="79"/>
                  </a:lnTo>
                  <a:lnTo>
                    <a:pt x="2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5"/>
            <p:cNvSpPr/>
            <p:nvPr/>
          </p:nvSpPr>
          <p:spPr>
            <a:xfrm>
              <a:off x="2123975" y="1654050"/>
              <a:ext cx="15925" cy="15900"/>
            </a:xfrm>
            <a:custGeom>
              <a:avLst/>
              <a:gdLst/>
              <a:ahLst/>
              <a:cxnLst/>
              <a:rect l="l" t="t" r="r" b="b"/>
              <a:pathLst>
                <a:path w="637" h="636" extrusionOk="0">
                  <a:moveTo>
                    <a:pt x="239" y="0"/>
                  </a:moveTo>
                  <a:lnTo>
                    <a:pt x="80" y="80"/>
                  </a:lnTo>
                  <a:lnTo>
                    <a:pt x="1" y="159"/>
                  </a:lnTo>
                  <a:lnTo>
                    <a:pt x="1" y="318"/>
                  </a:lnTo>
                  <a:lnTo>
                    <a:pt x="1" y="397"/>
                  </a:lnTo>
                  <a:lnTo>
                    <a:pt x="80" y="556"/>
                  </a:lnTo>
                  <a:lnTo>
                    <a:pt x="160" y="636"/>
                  </a:lnTo>
                  <a:lnTo>
                    <a:pt x="477" y="636"/>
                  </a:lnTo>
                  <a:lnTo>
                    <a:pt x="636" y="397"/>
                  </a:lnTo>
                  <a:lnTo>
                    <a:pt x="636" y="239"/>
                  </a:lnTo>
                  <a:lnTo>
                    <a:pt x="557"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5"/>
            <p:cNvSpPr/>
            <p:nvPr/>
          </p:nvSpPr>
          <p:spPr>
            <a:xfrm>
              <a:off x="2173625" y="1640150"/>
              <a:ext cx="15925" cy="15900"/>
            </a:xfrm>
            <a:custGeom>
              <a:avLst/>
              <a:gdLst/>
              <a:ahLst/>
              <a:cxnLst/>
              <a:rect l="l" t="t" r="r" b="b"/>
              <a:pathLst>
                <a:path w="637" h="636" extrusionOk="0">
                  <a:moveTo>
                    <a:pt x="159" y="0"/>
                  </a:moveTo>
                  <a:lnTo>
                    <a:pt x="80" y="80"/>
                  </a:lnTo>
                  <a:lnTo>
                    <a:pt x="1" y="239"/>
                  </a:lnTo>
                  <a:lnTo>
                    <a:pt x="1" y="397"/>
                  </a:lnTo>
                  <a:lnTo>
                    <a:pt x="80" y="477"/>
                  </a:lnTo>
                  <a:lnTo>
                    <a:pt x="159" y="556"/>
                  </a:lnTo>
                  <a:lnTo>
                    <a:pt x="318" y="636"/>
                  </a:lnTo>
                  <a:lnTo>
                    <a:pt x="398" y="556"/>
                  </a:lnTo>
                  <a:lnTo>
                    <a:pt x="557" y="556"/>
                  </a:lnTo>
                  <a:lnTo>
                    <a:pt x="636" y="318"/>
                  </a:lnTo>
                  <a:lnTo>
                    <a:pt x="636" y="159"/>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p:cNvSpPr/>
            <p:nvPr/>
          </p:nvSpPr>
          <p:spPr>
            <a:xfrm>
              <a:off x="2102125" y="1703700"/>
              <a:ext cx="15925" cy="15900"/>
            </a:xfrm>
            <a:custGeom>
              <a:avLst/>
              <a:gdLst/>
              <a:ahLst/>
              <a:cxnLst/>
              <a:rect l="l" t="t" r="r" b="b"/>
              <a:pathLst>
                <a:path w="637" h="636" extrusionOk="0">
                  <a:moveTo>
                    <a:pt x="239" y="0"/>
                  </a:moveTo>
                  <a:lnTo>
                    <a:pt x="80" y="80"/>
                  </a:lnTo>
                  <a:lnTo>
                    <a:pt x="1" y="159"/>
                  </a:lnTo>
                  <a:lnTo>
                    <a:pt x="1" y="238"/>
                  </a:lnTo>
                  <a:lnTo>
                    <a:pt x="1" y="397"/>
                  </a:lnTo>
                  <a:lnTo>
                    <a:pt x="80" y="477"/>
                  </a:lnTo>
                  <a:lnTo>
                    <a:pt x="160" y="556"/>
                  </a:lnTo>
                  <a:lnTo>
                    <a:pt x="319" y="636"/>
                  </a:lnTo>
                  <a:lnTo>
                    <a:pt x="398" y="636"/>
                  </a:lnTo>
                  <a:lnTo>
                    <a:pt x="477" y="556"/>
                  </a:lnTo>
                  <a:lnTo>
                    <a:pt x="636" y="318"/>
                  </a:lnTo>
                  <a:lnTo>
                    <a:pt x="636" y="238"/>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2114050" y="1749375"/>
              <a:ext cx="15900" cy="15900"/>
            </a:xfrm>
            <a:custGeom>
              <a:avLst/>
              <a:gdLst/>
              <a:ahLst/>
              <a:cxnLst/>
              <a:rect l="l" t="t" r="r" b="b"/>
              <a:pathLst>
                <a:path w="636" h="636" extrusionOk="0">
                  <a:moveTo>
                    <a:pt x="239" y="0"/>
                  </a:moveTo>
                  <a:lnTo>
                    <a:pt x="159" y="80"/>
                  </a:lnTo>
                  <a:lnTo>
                    <a:pt x="80" y="159"/>
                  </a:lnTo>
                  <a:lnTo>
                    <a:pt x="0" y="318"/>
                  </a:lnTo>
                  <a:lnTo>
                    <a:pt x="0" y="397"/>
                  </a:lnTo>
                  <a:lnTo>
                    <a:pt x="80" y="556"/>
                  </a:lnTo>
                  <a:lnTo>
                    <a:pt x="159" y="636"/>
                  </a:lnTo>
                  <a:lnTo>
                    <a:pt x="557" y="636"/>
                  </a:lnTo>
                  <a:lnTo>
                    <a:pt x="636" y="397"/>
                  </a:lnTo>
                  <a:lnTo>
                    <a:pt x="636" y="238"/>
                  </a:lnTo>
                  <a:lnTo>
                    <a:pt x="557" y="159"/>
                  </a:lnTo>
                  <a:lnTo>
                    <a:pt x="477" y="80"/>
                  </a:lnTo>
                  <a:lnTo>
                    <a:pt x="39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2151775" y="1779150"/>
              <a:ext cx="15925" cy="15925"/>
            </a:xfrm>
            <a:custGeom>
              <a:avLst/>
              <a:gdLst/>
              <a:ahLst/>
              <a:cxnLst/>
              <a:rect l="l" t="t" r="r" b="b"/>
              <a:pathLst>
                <a:path w="637" h="637" extrusionOk="0">
                  <a:moveTo>
                    <a:pt x="239" y="1"/>
                  </a:moveTo>
                  <a:lnTo>
                    <a:pt x="160" y="80"/>
                  </a:lnTo>
                  <a:lnTo>
                    <a:pt x="80" y="160"/>
                  </a:lnTo>
                  <a:lnTo>
                    <a:pt x="1" y="239"/>
                  </a:lnTo>
                  <a:lnTo>
                    <a:pt x="1" y="398"/>
                  </a:lnTo>
                  <a:lnTo>
                    <a:pt x="80" y="477"/>
                  </a:lnTo>
                  <a:lnTo>
                    <a:pt x="160" y="557"/>
                  </a:lnTo>
                  <a:lnTo>
                    <a:pt x="319" y="636"/>
                  </a:lnTo>
                  <a:lnTo>
                    <a:pt x="398" y="636"/>
                  </a:lnTo>
                  <a:lnTo>
                    <a:pt x="557" y="557"/>
                  </a:lnTo>
                  <a:lnTo>
                    <a:pt x="636" y="318"/>
                  </a:lnTo>
                  <a:lnTo>
                    <a:pt x="636" y="239"/>
                  </a:lnTo>
                  <a:lnTo>
                    <a:pt x="557" y="80"/>
                  </a:lnTo>
                  <a:lnTo>
                    <a:pt x="477"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2195475" y="1777175"/>
              <a:ext cx="15900" cy="15900"/>
            </a:xfrm>
            <a:custGeom>
              <a:avLst/>
              <a:gdLst/>
              <a:ahLst/>
              <a:cxnLst/>
              <a:rect l="l" t="t" r="r" b="b"/>
              <a:pathLst>
                <a:path w="636" h="636" extrusionOk="0">
                  <a:moveTo>
                    <a:pt x="398" y="0"/>
                  </a:moveTo>
                  <a:lnTo>
                    <a:pt x="239" y="80"/>
                  </a:lnTo>
                  <a:lnTo>
                    <a:pt x="159" y="80"/>
                  </a:lnTo>
                  <a:lnTo>
                    <a:pt x="80" y="159"/>
                  </a:lnTo>
                  <a:lnTo>
                    <a:pt x="0" y="318"/>
                  </a:lnTo>
                  <a:lnTo>
                    <a:pt x="0" y="477"/>
                  </a:lnTo>
                  <a:lnTo>
                    <a:pt x="80" y="556"/>
                  </a:lnTo>
                  <a:lnTo>
                    <a:pt x="159" y="636"/>
                  </a:lnTo>
                  <a:lnTo>
                    <a:pt x="556" y="636"/>
                  </a:lnTo>
                  <a:lnTo>
                    <a:pt x="636" y="397"/>
                  </a:lnTo>
                  <a:lnTo>
                    <a:pt x="636" y="239"/>
                  </a:lnTo>
                  <a:lnTo>
                    <a:pt x="556" y="159"/>
                  </a:lnTo>
                  <a:lnTo>
                    <a:pt x="477" y="80"/>
                  </a:lnTo>
                  <a:lnTo>
                    <a:pt x="39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2235200" y="1751350"/>
              <a:ext cx="15900" cy="15925"/>
            </a:xfrm>
            <a:custGeom>
              <a:avLst/>
              <a:gdLst/>
              <a:ahLst/>
              <a:cxnLst/>
              <a:rect l="l" t="t" r="r" b="b"/>
              <a:pathLst>
                <a:path w="636" h="637" extrusionOk="0">
                  <a:moveTo>
                    <a:pt x="238" y="1"/>
                  </a:moveTo>
                  <a:lnTo>
                    <a:pt x="79" y="80"/>
                  </a:lnTo>
                  <a:lnTo>
                    <a:pt x="0" y="159"/>
                  </a:lnTo>
                  <a:lnTo>
                    <a:pt x="0" y="318"/>
                  </a:lnTo>
                  <a:lnTo>
                    <a:pt x="0" y="398"/>
                  </a:lnTo>
                  <a:lnTo>
                    <a:pt x="79" y="557"/>
                  </a:lnTo>
                  <a:lnTo>
                    <a:pt x="159" y="636"/>
                  </a:lnTo>
                  <a:lnTo>
                    <a:pt x="397" y="636"/>
                  </a:lnTo>
                  <a:lnTo>
                    <a:pt x="477" y="557"/>
                  </a:lnTo>
                  <a:lnTo>
                    <a:pt x="636" y="398"/>
                  </a:lnTo>
                  <a:lnTo>
                    <a:pt x="636" y="239"/>
                  </a:lnTo>
                  <a:lnTo>
                    <a:pt x="556" y="159"/>
                  </a:lnTo>
                  <a:lnTo>
                    <a:pt x="477" y="80"/>
                  </a:lnTo>
                  <a:lnTo>
                    <a:pt x="318"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2243125" y="1699725"/>
              <a:ext cx="15925" cy="15900"/>
            </a:xfrm>
            <a:custGeom>
              <a:avLst/>
              <a:gdLst/>
              <a:ahLst/>
              <a:cxnLst/>
              <a:rect l="l" t="t" r="r" b="b"/>
              <a:pathLst>
                <a:path w="637" h="636" extrusionOk="0">
                  <a:moveTo>
                    <a:pt x="239" y="0"/>
                  </a:moveTo>
                  <a:lnTo>
                    <a:pt x="160" y="80"/>
                  </a:lnTo>
                  <a:lnTo>
                    <a:pt x="80" y="159"/>
                  </a:lnTo>
                  <a:lnTo>
                    <a:pt x="1" y="239"/>
                  </a:lnTo>
                  <a:lnTo>
                    <a:pt x="80" y="397"/>
                  </a:lnTo>
                  <a:lnTo>
                    <a:pt x="80" y="477"/>
                  </a:lnTo>
                  <a:lnTo>
                    <a:pt x="239" y="556"/>
                  </a:lnTo>
                  <a:lnTo>
                    <a:pt x="319" y="636"/>
                  </a:lnTo>
                  <a:lnTo>
                    <a:pt x="477" y="636"/>
                  </a:lnTo>
                  <a:lnTo>
                    <a:pt x="557" y="556"/>
                  </a:lnTo>
                  <a:lnTo>
                    <a:pt x="636" y="318"/>
                  </a:lnTo>
                  <a:lnTo>
                    <a:pt x="636" y="239"/>
                  </a:lnTo>
                  <a:lnTo>
                    <a:pt x="636"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2217325" y="1658025"/>
              <a:ext cx="15900" cy="15900"/>
            </a:xfrm>
            <a:custGeom>
              <a:avLst/>
              <a:gdLst/>
              <a:ahLst/>
              <a:cxnLst/>
              <a:rect l="l" t="t" r="r" b="b"/>
              <a:pathLst>
                <a:path w="636" h="636" extrusionOk="0">
                  <a:moveTo>
                    <a:pt x="238" y="0"/>
                  </a:moveTo>
                  <a:lnTo>
                    <a:pt x="159" y="80"/>
                  </a:lnTo>
                  <a:lnTo>
                    <a:pt x="80" y="159"/>
                  </a:lnTo>
                  <a:lnTo>
                    <a:pt x="0" y="238"/>
                  </a:lnTo>
                  <a:lnTo>
                    <a:pt x="0" y="397"/>
                  </a:lnTo>
                  <a:lnTo>
                    <a:pt x="80" y="477"/>
                  </a:lnTo>
                  <a:lnTo>
                    <a:pt x="159" y="556"/>
                  </a:lnTo>
                  <a:lnTo>
                    <a:pt x="318" y="636"/>
                  </a:lnTo>
                  <a:lnTo>
                    <a:pt x="397" y="636"/>
                  </a:lnTo>
                  <a:lnTo>
                    <a:pt x="556" y="556"/>
                  </a:lnTo>
                  <a:lnTo>
                    <a:pt x="636" y="318"/>
                  </a:lnTo>
                  <a:lnTo>
                    <a:pt x="636" y="238"/>
                  </a:lnTo>
                  <a:lnTo>
                    <a:pt x="556"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2304700" y="1638150"/>
              <a:ext cx="172800" cy="343600"/>
            </a:xfrm>
            <a:custGeom>
              <a:avLst/>
              <a:gdLst/>
              <a:ahLst/>
              <a:cxnLst/>
              <a:rect l="l" t="t" r="r" b="b"/>
              <a:pathLst>
                <a:path w="6912" h="13744" extrusionOk="0">
                  <a:moveTo>
                    <a:pt x="5640" y="1"/>
                  </a:moveTo>
                  <a:lnTo>
                    <a:pt x="5243" y="160"/>
                  </a:lnTo>
                  <a:lnTo>
                    <a:pt x="4925" y="319"/>
                  </a:lnTo>
                  <a:lnTo>
                    <a:pt x="4607" y="557"/>
                  </a:lnTo>
                  <a:lnTo>
                    <a:pt x="4449" y="795"/>
                  </a:lnTo>
                  <a:lnTo>
                    <a:pt x="4290" y="1192"/>
                  </a:lnTo>
                  <a:lnTo>
                    <a:pt x="4131" y="1590"/>
                  </a:lnTo>
                  <a:lnTo>
                    <a:pt x="3972" y="2543"/>
                  </a:lnTo>
                  <a:lnTo>
                    <a:pt x="3734" y="4846"/>
                  </a:lnTo>
                  <a:lnTo>
                    <a:pt x="3495" y="6117"/>
                  </a:lnTo>
                  <a:lnTo>
                    <a:pt x="3257" y="6753"/>
                  </a:lnTo>
                  <a:lnTo>
                    <a:pt x="3019" y="7388"/>
                  </a:lnTo>
                  <a:lnTo>
                    <a:pt x="2780" y="8024"/>
                  </a:lnTo>
                  <a:lnTo>
                    <a:pt x="2463" y="8580"/>
                  </a:lnTo>
                  <a:lnTo>
                    <a:pt x="1827" y="9533"/>
                  </a:lnTo>
                  <a:lnTo>
                    <a:pt x="636" y="11042"/>
                  </a:lnTo>
                  <a:lnTo>
                    <a:pt x="239" y="11678"/>
                  </a:lnTo>
                  <a:lnTo>
                    <a:pt x="80" y="11916"/>
                  </a:lnTo>
                  <a:lnTo>
                    <a:pt x="0" y="12234"/>
                  </a:lnTo>
                  <a:lnTo>
                    <a:pt x="0" y="12472"/>
                  </a:lnTo>
                  <a:lnTo>
                    <a:pt x="0" y="12790"/>
                  </a:lnTo>
                  <a:lnTo>
                    <a:pt x="159" y="13028"/>
                  </a:lnTo>
                  <a:lnTo>
                    <a:pt x="397" y="13346"/>
                  </a:lnTo>
                  <a:lnTo>
                    <a:pt x="636" y="13584"/>
                  </a:lnTo>
                  <a:lnTo>
                    <a:pt x="874" y="13743"/>
                  </a:lnTo>
                  <a:lnTo>
                    <a:pt x="1192" y="13743"/>
                  </a:lnTo>
                  <a:lnTo>
                    <a:pt x="1510" y="13664"/>
                  </a:lnTo>
                  <a:lnTo>
                    <a:pt x="1827" y="13584"/>
                  </a:lnTo>
                  <a:lnTo>
                    <a:pt x="2224" y="13346"/>
                  </a:lnTo>
                  <a:lnTo>
                    <a:pt x="2939" y="12790"/>
                  </a:lnTo>
                  <a:lnTo>
                    <a:pt x="3654" y="11916"/>
                  </a:lnTo>
                  <a:lnTo>
                    <a:pt x="4369" y="10883"/>
                  </a:lnTo>
                  <a:lnTo>
                    <a:pt x="5084" y="9771"/>
                  </a:lnTo>
                  <a:lnTo>
                    <a:pt x="5640" y="8500"/>
                  </a:lnTo>
                  <a:lnTo>
                    <a:pt x="6117" y="7071"/>
                  </a:lnTo>
                  <a:lnTo>
                    <a:pt x="6514" y="5641"/>
                  </a:lnTo>
                  <a:lnTo>
                    <a:pt x="6832" y="4211"/>
                  </a:lnTo>
                  <a:lnTo>
                    <a:pt x="6911" y="2860"/>
                  </a:lnTo>
                  <a:lnTo>
                    <a:pt x="6911" y="1669"/>
                  </a:lnTo>
                  <a:lnTo>
                    <a:pt x="6832" y="1192"/>
                  </a:lnTo>
                  <a:lnTo>
                    <a:pt x="6673" y="716"/>
                  </a:lnTo>
                  <a:lnTo>
                    <a:pt x="6514" y="398"/>
                  </a:lnTo>
                  <a:lnTo>
                    <a:pt x="6276" y="160"/>
                  </a:lnTo>
                  <a:lnTo>
                    <a:pt x="5958" y="80"/>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1480550" y="978850"/>
              <a:ext cx="123150" cy="194625"/>
            </a:xfrm>
            <a:custGeom>
              <a:avLst/>
              <a:gdLst/>
              <a:ahLst/>
              <a:cxnLst/>
              <a:rect l="l" t="t" r="r" b="b"/>
              <a:pathLst>
                <a:path w="4926" h="7785" extrusionOk="0">
                  <a:moveTo>
                    <a:pt x="3178" y="0"/>
                  </a:moveTo>
                  <a:lnTo>
                    <a:pt x="2702" y="80"/>
                  </a:lnTo>
                  <a:lnTo>
                    <a:pt x="2225" y="318"/>
                  </a:lnTo>
                  <a:lnTo>
                    <a:pt x="1669" y="636"/>
                  </a:lnTo>
                  <a:lnTo>
                    <a:pt x="1113" y="1112"/>
                  </a:lnTo>
                  <a:lnTo>
                    <a:pt x="716" y="1668"/>
                  </a:lnTo>
                  <a:lnTo>
                    <a:pt x="318" y="2304"/>
                  </a:lnTo>
                  <a:lnTo>
                    <a:pt x="80" y="3019"/>
                  </a:lnTo>
                  <a:lnTo>
                    <a:pt x="1" y="3813"/>
                  </a:lnTo>
                  <a:lnTo>
                    <a:pt x="80" y="4528"/>
                  </a:lnTo>
                  <a:lnTo>
                    <a:pt x="239" y="5322"/>
                  </a:lnTo>
                  <a:lnTo>
                    <a:pt x="557" y="5958"/>
                  </a:lnTo>
                  <a:lnTo>
                    <a:pt x="954" y="6593"/>
                  </a:lnTo>
                  <a:lnTo>
                    <a:pt x="1351" y="7070"/>
                  </a:lnTo>
                  <a:lnTo>
                    <a:pt x="1828" y="7467"/>
                  </a:lnTo>
                  <a:lnTo>
                    <a:pt x="2304" y="7706"/>
                  </a:lnTo>
                  <a:lnTo>
                    <a:pt x="2781" y="7785"/>
                  </a:lnTo>
                  <a:lnTo>
                    <a:pt x="3178" y="7706"/>
                  </a:lnTo>
                  <a:lnTo>
                    <a:pt x="3655" y="7467"/>
                  </a:lnTo>
                  <a:lnTo>
                    <a:pt x="3972" y="7149"/>
                  </a:lnTo>
                  <a:lnTo>
                    <a:pt x="4290" y="6673"/>
                  </a:lnTo>
                  <a:lnTo>
                    <a:pt x="4608" y="6117"/>
                  </a:lnTo>
                  <a:lnTo>
                    <a:pt x="4767" y="5481"/>
                  </a:lnTo>
                  <a:lnTo>
                    <a:pt x="4926" y="4766"/>
                  </a:lnTo>
                  <a:lnTo>
                    <a:pt x="4926" y="3972"/>
                  </a:lnTo>
                  <a:lnTo>
                    <a:pt x="4926" y="3178"/>
                  </a:lnTo>
                  <a:lnTo>
                    <a:pt x="4846" y="2463"/>
                  </a:lnTo>
                  <a:lnTo>
                    <a:pt x="4687" y="1827"/>
                  </a:lnTo>
                  <a:lnTo>
                    <a:pt x="4529" y="1192"/>
                  </a:lnTo>
                  <a:lnTo>
                    <a:pt x="4290" y="715"/>
                  </a:lnTo>
                  <a:lnTo>
                    <a:pt x="3972" y="318"/>
                  </a:lnTo>
                  <a:lnTo>
                    <a:pt x="3575" y="80"/>
                  </a:lnTo>
                  <a:lnTo>
                    <a:pt x="31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6020275" y="1042400"/>
              <a:ext cx="105275" cy="150950"/>
            </a:xfrm>
            <a:custGeom>
              <a:avLst/>
              <a:gdLst/>
              <a:ahLst/>
              <a:cxnLst/>
              <a:rect l="l" t="t" r="r" b="b"/>
              <a:pathLst>
                <a:path w="4211" h="6038" extrusionOk="0">
                  <a:moveTo>
                    <a:pt x="1907" y="0"/>
                  </a:moveTo>
                  <a:lnTo>
                    <a:pt x="1509" y="80"/>
                  </a:lnTo>
                  <a:lnTo>
                    <a:pt x="1112" y="239"/>
                  </a:lnTo>
                  <a:lnTo>
                    <a:pt x="795" y="477"/>
                  </a:lnTo>
                  <a:lnTo>
                    <a:pt x="556" y="874"/>
                  </a:lnTo>
                  <a:lnTo>
                    <a:pt x="318" y="1351"/>
                  </a:lnTo>
                  <a:lnTo>
                    <a:pt x="159" y="1827"/>
                  </a:lnTo>
                  <a:lnTo>
                    <a:pt x="80" y="2383"/>
                  </a:lnTo>
                  <a:lnTo>
                    <a:pt x="0" y="3019"/>
                  </a:lnTo>
                  <a:lnTo>
                    <a:pt x="80" y="3654"/>
                  </a:lnTo>
                  <a:lnTo>
                    <a:pt x="159" y="4210"/>
                  </a:lnTo>
                  <a:lnTo>
                    <a:pt x="318" y="4687"/>
                  </a:lnTo>
                  <a:lnTo>
                    <a:pt x="556" y="5164"/>
                  </a:lnTo>
                  <a:lnTo>
                    <a:pt x="795" y="5561"/>
                  </a:lnTo>
                  <a:lnTo>
                    <a:pt x="1112" y="5799"/>
                  </a:lnTo>
                  <a:lnTo>
                    <a:pt x="1509" y="6037"/>
                  </a:lnTo>
                  <a:lnTo>
                    <a:pt x="1907" y="6037"/>
                  </a:lnTo>
                  <a:lnTo>
                    <a:pt x="2304" y="5958"/>
                  </a:lnTo>
                  <a:lnTo>
                    <a:pt x="2701" y="5799"/>
                  </a:lnTo>
                  <a:lnTo>
                    <a:pt x="3098" y="5481"/>
                  </a:lnTo>
                  <a:lnTo>
                    <a:pt x="3416" y="5005"/>
                  </a:lnTo>
                  <a:lnTo>
                    <a:pt x="3734" y="4528"/>
                  </a:lnTo>
                  <a:lnTo>
                    <a:pt x="3972" y="3972"/>
                  </a:lnTo>
                  <a:lnTo>
                    <a:pt x="4210" y="3337"/>
                  </a:lnTo>
                  <a:lnTo>
                    <a:pt x="4210" y="2780"/>
                  </a:lnTo>
                  <a:lnTo>
                    <a:pt x="4210" y="2145"/>
                  </a:lnTo>
                  <a:lnTo>
                    <a:pt x="3972" y="1589"/>
                  </a:lnTo>
                  <a:lnTo>
                    <a:pt x="3734" y="1112"/>
                  </a:lnTo>
                  <a:lnTo>
                    <a:pt x="3416" y="715"/>
                  </a:lnTo>
                  <a:lnTo>
                    <a:pt x="3098" y="397"/>
                  </a:lnTo>
                  <a:lnTo>
                    <a:pt x="2701" y="159"/>
                  </a:lnTo>
                  <a:lnTo>
                    <a:pt x="2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4747325" y="1368075"/>
              <a:ext cx="699050" cy="699050"/>
            </a:xfrm>
            <a:custGeom>
              <a:avLst/>
              <a:gdLst/>
              <a:ahLst/>
              <a:cxnLst/>
              <a:rect l="l" t="t" r="r" b="b"/>
              <a:pathLst>
                <a:path w="27962" h="27962" extrusionOk="0">
                  <a:moveTo>
                    <a:pt x="12710" y="1"/>
                  </a:moveTo>
                  <a:lnTo>
                    <a:pt x="11280" y="80"/>
                  </a:lnTo>
                  <a:lnTo>
                    <a:pt x="9930" y="239"/>
                  </a:lnTo>
                  <a:lnTo>
                    <a:pt x="8659" y="636"/>
                  </a:lnTo>
                  <a:lnTo>
                    <a:pt x="7467" y="1113"/>
                  </a:lnTo>
                  <a:lnTo>
                    <a:pt x="6355" y="1669"/>
                  </a:lnTo>
                  <a:lnTo>
                    <a:pt x="5322" y="2384"/>
                  </a:lnTo>
                  <a:lnTo>
                    <a:pt x="4369" y="3178"/>
                  </a:lnTo>
                  <a:lnTo>
                    <a:pt x="3495" y="4052"/>
                  </a:lnTo>
                  <a:lnTo>
                    <a:pt x="2701" y="5084"/>
                  </a:lnTo>
                  <a:lnTo>
                    <a:pt x="1986" y="6117"/>
                  </a:lnTo>
                  <a:lnTo>
                    <a:pt x="1351" y="7309"/>
                  </a:lnTo>
                  <a:lnTo>
                    <a:pt x="874" y="8500"/>
                  </a:lnTo>
                  <a:lnTo>
                    <a:pt x="477" y="9851"/>
                  </a:lnTo>
                  <a:lnTo>
                    <a:pt x="239" y="11122"/>
                  </a:lnTo>
                  <a:lnTo>
                    <a:pt x="80" y="12551"/>
                  </a:lnTo>
                  <a:lnTo>
                    <a:pt x="0" y="13981"/>
                  </a:lnTo>
                  <a:lnTo>
                    <a:pt x="80" y="15411"/>
                  </a:lnTo>
                  <a:lnTo>
                    <a:pt x="239" y="16761"/>
                  </a:lnTo>
                  <a:lnTo>
                    <a:pt x="636" y="18112"/>
                  </a:lnTo>
                  <a:lnTo>
                    <a:pt x="1112" y="19383"/>
                  </a:lnTo>
                  <a:lnTo>
                    <a:pt x="1668" y="20654"/>
                  </a:lnTo>
                  <a:lnTo>
                    <a:pt x="2383" y="21766"/>
                  </a:lnTo>
                  <a:lnTo>
                    <a:pt x="3178" y="22878"/>
                  </a:lnTo>
                  <a:lnTo>
                    <a:pt x="4052" y="23831"/>
                  </a:lnTo>
                  <a:lnTo>
                    <a:pt x="5084" y="24784"/>
                  </a:lnTo>
                  <a:lnTo>
                    <a:pt x="6117" y="25579"/>
                  </a:lnTo>
                  <a:lnTo>
                    <a:pt x="7308" y="26294"/>
                  </a:lnTo>
                  <a:lnTo>
                    <a:pt x="8500" y="26850"/>
                  </a:lnTo>
                  <a:lnTo>
                    <a:pt x="9850" y="27326"/>
                  </a:lnTo>
                  <a:lnTo>
                    <a:pt x="11121" y="27644"/>
                  </a:lnTo>
                  <a:lnTo>
                    <a:pt x="12551" y="27882"/>
                  </a:lnTo>
                  <a:lnTo>
                    <a:pt x="13981" y="27962"/>
                  </a:lnTo>
                  <a:lnTo>
                    <a:pt x="15411" y="27882"/>
                  </a:lnTo>
                  <a:lnTo>
                    <a:pt x="16761" y="27644"/>
                  </a:lnTo>
                  <a:lnTo>
                    <a:pt x="18112" y="27326"/>
                  </a:lnTo>
                  <a:lnTo>
                    <a:pt x="19382" y="26850"/>
                  </a:lnTo>
                  <a:lnTo>
                    <a:pt x="20653" y="26294"/>
                  </a:lnTo>
                  <a:lnTo>
                    <a:pt x="21766" y="25579"/>
                  </a:lnTo>
                  <a:lnTo>
                    <a:pt x="22878" y="24784"/>
                  </a:lnTo>
                  <a:lnTo>
                    <a:pt x="23831" y="23831"/>
                  </a:lnTo>
                  <a:lnTo>
                    <a:pt x="24784" y="22878"/>
                  </a:lnTo>
                  <a:lnTo>
                    <a:pt x="25578" y="21766"/>
                  </a:lnTo>
                  <a:lnTo>
                    <a:pt x="26293" y="20654"/>
                  </a:lnTo>
                  <a:lnTo>
                    <a:pt x="26849" y="19383"/>
                  </a:lnTo>
                  <a:lnTo>
                    <a:pt x="27326" y="18112"/>
                  </a:lnTo>
                  <a:lnTo>
                    <a:pt x="27644" y="16761"/>
                  </a:lnTo>
                  <a:lnTo>
                    <a:pt x="27882" y="15411"/>
                  </a:lnTo>
                  <a:lnTo>
                    <a:pt x="27961" y="13981"/>
                  </a:lnTo>
                  <a:lnTo>
                    <a:pt x="27882" y="12551"/>
                  </a:lnTo>
                  <a:lnTo>
                    <a:pt x="27644" y="11122"/>
                  </a:lnTo>
                  <a:lnTo>
                    <a:pt x="27247" y="9851"/>
                  </a:lnTo>
                  <a:lnTo>
                    <a:pt x="26691" y="8500"/>
                  </a:lnTo>
                  <a:lnTo>
                    <a:pt x="25976" y="7309"/>
                  </a:lnTo>
                  <a:lnTo>
                    <a:pt x="25181" y="6117"/>
                  </a:lnTo>
                  <a:lnTo>
                    <a:pt x="24228" y="5084"/>
                  </a:lnTo>
                  <a:lnTo>
                    <a:pt x="23275" y="4052"/>
                  </a:lnTo>
                  <a:lnTo>
                    <a:pt x="22163" y="3178"/>
                  </a:lnTo>
                  <a:lnTo>
                    <a:pt x="20971" y="2384"/>
                  </a:lnTo>
                  <a:lnTo>
                    <a:pt x="19700" y="1669"/>
                  </a:lnTo>
                  <a:lnTo>
                    <a:pt x="18350" y="1113"/>
                  </a:lnTo>
                  <a:lnTo>
                    <a:pt x="16999" y="636"/>
                  </a:lnTo>
                  <a:lnTo>
                    <a:pt x="15570" y="239"/>
                  </a:lnTo>
                  <a:lnTo>
                    <a:pt x="14140" y="80"/>
                  </a:lnTo>
                  <a:lnTo>
                    <a:pt x="1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4912150" y="1532900"/>
              <a:ext cx="369400" cy="369400"/>
            </a:xfrm>
            <a:custGeom>
              <a:avLst/>
              <a:gdLst/>
              <a:ahLst/>
              <a:cxnLst/>
              <a:rect l="l" t="t" r="r" b="b"/>
              <a:pathLst>
                <a:path w="14776" h="14776" extrusionOk="0">
                  <a:moveTo>
                    <a:pt x="6991" y="1"/>
                  </a:moveTo>
                  <a:lnTo>
                    <a:pt x="6276" y="160"/>
                  </a:lnTo>
                  <a:lnTo>
                    <a:pt x="5561" y="318"/>
                  </a:lnTo>
                  <a:lnTo>
                    <a:pt x="4846" y="557"/>
                  </a:lnTo>
                  <a:lnTo>
                    <a:pt x="4211" y="875"/>
                  </a:lnTo>
                  <a:lnTo>
                    <a:pt x="3575" y="1272"/>
                  </a:lnTo>
                  <a:lnTo>
                    <a:pt x="2940" y="1748"/>
                  </a:lnTo>
                  <a:lnTo>
                    <a:pt x="2383" y="2225"/>
                  </a:lnTo>
                  <a:lnTo>
                    <a:pt x="1907" y="2781"/>
                  </a:lnTo>
                  <a:lnTo>
                    <a:pt x="1430" y="3416"/>
                  </a:lnTo>
                  <a:lnTo>
                    <a:pt x="1033" y="4052"/>
                  </a:lnTo>
                  <a:lnTo>
                    <a:pt x="715" y="4767"/>
                  </a:lnTo>
                  <a:lnTo>
                    <a:pt x="398" y="5402"/>
                  </a:lnTo>
                  <a:lnTo>
                    <a:pt x="239" y="6197"/>
                  </a:lnTo>
                  <a:lnTo>
                    <a:pt x="80" y="6912"/>
                  </a:lnTo>
                  <a:lnTo>
                    <a:pt x="0" y="7706"/>
                  </a:lnTo>
                  <a:lnTo>
                    <a:pt x="0" y="8421"/>
                  </a:lnTo>
                  <a:lnTo>
                    <a:pt x="80" y="9136"/>
                  </a:lnTo>
                  <a:lnTo>
                    <a:pt x="239" y="9851"/>
                  </a:lnTo>
                  <a:lnTo>
                    <a:pt x="398" y="10486"/>
                  </a:lnTo>
                  <a:lnTo>
                    <a:pt x="715" y="11042"/>
                  </a:lnTo>
                  <a:lnTo>
                    <a:pt x="1033" y="11678"/>
                  </a:lnTo>
                  <a:lnTo>
                    <a:pt x="1430" y="12154"/>
                  </a:lnTo>
                  <a:lnTo>
                    <a:pt x="1907" y="12631"/>
                  </a:lnTo>
                  <a:lnTo>
                    <a:pt x="2383" y="13108"/>
                  </a:lnTo>
                  <a:lnTo>
                    <a:pt x="2940" y="13505"/>
                  </a:lnTo>
                  <a:lnTo>
                    <a:pt x="3575" y="13822"/>
                  </a:lnTo>
                  <a:lnTo>
                    <a:pt x="4211" y="14140"/>
                  </a:lnTo>
                  <a:lnTo>
                    <a:pt x="4846" y="14379"/>
                  </a:lnTo>
                  <a:lnTo>
                    <a:pt x="5561" y="14537"/>
                  </a:lnTo>
                  <a:lnTo>
                    <a:pt x="6276" y="14696"/>
                  </a:lnTo>
                  <a:lnTo>
                    <a:pt x="6991" y="14776"/>
                  </a:lnTo>
                  <a:lnTo>
                    <a:pt x="7785" y="14776"/>
                  </a:lnTo>
                  <a:lnTo>
                    <a:pt x="8500" y="14696"/>
                  </a:lnTo>
                  <a:lnTo>
                    <a:pt x="9215" y="14537"/>
                  </a:lnTo>
                  <a:lnTo>
                    <a:pt x="9930" y="14299"/>
                  </a:lnTo>
                  <a:lnTo>
                    <a:pt x="10565" y="14061"/>
                  </a:lnTo>
                  <a:lnTo>
                    <a:pt x="11201" y="13664"/>
                  </a:lnTo>
                  <a:lnTo>
                    <a:pt x="11757" y="13266"/>
                  </a:lnTo>
                  <a:lnTo>
                    <a:pt x="12313" y="12869"/>
                  </a:lnTo>
                  <a:lnTo>
                    <a:pt x="12789" y="12313"/>
                  </a:lnTo>
                  <a:lnTo>
                    <a:pt x="13266" y="11837"/>
                  </a:lnTo>
                  <a:lnTo>
                    <a:pt x="13663" y="11201"/>
                  </a:lnTo>
                  <a:lnTo>
                    <a:pt x="13981" y="10566"/>
                  </a:lnTo>
                  <a:lnTo>
                    <a:pt x="14299" y="9930"/>
                  </a:lnTo>
                  <a:lnTo>
                    <a:pt x="14537" y="9215"/>
                  </a:lnTo>
                  <a:lnTo>
                    <a:pt x="14696" y="8500"/>
                  </a:lnTo>
                  <a:lnTo>
                    <a:pt x="14775" y="7785"/>
                  </a:lnTo>
                  <a:lnTo>
                    <a:pt x="14775" y="6991"/>
                  </a:lnTo>
                  <a:lnTo>
                    <a:pt x="14696" y="6276"/>
                  </a:lnTo>
                  <a:lnTo>
                    <a:pt x="14537" y="5561"/>
                  </a:lnTo>
                  <a:lnTo>
                    <a:pt x="14299" y="4846"/>
                  </a:lnTo>
                  <a:lnTo>
                    <a:pt x="14060" y="4211"/>
                  </a:lnTo>
                  <a:lnTo>
                    <a:pt x="13663" y="3575"/>
                  </a:lnTo>
                  <a:lnTo>
                    <a:pt x="13266" y="3019"/>
                  </a:lnTo>
                  <a:lnTo>
                    <a:pt x="12869" y="2463"/>
                  </a:lnTo>
                  <a:lnTo>
                    <a:pt x="12313" y="1907"/>
                  </a:lnTo>
                  <a:lnTo>
                    <a:pt x="11836" y="1510"/>
                  </a:lnTo>
                  <a:lnTo>
                    <a:pt x="11201" y="1113"/>
                  </a:lnTo>
                  <a:lnTo>
                    <a:pt x="10565" y="716"/>
                  </a:lnTo>
                  <a:lnTo>
                    <a:pt x="9930" y="477"/>
                  </a:lnTo>
                  <a:lnTo>
                    <a:pt x="9215" y="239"/>
                  </a:lnTo>
                  <a:lnTo>
                    <a:pt x="8500" y="80"/>
                  </a:lnTo>
                  <a:lnTo>
                    <a:pt x="77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5005475" y="1624250"/>
              <a:ext cx="180750" cy="182725"/>
            </a:xfrm>
            <a:custGeom>
              <a:avLst/>
              <a:gdLst/>
              <a:ahLst/>
              <a:cxnLst/>
              <a:rect l="l" t="t" r="r" b="b"/>
              <a:pathLst>
                <a:path w="7230" h="7309" extrusionOk="0">
                  <a:moveTo>
                    <a:pt x="3019" y="1"/>
                  </a:moveTo>
                  <a:lnTo>
                    <a:pt x="2384" y="239"/>
                  </a:lnTo>
                  <a:lnTo>
                    <a:pt x="1748" y="557"/>
                  </a:lnTo>
                  <a:lnTo>
                    <a:pt x="1272" y="954"/>
                  </a:lnTo>
                  <a:lnTo>
                    <a:pt x="795" y="1510"/>
                  </a:lnTo>
                  <a:lnTo>
                    <a:pt x="398" y="2066"/>
                  </a:lnTo>
                  <a:lnTo>
                    <a:pt x="160" y="2781"/>
                  </a:lnTo>
                  <a:lnTo>
                    <a:pt x="1" y="3496"/>
                  </a:lnTo>
                  <a:lnTo>
                    <a:pt x="80" y="4211"/>
                  </a:lnTo>
                  <a:lnTo>
                    <a:pt x="239" y="4846"/>
                  </a:lnTo>
                  <a:lnTo>
                    <a:pt x="478" y="5482"/>
                  </a:lnTo>
                  <a:lnTo>
                    <a:pt x="875" y="6038"/>
                  </a:lnTo>
                  <a:lnTo>
                    <a:pt x="1431" y="6594"/>
                  </a:lnTo>
                  <a:lnTo>
                    <a:pt x="1987" y="6991"/>
                  </a:lnTo>
                  <a:lnTo>
                    <a:pt x="2702" y="7229"/>
                  </a:lnTo>
                  <a:lnTo>
                    <a:pt x="3417" y="7309"/>
                  </a:lnTo>
                  <a:lnTo>
                    <a:pt x="4132" y="7309"/>
                  </a:lnTo>
                  <a:lnTo>
                    <a:pt x="4767" y="7150"/>
                  </a:lnTo>
                  <a:lnTo>
                    <a:pt x="5402" y="6912"/>
                  </a:lnTo>
                  <a:lnTo>
                    <a:pt x="6038" y="6514"/>
                  </a:lnTo>
                  <a:lnTo>
                    <a:pt x="6515" y="5958"/>
                  </a:lnTo>
                  <a:lnTo>
                    <a:pt x="6912" y="5323"/>
                  </a:lnTo>
                  <a:lnTo>
                    <a:pt x="7150" y="4687"/>
                  </a:lnTo>
                  <a:lnTo>
                    <a:pt x="7229" y="3973"/>
                  </a:lnTo>
                  <a:lnTo>
                    <a:pt x="7150" y="3178"/>
                  </a:lnTo>
                  <a:lnTo>
                    <a:pt x="6912" y="2543"/>
                  </a:lnTo>
                  <a:lnTo>
                    <a:pt x="6594" y="1828"/>
                  </a:lnTo>
                  <a:lnTo>
                    <a:pt x="6197" y="1272"/>
                  </a:lnTo>
                  <a:lnTo>
                    <a:pt x="5641" y="716"/>
                  </a:lnTo>
                  <a:lnTo>
                    <a:pt x="5005" y="318"/>
                  </a:lnTo>
                  <a:lnTo>
                    <a:pt x="4290" y="80"/>
                  </a:lnTo>
                  <a:lnTo>
                    <a:pt x="3655"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5"/>
            <p:cNvSpPr/>
            <p:nvPr/>
          </p:nvSpPr>
          <p:spPr>
            <a:xfrm>
              <a:off x="5041225" y="1662000"/>
              <a:ext cx="111250" cy="109225"/>
            </a:xfrm>
            <a:custGeom>
              <a:avLst/>
              <a:gdLst/>
              <a:ahLst/>
              <a:cxnLst/>
              <a:rect l="l" t="t" r="r" b="b"/>
              <a:pathLst>
                <a:path w="4450" h="4369" extrusionOk="0">
                  <a:moveTo>
                    <a:pt x="2304" y="0"/>
                  </a:moveTo>
                  <a:lnTo>
                    <a:pt x="1907" y="79"/>
                  </a:lnTo>
                  <a:lnTo>
                    <a:pt x="1510" y="159"/>
                  </a:lnTo>
                  <a:lnTo>
                    <a:pt x="1113" y="318"/>
                  </a:lnTo>
                  <a:lnTo>
                    <a:pt x="795" y="556"/>
                  </a:lnTo>
                  <a:lnTo>
                    <a:pt x="477" y="874"/>
                  </a:lnTo>
                  <a:lnTo>
                    <a:pt x="239" y="1271"/>
                  </a:lnTo>
                  <a:lnTo>
                    <a:pt x="80" y="1668"/>
                  </a:lnTo>
                  <a:lnTo>
                    <a:pt x="1" y="2145"/>
                  </a:lnTo>
                  <a:lnTo>
                    <a:pt x="80" y="2542"/>
                  </a:lnTo>
                  <a:lnTo>
                    <a:pt x="160" y="2939"/>
                  </a:lnTo>
                  <a:lnTo>
                    <a:pt x="318" y="3336"/>
                  </a:lnTo>
                  <a:lnTo>
                    <a:pt x="557" y="3654"/>
                  </a:lnTo>
                  <a:lnTo>
                    <a:pt x="875" y="3972"/>
                  </a:lnTo>
                  <a:lnTo>
                    <a:pt x="1272" y="4210"/>
                  </a:lnTo>
                  <a:lnTo>
                    <a:pt x="1669" y="4369"/>
                  </a:lnTo>
                  <a:lnTo>
                    <a:pt x="2543" y="4369"/>
                  </a:lnTo>
                  <a:lnTo>
                    <a:pt x="3019" y="4210"/>
                  </a:lnTo>
                  <a:lnTo>
                    <a:pt x="3416" y="3972"/>
                  </a:lnTo>
                  <a:lnTo>
                    <a:pt x="3734" y="3733"/>
                  </a:lnTo>
                  <a:lnTo>
                    <a:pt x="4052" y="3336"/>
                  </a:lnTo>
                  <a:lnTo>
                    <a:pt x="4290" y="3019"/>
                  </a:lnTo>
                  <a:lnTo>
                    <a:pt x="4449" y="2542"/>
                  </a:lnTo>
                  <a:lnTo>
                    <a:pt x="4449" y="2145"/>
                  </a:lnTo>
                  <a:lnTo>
                    <a:pt x="4449" y="1748"/>
                  </a:lnTo>
                  <a:lnTo>
                    <a:pt x="4370" y="1430"/>
                  </a:lnTo>
                  <a:lnTo>
                    <a:pt x="4131" y="1033"/>
                  </a:lnTo>
                  <a:lnTo>
                    <a:pt x="3893" y="715"/>
                  </a:lnTo>
                  <a:lnTo>
                    <a:pt x="3575" y="477"/>
                  </a:lnTo>
                  <a:lnTo>
                    <a:pt x="3178" y="238"/>
                  </a:lnTo>
                  <a:lnTo>
                    <a:pt x="2781" y="79"/>
                  </a:lnTo>
                  <a:lnTo>
                    <a:pt x="2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p:cNvSpPr/>
            <p:nvPr/>
          </p:nvSpPr>
          <p:spPr>
            <a:xfrm>
              <a:off x="5041225" y="1654050"/>
              <a:ext cx="15925" cy="15900"/>
            </a:xfrm>
            <a:custGeom>
              <a:avLst/>
              <a:gdLst/>
              <a:ahLst/>
              <a:cxnLst/>
              <a:rect l="l" t="t" r="r" b="b"/>
              <a:pathLst>
                <a:path w="637" h="636" extrusionOk="0">
                  <a:moveTo>
                    <a:pt x="239" y="0"/>
                  </a:moveTo>
                  <a:lnTo>
                    <a:pt x="80" y="80"/>
                  </a:lnTo>
                  <a:lnTo>
                    <a:pt x="1" y="159"/>
                  </a:lnTo>
                  <a:lnTo>
                    <a:pt x="1" y="318"/>
                  </a:lnTo>
                  <a:lnTo>
                    <a:pt x="1" y="397"/>
                  </a:lnTo>
                  <a:lnTo>
                    <a:pt x="1" y="556"/>
                  </a:lnTo>
                  <a:lnTo>
                    <a:pt x="160" y="636"/>
                  </a:lnTo>
                  <a:lnTo>
                    <a:pt x="477" y="636"/>
                  </a:lnTo>
                  <a:lnTo>
                    <a:pt x="636" y="397"/>
                  </a:lnTo>
                  <a:lnTo>
                    <a:pt x="557" y="239"/>
                  </a:lnTo>
                  <a:lnTo>
                    <a:pt x="557"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5090875" y="1640150"/>
              <a:ext cx="15925" cy="15900"/>
            </a:xfrm>
            <a:custGeom>
              <a:avLst/>
              <a:gdLst/>
              <a:ahLst/>
              <a:cxnLst/>
              <a:rect l="l" t="t" r="r" b="b"/>
              <a:pathLst>
                <a:path w="637" h="636" extrusionOk="0">
                  <a:moveTo>
                    <a:pt x="80" y="0"/>
                  </a:moveTo>
                  <a:lnTo>
                    <a:pt x="1" y="80"/>
                  </a:lnTo>
                  <a:lnTo>
                    <a:pt x="1" y="239"/>
                  </a:lnTo>
                  <a:lnTo>
                    <a:pt x="1" y="397"/>
                  </a:lnTo>
                  <a:lnTo>
                    <a:pt x="80" y="477"/>
                  </a:lnTo>
                  <a:lnTo>
                    <a:pt x="159" y="556"/>
                  </a:lnTo>
                  <a:lnTo>
                    <a:pt x="239" y="636"/>
                  </a:lnTo>
                  <a:lnTo>
                    <a:pt x="398" y="556"/>
                  </a:lnTo>
                  <a:lnTo>
                    <a:pt x="477" y="556"/>
                  </a:lnTo>
                  <a:lnTo>
                    <a:pt x="636" y="318"/>
                  </a:lnTo>
                  <a:lnTo>
                    <a:pt x="636" y="159"/>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5019375" y="1703700"/>
              <a:ext cx="15925" cy="15900"/>
            </a:xfrm>
            <a:custGeom>
              <a:avLst/>
              <a:gdLst/>
              <a:ahLst/>
              <a:cxnLst/>
              <a:rect l="l" t="t" r="r" b="b"/>
              <a:pathLst>
                <a:path w="637" h="636" extrusionOk="0">
                  <a:moveTo>
                    <a:pt x="239" y="0"/>
                  </a:moveTo>
                  <a:lnTo>
                    <a:pt x="80" y="80"/>
                  </a:lnTo>
                  <a:lnTo>
                    <a:pt x="1" y="159"/>
                  </a:lnTo>
                  <a:lnTo>
                    <a:pt x="1" y="238"/>
                  </a:lnTo>
                  <a:lnTo>
                    <a:pt x="1" y="397"/>
                  </a:lnTo>
                  <a:lnTo>
                    <a:pt x="1" y="477"/>
                  </a:lnTo>
                  <a:lnTo>
                    <a:pt x="160" y="556"/>
                  </a:lnTo>
                  <a:lnTo>
                    <a:pt x="239" y="636"/>
                  </a:lnTo>
                  <a:lnTo>
                    <a:pt x="398" y="636"/>
                  </a:lnTo>
                  <a:lnTo>
                    <a:pt x="478" y="556"/>
                  </a:lnTo>
                  <a:lnTo>
                    <a:pt x="636" y="318"/>
                  </a:lnTo>
                  <a:lnTo>
                    <a:pt x="557" y="238"/>
                  </a:lnTo>
                  <a:lnTo>
                    <a:pt x="557" y="80"/>
                  </a:lnTo>
                  <a:lnTo>
                    <a:pt x="47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5031300" y="1749375"/>
              <a:ext cx="15925" cy="15900"/>
            </a:xfrm>
            <a:custGeom>
              <a:avLst/>
              <a:gdLst/>
              <a:ahLst/>
              <a:cxnLst/>
              <a:rect l="l" t="t" r="r" b="b"/>
              <a:pathLst>
                <a:path w="637" h="636" extrusionOk="0">
                  <a:moveTo>
                    <a:pt x="239" y="0"/>
                  </a:moveTo>
                  <a:lnTo>
                    <a:pt x="80" y="80"/>
                  </a:lnTo>
                  <a:lnTo>
                    <a:pt x="1" y="159"/>
                  </a:lnTo>
                  <a:lnTo>
                    <a:pt x="1" y="318"/>
                  </a:lnTo>
                  <a:lnTo>
                    <a:pt x="1" y="397"/>
                  </a:lnTo>
                  <a:lnTo>
                    <a:pt x="80" y="556"/>
                  </a:lnTo>
                  <a:lnTo>
                    <a:pt x="159" y="636"/>
                  </a:lnTo>
                  <a:lnTo>
                    <a:pt x="477" y="636"/>
                  </a:lnTo>
                  <a:lnTo>
                    <a:pt x="636" y="397"/>
                  </a:lnTo>
                  <a:lnTo>
                    <a:pt x="636" y="238"/>
                  </a:lnTo>
                  <a:lnTo>
                    <a:pt x="557"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5069025" y="1779150"/>
              <a:ext cx="15925" cy="15925"/>
            </a:xfrm>
            <a:custGeom>
              <a:avLst/>
              <a:gdLst/>
              <a:ahLst/>
              <a:cxnLst/>
              <a:rect l="l" t="t" r="r" b="b"/>
              <a:pathLst>
                <a:path w="637" h="637" extrusionOk="0">
                  <a:moveTo>
                    <a:pt x="239" y="1"/>
                  </a:moveTo>
                  <a:lnTo>
                    <a:pt x="80" y="80"/>
                  </a:lnTo>
                  <a:lnTo>
                    <a:pt x="1" y="160"/>
                  </a:lnTo>
                  <a:lnTo>
                    <a:pt x="1" y="239"/>
                  </a:lnTo>
                  <a:lnTo>
                    <a:pt x="1" y="398"/>
                  </a:lnTo>
                  <a:lnTo>
                    <a:pt x="80" y="477"/>
                  </a:lnTo>
                  <a:lnTo>
                    <a:pt x="160" y="557"/>
                  </a:lnTo>
                  <a:lnTo>
                    <a:pt x="239" y="636"/>
                  </a:lnTo>
                  <a:lnTo>
                    <a:pt x="398" y="636"/>
                  </a:lnTo>
                  <a:lnTo>
                    <a:pt x="477" y="557"/>
                  </a:lnTo>
                  <a:lnTo>
                    <a:pt x="636" y="318"/>
                  </a:lnTo>
                  <a:lnTo>
                    <a:pt x="636" y="239"/>
                  </a:lnTo>
                  <a:lnTo>
                    <a:pt x="557" y="80"/>
                  </a:lnTo>
                  <a:lnTo>
                    <a:pt x="477"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5112725" y="1777175"/>
              <a:ext cx="15900" cy="15900"/>
            </a:xfrm>
            <a:custGeom>
              <a:avLst/>
              <a:gdLst/>
              <a:ahLst/>
              <a:cxnLst/>
              <a:rect l="l" t="t" r="r" b="b"/>
              <a:pathLst>
                <a:path w="636" h="636" extrusionOk="0">
                  <a:moveTo>
                    <a:pt x="318" y="0"/>
                  </a:moveTo>
                  <a:lnTo>
                    <a:pt x="239" y="80"/>
                  </a:lnTo>
                  <a:lnTo>
                    <a:pt x="80" y="80"/>
                  </a:lnTo>
                  <a:lnTo>
                    <a:pt x="0" y="159"/>
                  </a:lnTo>
                  <a:lnTo>
                    <a:pt x="0" y="318"/>
                  </a:lnTo>
                  <a:lnTo>
                    <a:pt x="0" y="477"/>
                  </a:lnTo>
                  <a:lnTo>
                    <a:pt x="80" y="556"/>
                  </a:lnTo>
                  <a:lnTo>
                    <a:pt x="159" y="636"/>
                  </a:lnTo>
                  <a:lnTo>
                    <a:pt x="477" y="636"/>
                  </a:lnTo>
                  <a:lnTo>
                    <a:pt x="636" y="397"/>
                  </a:lnTo>
                  <a:lnTo>
                    <a:pt x="636" y="239"/>
                  </a:lnTo>
                  <a:lnTo>
                    <a:pt x="556"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5150450" y="1751350"/>
              <a:ext cx="15925" cy="15925"/>
            </a:xfrm>
            <a:custGeom>
              <a:avLst/>
              <a:gdLst/>
              <a:ahLst/>
              <a:cxnLst/>
              <a:rect l="l" t="t" r="r" b="b"/>
              <a:pathLst>
                <a:path w="637" h="637" extrusionOk="0">
                  <a:moveTo>
                    <a:pt x="239" y="1"/>
                  </a:moveTo>
                  <a:lnTo>
                    <a:pt x="160" y="80"/>
                  </a:lnTo>
                  <a:lnTo>
                    <a:pt x="80" y="159"/>
                  </a:lnTo>
                  <a:lnTo>
                    <a:pt x="1" y="318"/>
                  </a:lnTo>
                  <a:lnTo>
                    <a:pt x="1" y="398"/>
                  </a:lnTo>
                  <a:lnTo>
                    <a:pt x="80" y="557"/>
                  </a:lnTo>
                  <a:lnTo>
                    <a:pt x="239" y="636"/>
                  </a:lnTo>
                  <a:lnTo>
                    <a:pt x="477" y="636"/>
                  </a:lnTo>
                  <a:lnTo>
                    <a:pt x="557" y="557"/>
                  </a:lnTo>
                  <a:lnTo>
                    <a:pt x="636" y="398"/>
                  </a:lnTo>
                  <a:lnTo>
                    <a:pt x="636" y="239"/>
                  </a:lnTo>
                  <a:lnTo>
                    <a:pt x="636" y="159"/>
                  </a:lnTo>
                  <a:lnTo>
                    <a:pt x="477" y="80"/>
                  </a:lnTo>
                  <a:lnTo>
                    <a:pt x="398"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5160375" y="1699725"/>
              <a:ext cx="15925" cy="15900"/>
            </a:xfrm>
            <a:custGeom>
              <a:avLst/>
              <a:gdLst/>
              <a:ahLst/>
              <a:cxnLst/>
              <a:rect l="l" t="t" r="r" b="b"/>
              <a:pathLst>
                <a:path w="637" h="636" extrusionOk="0">
                  <a:moveTo>
                    <a:pt x="239" y="0"/>
                  </a:moveTo>
                  <a:lnTo>
                    <a:pt x="160" y="80"/>
                  </a:lnTo>
                  <a:lnTo>
                    <a:pt x="80" y="159"/>
                  </a:lnTo>
                  <a:lnTo>
                    <a:pt x="1" y="239"/>
                  </a:lnTo>
                  <a:lnTo>
                    <a:pt x="1" y="397"/>
                  </a:lnTo>
                  <a:lnTo>
                    <a:pt x="80" y="477"/>
                  </a:lnTo>
                  <a:lnTo>
                    <a:pt x="160" y="556"/>
                  </a:lnTo>
                  <a:lnTo>
                    <a:pt x="319" y="636"/>
                  </a:lnTo>
                  <a:lnTo>
                    <a:pt x="398" y="636"/>
                  </a:lnTo>
                  <a:lnTo>
                    <a:pt x="557" y="556"/>
                  </a:lnTo>
                  <a:lnTo>
                    <a:pt x="636" y="318"/>
                  </a:lnTo>
                  <a:lnTo>
                    <a:pt x="636" y="239"/>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5134575" y="1658025"/>
              <a:ext cx="15900" cy="15900"/>
            </a:xfrm>
            <a:custGeom>
              <a:avLst/>
              <a:gdLst/>
              <a:ahLst/>
              <a:cxnLst/>
              <a:rect l="l" t="t" r="r" b="b"/>
              <a:pathLst>
                <a:path w="636" h="636" extrusionOk="0">
                  <a:moveTo>
                    <a:pt x="238" y="0"/>
                  </a:moveTo>
                  <a:lnTo>
                    <a:pt x="80" y="80"/>
                  </a:lnTo>
                  <a:lnTo>
                    <a:pt x="0" y="159"/>
                  </a:lnTo>
                  <a:lnTo>
                    <a:pt x="0" y="238"/>
                  </a:lnTo>
                  <a:lnTo>
                    <a:pt x="0" y="397"/>
                  </a:lnTo>
                  <a:lnTo>
                    <a:pt x="80" y="477"/>
                  </a:lnTo>
                  <a:lnTo>
                    <a:pt x="159" y="556"/>
                  </a:lnTo>
                  <a:lnTo>
                    <a:pt x="238" y="636"/>
                  </a:lnTo>
                  <a:lnTo>
                    <a:pt x="397" y="636"/>
                  </a:lnTo>
                  <a:lnTo>
                    <a:pt x="477" y="556"/>
                  </a:lnTo>
                  <a:lnTo>
                    <a:pt x="636" y="318"/>
                  </a:lnTo>
                  <a:lnTo>
                    <a:pt x="636" y="238"/>
                  </a:lnTo>
                  <a:lnTo>
                    <a:pt x="556"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5219950" y="1638150"/>
              <a:ext cx="174800" cy="343600"/>
            </a:xfrm>
            <a:custGeom>
              <a:avLst/>
              <a:gdLst/>
              <a:ahLst/>
              <a:cxnLst/>
              <a:rect l="l" t="t" r="r" b="b"/>
              <a:pathLst>
                <a:path w="6992" h="13744" extrusionOk="0">
                  <a:moveTo>
                    <a:pt x="5641" y="1"/>
                  </a:moveTo>
                  <a:lnTo>
                    <a:pt x="5244" y="160"/>
                  </a:lnTo>
                  <a:lnTo>
                    <a:pt x="4926" y="319"/>
                  </a:lnTo>
                  <a:lnTo>
                    <a:pt x="4688" y="557"/>
                  </a:lnTo>
                  <a:lnTo>
                    <a:pt x="4449" y="795"/>
                  </a:lnTo>
                  <a:lnTo>
                    <a:pt x="4290" y="1192"/>
                  </a:lnTo>
                  <a:lnTo>
                    <a:pt x="4211" y="1590"/>
                  </a:lnTo>
                  <a:lnTo>
                    <a:pt x="4052" y="2543"/>
                  </a:lnTo>
                  <a:lnTo>
                    <a:pt x="3814" y="4846"/>
                  </a:lnTo>
                  <a:lnTo>
                    <a:pt x="3496" y="6117"/>
                  </a:lnTo>
                  <a:lnTo>
                    <a:pt x="3337" y="6753"/>
                  </a:lnTo>
                  <a:lnTo>
                    <a:pt x="3099" y="7388"/>
                  </a:lnTo>
                  <a:lnTo>
                    <a:pt x="2781" y="8024"/>
                  </a:lnTo>
                  <a:lnTo>
                    <a:pt x="2543" y="8580"/>
                  </a:lnTo>
                  <a:lnTo>
                    <a:pt x="1828" y="9533"/>
                  </a:lnTo>
                  <a:lnTo>
                    <a:pt x="716" y="11042"/>
                  </a:lnTo>
                  <a:lnTo>
                    <a:pt x="239" y="11678"/>
                  </a:lnTo>
                  <a:lnTo>
                    <a:pt x="160" y="11916"/>
                  </a:lnTo>
                  <a:lnTo>
                    <a:pt x="80" y="12234"/>
                  </a:lnTo>
                  <a:lnTo>
                    <a:pt x="1" y="12472"/>
                  </a:lnTo>
                  <a:lnTo>
                    <a:pt x="80" y="12790"/>
                  </a:lnTo>
                  <a:lnTo>
                    <a:pt x="239" y="13028"/>
                  </a:lnTo>
                  <a:lnTo>
                    <a:pt x="477" y="13346"/>
                  </a:lnTo>
                  <a:lnTo>
                    <a:pt x="716" y="13584"/>
                  </a:lnTo>
                  <a:lnTo>
                    <a:pt x="954" y="13743"/>
                  </a:lnTo>
                  <a:lnTo>
                    <a:pt x="1272" y="13743"/>
                  </a:lnTo>
                  <a:lnTo>
                    <a:pt x="1590" y="13664"/>
                  </a:lnTo>
                  <a:lnTo>
                    <a:pt x="1907" y="13584"/>
                  </a:lnTo>
                  <a:lnTo>
                    <a:pt x="2225" y="13346"/>
                  </a:lnTo>
                  <a:lnTo>
                    <a:pt x="2940" y="12790"/>
                  </a:lnTo>
                  <a:lnTo>
                    <a:pt x="3734" y="11916"/>
                  </a:lnTo>
                  <a:lnTo>
                    <a:pt x="4449" y="10883"/>
                  </a:lnTo>
                  <a:lnTo>
                    <a:pt x="5085" y="9771"/>
                  </a:lnTo>
                  <a:lnTo>
                    <a:pt x="5720" y="8500"/>
                  </a:lnTo>
                  <a:lnTo>
                    <a:pt x="6197" y="7071"/>
                  </a:lnTo>
                  <a:lnTo>
                    <a:pt x="6594" y="5641"/>
                  </a:lnTo>
                  <a:lnTo>
                    <a:pt x="6832" y="4211"/>
                  </a:lnTo>
                  <a:lnTo>
                    <a:pt x="6991" y="2860"/>
                  </a:lnTo>
                  <a:lnTo>
                    <a:pt x="6912" y="1669"/>
                  </a:lnTo>
                  <a:lnTo>
                    <a:pt x="6832" y="1192"/>
                  </a:lnTo>
                  <a:lnTo>
                    <a:pt x="6753" y="716"/>
                  </a:lnTo>
                  <a:lnTo>
                    <a:pt x="6515" y="398"/>
                  </a:lnTo>
                  <a:lnTo>
                    <a:pt x="6276" y="160"/>
                  </a:lnTo>
                  <a:lnTo>
                    <a:pt x="6038" y="80"/>
                  </a:lnTo>
                  <a:lnTo>
                    <a:pt x="56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1528225" y="418825"/>
              <a:ext cx="4559575" cy="1215375"/>
            </a:xfrm>
            <a:custGeom>
              <a:avLst/>
              <a:gdLst/>
              <a:ahLst/>
              <a:cxnLst/>
              <a:rect l="l" t="t" r="r" b="b"/>
              <a:pathLst>
                <a:path w="182383" h="48615" extrusionOk="0">
                  <a:moveTo>
                    <a:pt x="82215" y="3734"/>
                  </a:moveTo>
                  <a:lnTo>
                    <a:pt x="83407" y="3813"/>
                  </a:lnTo>
                  <a:lnTo>
                    <a:pt x="84440" y="3893"/>
                  </a:lnTo>
                  <a:lnTo>
                    <a:pt x="85234" y="4052"/>
                  </a:lnTo>
                  <a:lnTo>
                    <a:pt x="85869" y="4290"/>
                  </a:lnTo>
                  <a:lnTo>
                    <a:pt x="86346" y="4608"/>
                  </a:lnTo>
                  <a:lnTo>
                    <a:pt x="86664" y="5005"/>
                  </a:lnTo>
                  <a:lnTo>
                    <a:pt x="86902" y="5482"/>
                  </a:lnTo>
                  <a:lnTo>
                    <a:pt x="87061" y="6038"/>
                  </a:lnTo>
                  <a:lnTo>
                    <a:pt x="87140" y="6753"/>
                  </a:lnTo>
                  <a:lnTo>
                    <a:pt x="87140" y="7626"/>
                  </a:lnTo>
                  <a:lnTo>
                    <a:pt x="87061" y="9692"/>
                  </a:lnTo>
                  <a:lnTo>
                    <a:pt x="86982" y="12472"/>
                  </a:lnTo>
                  <a:lnTo>
                    <a:pt x="86982" y="15252"/>
                  </a:lnTo>
                  <a:lnTo>
                    <a:pt x="86902" y="16364"/>
                  </a:lnTo>
                  <a:lnTo>
                    <a:pt x="86823" y="17317"/>
                  </a:lnTo>
                  <a:lnTo>
                    <a:pt x="86664" y="18112"/>
                  </a:lnTo>
                  <a:lnTo>
                    <a:pt x="86425" y="18668"/>
                  </a:lnTo>
                  <a:lnTo>
                    <a:pt x="86108" y="19224"/>
                  </a:lnTo>
                  <a:lnTo>
                    <a:pt x="85790" y="19542"/>
                  </a:lnTo>
                  <a:lnTo>
                    <a:pt x="85313" y="19859"/>
                  </a:lnTo>
                  <a:lnTo>
                    <a:pt x="84678" y="20018"/>
                  </a:lnTo>
                  <a:lnTo>
                    <a:pt x="83963" y="20177"/>
                  </a:lnTo>
                  <a:lnTo>
                    <a:pt x="83089" y="20177"/>
                  </a:lnTo>
                  <a:lnTo>
                    <a:pt x="80944" y="20257"/>
                  </a:lnTo>
                  <a:lnTo>
                    <a:pt x="78085" y="20177"/>
                  </a:lnTo>
                  <a:lnTo>
                    <a:pt x="73080" y="20257"/>
                  </a:lnTo>
                  <a:lnTo>
                    <a:pt x="68950" y="20336"/>
                  </a:lnTo>
                  <a:lnTo>
                    <a:pt x="63230" y="20495"/>
                  </a:lnTo>
                  <a:lnTo>
                    <a:pt x="61324" y="20415"/>
                  </a:lnTo>
                  <a:lnTo>
                    <a:pt x="60609" y="20415"/>
                  </a:lnTo>
                  <a:lnTo>
                    <a:pt x="59894" y="20336"/>
                  </a:lnTo>
                  <a:lnTo>
                    <a:pt x="59338" y="20177"/>
                  </a:lnTo>
                  <a:lnTo>
                    <a:pt x="58862" y="20018"/>
                  </a:lnTo>
                  <a:lnTo>
                    <a:pt x="58464" y="19780"/>
                  </a:lnTo>
                  <a:lnTo>
                    <a:pt x="58147" y="19462"/>
                  </a:lnTo>
                  <a:lnTo>
                    <a:pt x="57908" y="19144"/>
                  </a:lnTo>
                  <a:lnTo>
                    <a:pt x="57749" y="18747"/>
                  </a:lnTo>
                  <a:lnTo>
                    <a:pt x="57749" y="18350"/>
                  </a:lnTo>
                  <a:lnTo>
                    <a:pt x="57829" y="17794"/>
                  </a:lnTo>
                  <a:lnTo>
                    <a:pt x="58067" y="17317"/>
                  </a:lnTo>
                  <a:lnTo>
                    <a:pt x="58305" y="16761"/>
                  </a:lnTo>
                  <a:lnTo>
                    <a:pt x="58941" y="15570"/>
                  </a:lnTo>
                  <a:lnTo>
                    <a:pt x="59735" y="14458"/>
                  </a:lnTo>
                  <a:lnTo>
                    <a:pt x="60609" y="13346"/>
                  </a:lnTo>
                  <a:lnTo>
                    <a:pt x="61880" y="11598"/>
                  </a:lnTo>
                  <a:lnTo>
                    <a:pt x="63072" y="9851"/>
                  </a:lnTo>
                  <a:lnTo>
                    <a:pt x="64422" y="8024"/>
                  </a:lnTo>
                  <a:lnTo>
                    <a:pt x="65216" y="7150"/>
                  </a:lnTo>
                  <a:lnTo>
                    <a:pt x="65931" y="6355"/>
                  </a:lnTo>
                  <a:lnTo>
                    <a:pt x="66805" y="5640"/>
                  </a:lnTo>
                  <a:lnTo>
                    <a:pt x="67599" y="5084"/>
                  </a:lnTo>
                  <a:lnTo>
                    <a:pt x="68553" y="4608"/>
                  </a:lnTo>
                  <a:lnTo>
                    <a:pt x="69665" y="4290"/>
                  </a:lnTo>
                  <a:lnTo>
                    <a:pt x="70936" y="4052"/>
                  </a:lnTo>
                  <a:lnTo>
                    <a:pt x="72286" y="3893"/>
                  </a:lnTo>
                  <a:lnTo>
                    <a:pt x="73795" y="3813"/>
                  </a:lnTo>
                  <a:lnTo>
                    <a:pt x="75384" y="3734"/>
                  </a:lnTo>
                  <a:close/>
                  <a:moveTo>
                    <a:pt x="114148" y="4131"/>
                  </a:moveTo>
                  <a:lnTo>
                    <a:pt x="115260" y="4211"/>
                  </a:lnTo>
                  <a:lnTo>
                    <a:pt x="116134" y="4370"/>
                  </a:lnTo>
                  <a:lnTo>
                    <a:pt x="116929" y="4608"/>
                  </a:lnTo>
                  <a:lnTo>
                    <a:pt x="117485" y="4846"/>
                  </a:lnTo>
                  <a:lnTo>
                    <a:pt x="118041" y="5164"/>
                  </a:lnTo>
                  <a:lnTo>
                    <a:pt x="118358" y="5640"/>
                  </a:lnTo>
                  <a:lnTo>
                    <a:pt x="118676" y="6197"/>
                  </a:lnTo>
                  <a:lnTo>
                    <a:pt x="118835" y="6911"/>
                  </a:lnTo>
                  <a:lnTo>
                    <a:pt x="118994" y="7706"/>
                  </a:lnTo>
                  <a:lnTo>
                    <a:pt x="119073" y="8659"/>
                  </a:lnTo>
                  <a:lnTo>
                    <a:pt x="119073" y="9771"/>
                  </a:lnTo>
                  <a:lnTo>
                    <a:pt x="119073" y="12472"/>
                  </a:lnTo>
                  <a:lnTo>
                    <a:pt x="119073" y="15252"/>
                  </a:lnTo>
                  <a:lnTo>
                    <a:pt x="119073" y="17397"/>
                  </a:lnTo>
                  <a:lnTo>
                    <a:pt x="119073" y="18191"/>
                  </a:lnTo>
                  <a:lnTo>
                    <a:pt x="118914" y="18827"/>
                  </a:lnTo>
                  <a:lnTo>
                    <a:pt x="118756" y="19383"/>
                  </a:lnTo>
                  <a:lnTo>
                    <a:pt x="118517" y="19780"/>
                  </a:lnTo>
                  <a:lnTo>
                    <a:pt x="118120" y="20098"/>
                  </a:lnTo>
                  <a:lnTo>
                    <a:pt x="117643" y="20257"/>
                  </a:lnTo>
                  <a:lnTo>
                    <a:pt x="117008" y="20415"/>
                  </a:lnTo>
                  <a:lnTo>
                    <a:pt x="116293" y="20495"/>
                  </a:lnTo>
                  <a:lnTo>
                    <a:pt x="114228" y="20574"/>
                  </a:lnTo>
                  <a:lnTo>
                    <a:pt x="111448" y="20574"/>
                  </a:lnTo>
                  <a:lnTo>
                    <a:pt x="106364" y="20654"/>
                  </a:lnTo>
                  <a:lnTo>
                    <a:pt x="102074" y="20654"/>
                  </a:lnTo>
                  <a:lnTo>
                    <a:pt x="95719" y="20813"/>
                  </a:lnTo>
                  <a:lnTo>
                    <a:pt x="93495" y="20733"/>
                  </a:lnTo>
                  <a:lnTo>
                    <a:pt x="91827" y="20654"/>
                  </a:lnTo>
                  <a:lnTo>
                    <a:pt x="91112" y="20574"/>
                  </a:lnTo>
                  <a:lnTo>
                    <a:pt x="90556" y="20415"/>
                  </a:lnTo>
                  <a:lnTo>
                    <a:pt x="90000" y="20177"/>
                  </a:lnTo>
                  <a:lnTo>
                    <a:pt x="89603" y="19939"/>
                  </a:lnTo>
                  <a:lnTo>
                    <a:pt x="89444" y="19780"/>
                  </a:lnTo>
                  <a:lnTo>
                    <a:pt x="89365" y="19542"/>
                  </a:lnTo>
                  <a:lnTo>
                    <a:pt x="89206" y="18668"/>
                  </a:lnTo>
                  <a:lnTo>
                    <a:pt x="89047" y="17476"/>
                  </a:lnTo>
                  <a:lnTo>
                    <a:pt x="88967" y="16126"/>
                  </a:lnTo>
                  <a:lnTo>
                    <a:pt x="88967" y="13266"/>
                  </a:lnTo>
                  <a:lnTo>
                    <a:pt x="88967" y="11122"/>
                  </a:lnTo>
                  <a:lnTo>
                    <a:pt x="88967" y="9612"/>
                  </a:lnTo>
                  <a:lnTo>
                    <a:pt x="88967" y="8262"/>
                  </a:lnTo>
                  <a:lnTo>
                    <a:pt x="88967" y="7150"/>
                  </a:lnTo>
                  <a:lnTo>
                    <a:pt x="89126" y="6197"/>
                  </a:lnTo>
                  <a:lnTo>
                    <a:pt x="89285" y="5720"/>
                  </a:lnTo>
                  <a:lnTo>
                    <a:pt x="89444" y="5402"/>
                  </a:lnTo>
                  <a:lnTo>
                    <a:pt x="89682" y="5005"/>
                  </a:lnTo>
                  <a:lnTo>
                    <a:pt x="90000" y="4767"/>
                  </a:lnTo>
                  <a:lnTo>
                    <a:pt x="90397" y="4528"/>
                  </a:lnTo>
                  <a:lnTo>
                    <a:pt x="90874" y="4370"/>
                  </a:lnTo>
                  <a:lnTo>
                    <a:pt x="91430" y="4290"/>
                  </a:lnTo>
                  <a:lnTo>
                    <a:pt x="92065" y="4211"/>
                  </a:lnTo>
                  <a:lnTo>
                    <a:pt x="99929" y="4131"/>
                  </a:lnTo>
                  <a:close/>
                  <a:moveTo>
                    <a:pt x="124554" y="5561"/>
                  </a:moveTo>
                  <a:lnTo>
                    <a:pt x="125269" y="5799"/>
                  </a:lnTo>
                  <a:lnTo>
                    <a:pt x="126064" y="6038"/>
                  </a:lnTo>
                  <a:lnTo>
                    <a:pt x="126858" y="6355"/>
                  </a:lnTo>
                  <a:lnTo>
                    <a:pt x="127573" y="6673"/>
                  </a:lnTo>
                  <a:lnTo>
                    <a:pt x="129082" y="7547"/>
                  </a:lnTo>
                  <a:lnTo>
                    <a:pt x="130432" y="8421"/>
                  </a:lnTo>
                  <a:lnTo>
                    <a:pt x="131703" y="9453"/>
                  </a:lnTo>
                  <a:lnTo>
                    <a:pt x="132895" y="10486"/>
                  </a:lnTo>
                  <a:lnTo>
                    <a:pt x="133928" y="11519"/>
                  </a:lnTo>
                  <a:lnTo>
                    <a:pt x="134801" y="12472"/>
                  </a:lnTo>
                  <a:lnTo>
                    <a:pt x="135437" y="13266"/>
                  </a:lnTo>
                  <a:lnTo>
                    <a:pt x="135834" y="13822"/>
                  </a:lnTo>
                  <a:lnTo>
                    <a:pt x="136231" y="14617"/>
                  </a:lnTo>
                  <a:lnTo>
                    <a:pt x="136708" y="15570"/>
                  </a:lnTo>
                  <a:lnTo>
                    <a:pt x="137105" y="16603"/>
                  </a:lnTo>
                  <a:lnTo>
                    <a:pt x="137423" y="17635"/>
                  </a:lnTo>
                  <a:lnTo>
                    <a:pt x="137661" y="18588"/>
                  </a:lnTo>
                  <a:lnTo>
                    <a:pt x="137661" y="18986"/>
                  </a:lnTo>
                  <a:lnTo>
                    <a:pt x="137661" y="19383"/>
                  </a:lnTo>
                  <a:lnTo>
                    <a:pt x="137582" y="19701"/>
                  </a:lnTo>
                  <a:lnTo>
                    <a:pt x="137423" y="20018"/>
                  </a:lnTo>
                  <a:lnTo>
                    <a:pt x="137264" y="20257"/>
                  </a:lnTo>
                  <a:lnTo>
                    <a:pt x="137026" y="20415"/>
                  </a:lnTo>
                  <a:lnTo>
                    <a:pt x="136787" y="20574"/>
                  </a:lnTo>
                  <a:lnTo>
                    <a:pt x="136470" y="20733"/>
                  </a:lnTo>
                  <a:lnTo>
                    <a:pt x="135755" y="20813"/>
                  </a:lnTo>
                  <a:lnTo>
                    <a:pt x="134722" y="20892"/>
                  </a:lnTo>
                  <a:lnTo>
                    <a:pt x="131624" y="20733"/>
                  </a:lnTo>
                  <a:lnTo>
                    <a:pt x="129479" y="20654"/>
                  </a:lnTo>
                  <a:lnTo>
                    <a:pt x="124078" y="20654"/>
                  </a:lnTo>
                  <a:lnTo>
                    <a:pt x="123601" y="20574"/>
                  </a:lnTo>
                  <a:lnTo>
                    <a:pt x="123204" y="20495"/>
                  </a:lnTo>
                  <a:lnTo>
                    <a:pt x="122886" y="20336"/>
                  </a:lnTo>
                  <a:lnTo>
                    <a:pt x="122648" y="20098"/>
                  </a:lnTo>
                  <a:lnTo>
                    <a:pt x="122410" y="19780"/>
                  </a:lnTo>
                  <a:lnTo>
                    <a:pt x="122251" y="19303"/>
                  </a:lnTo>
                  <a:lnTo>
                    <a:pt x="122171" y="18827"/>
                  </a:lnTo>
                  <a:lnTo>
                    <a:pt x="122092" y="18112"/>
                  </a:lnTo>
                  <a:lnTo>
                    <a:pt x="122012" y="16364"/>
                  </a:lnTo>
                  <a:lnTo>
                    <a:pt x="122012" y="13981"/>
                  </a:lnTo>
                  <a:lnTo>
                    <a:pt x="121933" y="9533"/>
                  </a:lnTo>
                  <a:lnTo>
                    <a:pt x="122012" y="7944"/>
                  </a:lnTo>
                  <a:lnTo>
                    <a:pt x="122092" y="7229"/>
                  </a:lnTo>
                  <a:lnTo>
                    <a:pt x="122251" y="6753"/>
                  </a:lnTo>
                  <a:lnTo>
                    <a:pt x="122410" y="6276"/>
                  </a:lnTo>
                  <a:lnTo>
                    <a:pt x="122648" y="5958"/>
                  </a:lnTo>
                  <a:lnTo>
                    <a:pt x="122966" y="5720"/>
                  </a:lnTo>
                  <a:lnTo>
                    <a:pt x="123363" y="5561"/>
                  </a:lnTo>
                  <a:close/>
                  <a:moveTo>
                    <a:pt x="80865" y="1"/>
                  </a:moveTo>
                  <a:lnTo>
                    <a:pt x="77846" y="159"/>
                  </a:lnTo>
                  <a:lnTo>
                    <a:pt x="75066" y="318"/>
                  </a:lnTo>
                  <a:lnTo>
                    <a:pt x="72604" y="636"/>
                  </a:lnTo>
                  <a:lnTo>
                    <a:pt x="70380" y="1113"/>
                  </a:lnTo>
                  <a:lnTo>
                    <a:pt x="69347" y="1351"/>
                  </a:lnTo>
                  <a:lnTo>
                    <a:pt x="68394" y="1669"/>
                  </a:lnTo>
                  <a:lnTo>
                    <a:pt x="67520" y="1986"/>
                  </a:lnTo>
                  <a:lnTo>
                    <a:pt x="66726" y="2384"/>
                  </a:lnTo>
                  <a:lnTo>
                    <a:pt x="66011" y="2860"/>
                  </a:lnTo>
                  <a:lnTo>
                    <a:pt x="65375" y="3337"/>
                  </a:lnTo>
                  <a:lnTo>
                    <a:pt x="64819" y="3813"/>
                  </a:lnTo>
                  <a:lnTo>
                    <a:pt x="64343" y="4370"/>
                  </a:lnTo>
                  <a:lnTo>
                    <a:pt x="60609" y="9136"/>
                  </a:lnTo>
                  <a:lnTo>
                    <a:pt x="56717" y="13822"/>
                  </a:lnTo>
                  <a:lnTo>
                    <a:pt x="52507" y="18906"/>
                  </a:lnTo>
                  <a:lnTo>
                    <a:pt x="44960" y="19224"/>
                  </a:lnTo>
                  <a:lnTo>
                    <a:pt x="28120" y="20018"/>
                  </a:lnTo>
                  <a:lnTo>
                    <a:pt x="18985" y="20495"/>
                  </a:lnTo>
                  <a:lnTo>
                    <a:pt x="10883" y="20971"/>
                  </a:lnTo>
                  <a:lnTo>
                    <a:pt x="4846" y="21369"/>
                  </a:lnTo>
                  <a:lnTo>
                    <a:pt x="2939" y="21528"/>
                  </a:lnTo>
                  <a:lnTo>
                    <a:pt x="2065" y="21686"/>
                  </a:lnTo>
                  <a:lnTo>
                    <a:pt x="1668" y="21925"/>
                  </a:lnTo>
                  <a:lnTo>
                    <a:pt x="1271" y="22242"/>
                  </a:lnTo>
                  <a:lnTo>
                    <a:pt x="1033" y="22719"/>
                  </a:lnTo>
                  <a:lnTo>
                    <a:pt x="715" y="23275"/>
                  </a:lnTo>
                  <a:lnTo>
                    <a:pt x="556" y="23831"/>
                  </a:lnTo>
                  <a:lnTo>
                    <a:pt x="397" y="24546"/>
                  </a:lnTo>
                  <a:lnTo>
                    <a:pt x="159" y="25976"/>
                  </a:lnTo>
                  <a:lnTo>
                    <a:pt x="80" y="27406"/>
                  </a:lnTo>
                  <a:lnTo>
                    <a:pt x="0" y="28756"/>
                  </a:lnTo>
                  <a:lnTo>
                    <a:pt x="80" y="29789"/>
                  </a:lnTo>
                  <a:lnTo>
                    <a:pt x="159" y="30424"/>
                  </a:lnTo>
                  <a:lnTo>
                    <a:pt x="238" y="30583"/>
                  </a:lnTo>
                  <a:lnTo>
                    <a:pt x="318" y="30663"/>
                  </a:lnTo>
                  <a:lnTo>
                    <a:pt x="953" y="30663"/>
                  </a:lnTo>
                  <a:lnTo>
                    <a:pt x="1112" y="30742"/>
                  </a:lnTo>
                  <a:lnTo>
                    <a:pt x="1271" y="30901"/>
                  </a:lnTo>
                  <a:lnTo>
                    <a:pt x="1430" y="31139"/>
                  </a:lnTo>
                  <a:lnTo>
                    <a:pt x="1589" y="31457"/>
                  </a:lnTo>
                  <a:lnTo>
                    <a:pt x="1668" y="31934"/>
                  </a:lnTo>
                  <a:lnTo>
                    <a:pt x="1748" y="32490"/>
                  </a:lnTo>
                  <a:lnTo>
                    <a:pt x="1827" y="33284"/>
                  </a:lnTo>
                  <a:lnTo>
                    <a:pt x="1827" y="34317"/>
                  </a:lnTo>
                  <a:lnTo>
                    <a:pt x="1668" y="37017"/>
                  </a:lnTo>
                  <a:lnTo>
                    <a:pt x="1589" y="37732"/>
                  </a:lnTo>
                  <a:lnTo>
                    <a:pt x="1589" y="39400"/>
                  </a:lnTo>
                  <a:lnTo>
                    <a:pt x="1668" y="40274"/>
                  </a:lnTo>
                  <a:lnTo>
                    <a:pt x="1827" y="41069"/>
                  </a:lnTo>
                  <a:lnTo>
                    <a:pt x="1986" y="41466"/>
                  </a:lnTo>
                  <a:lnTo>
                    <a:pt x="2145" y="41704"/>
                  </a:lnTo>
                  <a:lnTo>
                    <a:pt x="2304" y="41863"/>
                  </a:lnTo>
                  <a:lnTo>
                    <a:pt x="2542" y="41942"/>
                  </a:lnTo>
                  <a:lnTo>
                    <a:pt x="4528" y="42101"/>
                  </a:lnTo>
                  <a:lnTo>
                    <a:pt x="6990" y="42260"/>
                  </a:lnTo>
                  <a:lnTo>
                    <a:pt x="10883" y="42260"/>
                  </a:lnTo>
                  <a:lnTo>
                    <a:pt x="11995" y="42181"/>
                  </a:lnTo>
                  <a:lnTo>
                    <a:pt x="12551" y="42101"/>
                  </a:lnTo>
                  <a:lnTo>
                    <a:pt x="13028" y="41863"/>
                  </a:lnTo>
                  <a:lnTo>
                    <a:pt x="13425" y="41625"/>
                  </a:lnTo>
                  <a:lnTo>
                    <a:pt x="13901" y="41307"/>
                  </a:lnTo>
                  <a:lnTo>
                    <a:pt x="14934" y="40433"/>
                  </a:lnTo>
                  <a:lnTo>
                    <a:pt x="16046" y="39559"/>
                  </a:lnTo>
                  <a:lnTo>
                    <a:pt x="16761" y="39083"/>
                  </a:lnTo>
                  <a:lnTo>
                    <a:pt x="17555" y="38686"/>
                  </a:lnTo>
                  <a:lnTo>
                    <a:pt x="18429" y="38288"/>
                  </a:lnTo>
                  <a:lnTo>
                    <a:pt x="19462" y="37971"/>
                  </a:lnTo>
                  <a:lnTo>
                    <a:pt x="20653" y="37653"/>
                  </a:lnTo>
                  <a:lnTo>
                    <a:pt x="21924" y="37494"/>
                  </a:lnTo>
                  <a:lnTo>
                    <a:pt x="23354" y="37415"/>
                  </a:lnTo>
                  <a:lnTo>
                    <a:pt x="25022" y="37415"/>
                  </a:lnTo>
                  <a:lnTo>
                    <a:pt x="26690" y="37573"/>
                  </a:lnTo>
                  <a:lnTo>
                    <a:pt x="28200" y="37812"/>
                  </a:lnTo>
                  <a:lnTo>
                    <a:pt x="29629" y="38129"/>
                  </a:lnTo>
                  <a:lnTo>
                    <a:pt x="30980" y="38527"/>
                  </a:lnTo>
                  <a:lnTo>
                    <a:pt x="32171" y="39003"/>
                  </a:lnTo>
                  <a:lnTo>
                    <a:pt x="33283" y="39480"/>
                  </a:lnTo>
                  <a:lnTo>
                    <a:pt x="34316" y="40036"/>
                  </a:lnTo>
                  <a:lnTo>
                    <a:pt x="35190" y="40592"/>
                  </a:lnTo>
                  <a:lnTo>
                    <a:pt x="36064" y="41227"/>
                  </a:lnTo>
                  <a:lnTo>
                    <a:pt x="36858" y="41863"/>
                  </a:lnTo>
                  <a:lnTo>
                    <a:pt x="37493" y="42498"/>
                  </a:lnTo>
                  <a:lnTo>
                    <a:pt x="38129" y="43134"/>
                  </a:lnTo>
                  <a:lnTo>
                    <a:pt x="39162" y="44325"/>
                  </a:lnTo>
                  <a:lnTo>
                    <a:pt x="40035" y="45438"/>
                  </a:lnTo>
                  <a:lnTo>
                    <a:pt x="40671" y="46391"/>
                  </a:lnTo>
                  <a:lnTo>
                    <a:pt x="40909" y="46788"/>
                  </a:lnTo>
                  <a:lnTo>
                    <a:pt x="41227" y="47106"/>
                  </a:lnTo>
                  <a:lnTo>
                    <a:pt x="41545" y="47423"/>
                  </a:lnTo>
                  <a:lnTo>
                    <a:pt x="41942" y="47662"/>
                  </a:lnTo>
                  <a:lnTo>
                    <a:pt x="42498" y="47900"/>
                  </a:lnTo>
                  <a:lnTo>
                    <a:pt x="43133" y="48059"/>
                  </a:lnTo>
                  <a:lnTo>
                    <a:pt x="44007" y="48138"/>
                  </a:lnTo>
                  <a:lnTo>
                    <a:pt x="45040" y="48297"/>
                  </a:lnTo>
                  <a:lnTo>
                    <a:pt x="47899" y="48377"/>
                  </a:lnTo>
                  <a:lnTo>
                    <a:pt x="51951" y="48297"/>
                  </a:lnTo>
                  <a:lnTo>
                    <a:pt x="57511" y="48218"/>
                  </a:lnTo>
                  <a:lnTo>
                    <a:pt x="65057" y="48059"/>
                  </a:lnTo>
                  <a:lnTo>
                    <a:pt x="74351" y="47979"/>
                  </a:lnTo>
                  <a:lnTo>
                    <a:pt x="84678" y="48059"/>
                  </a:lnTo>
                  <a:lnTo>
                    <a:pt x="94925" y="48138"/>
                  </a:lnTo>
                  <a:lnTo>
                    <a:pt x="112401" y="48297"/>
                  </a:lnTo>
                  <a:lnTo>
                    <a:pt x="119709" y="48456"/>
                  </a:lnTo>
                  <a:lnTo>
                    <a:pt x="120662" y="48615"/>
                  </a:lnTo>
                  <a:lnTo>
                    <a:pt x="123045" y="48615"/>
                  </a:lnTo>
                  <a:lnTo>
                    <a:pt x="123680" y="48535"/>
                  </a:lnTo>
                  <a:lnTo>
                    <a:pt x="124395" y="48456"/>
                  </a:lnTo>
                  <a:lnTo>
                    <a:pt x="125110" y="48297"/>
                  </a:lnTo>
                  <a:lnTo>
                    <a:pt x="125825" y="48059"/>
                  </a:lnTo>
                  <a:lnTo>
                    <a:pt x="126461" y="47662"/>
                  </a:lnTo>
                  <a:lnTo>
                    <a:pt x="127096" y="47265"/>
                  </a:lnTo>
                  <a:lnTo>
                    <a:pt x="127652" y="46788"/>
                  </a:lnTo>
                  <a:lnTo>
                    <a:pt x="128208" y="46232"/>
                  </a:lnTo>
                  <a:lnTo>
                    <a:pt x="129241" y="44881"/>
                  </a:lnTo>
                  <a:lnTo>
                    <a:pt x="130432" y="43611"/>
                  </a:lnTo>
                  <a:lnTo>
                    <a:pt x="131783" y="42498"/>
                  </a:lnTo>
                  <a:lnTo>
                    <a:pt x="132498" y="41942"/>
                  </a:lnTo>
                  <a:lnTo>
                    <a:pt x="133292" y="41466"/>
                  </a:lnTo>
                  <a:lnTo>
                    <a:pt x="134086" y="40989"/>
                  </a:lnTo>
                  <a:lnTo>
                    <a:pt x="134881" y="40513"/>
                  </a:lnTo>
                  <a:lnTo>
                    <a:pt x="135755" y="40195"/>
                  </a:lnTo>
                  <a:lnTo>
                    <a:pt x="136628" y="39798"/>
                  </a:lnTo>
                  <a:lnTo>
                    <a:pt x="137582" y="39559"/>
                  </a:lnTo>
                  <a:lnTo>
                    <a:pt x="138535" y="39321"/>
                  </a:lnTo>
                  <a:lnTo>
                    <a:pt x="139488" y="39162"/>
                  </a:lnTo>
                  <a:lnTo>
                    <a:pt x="140441" y="39083"/>
                  </a:lnTo>
                  <a:lnTo>
                    <a:pt x="144651" y="39083"/>
                  </a:lnTo>
                  <a:lnTo>
                    <a:pt x="145684" y="39242"/>
                  </a:lnTo>
                  <a:lnTo>
                    <a:pt x="146796" y="39321"/>
                  </a:lnTo>
                  <a:lnTo>
                    <a:pt x="147908" y="39559"/>
                  </a:lnTo>
                  <a:lnTo>
                    <a:pt x="149020" y="39877"/>
                  </a:lnTo>
                  <a:lnTo>
                    <a:pt x="150132" y="40195"/>
                  </a:lnTo>
                  <a:lnTo>
                    <a:pt x="151165" y="40592"/>
                  </a:lnTo>
                  <a:lnTo>
                    <a:pt x="152198" y="41148"/>
                  </a:lnTo>
                  <a:lnTo>
                    <a:pt x="153151" y="41784"/>
                  </a:lnTo>
                  <a:lnTo>
                    <a:pt x="154104" y="42498"/>
                  </a:lnTo>
                  <a:lnTo>
                    <a:pt x="155057" y="43372"/>
                  </a:lnTo>
                  <a:lnTo>
                    <a:pt x="155852" y="44325"/>
                  </a:lnTo>
                  <a:lnTo>
                    <a:pt x="156646" y="45438"/>
                  </a:lnTo>
                  <a:lnTo>
                    <a:pt x="156884" y="45676"/>
                  </a:lnTo>
                  <a:lnTo>
                    <a:pt x="157202" y="45914"/>
                  </a:lnTo>
                  <a:lnTo>
                    <a:pt x="157679" y="46232"/>
                  </a:lnTo>
                  <a:lnTo>
                    <a:pt x="158394" y="46550"/>
                  </a:lnTo>
                  <a:lnTo>
                    <a:pt x="159267" y="46788"/>
                  </a:lnTo>
                  <a:lnTo>
                    <a:pt x="160459" y="47026"/>
                  </a:lnTo>
                  <a:lnTo>
                    <a:pt x="161889" y="47185"/>
                  </a:lnTo>
                  <a:lnTo>
                    <a:pt x="171977" y="47265"/>
                  </a:lnTo>
                  <a:lnTo>
                    <a:pt x="181112" y="47265"/>
                  </a:lnTo>
                  <a:lnTo>
                    <a:pt x="181906" y="47185"/>
                  </a:lnTo>
                  <a:lnTo>
                    <a:pt x="181906" y="46311"/>
                  </a:lnTo>
                  <a:lnTo>
                    <a:pt x="181906" y="43928"/>
                  </a:lnTo>
                  <a:lnTo>
                    <a:pt x="182145" y="36859"/>
                  </a:lnTo>
                  <a:lnTo>
                    <a:pt x="182304" y="29392"/>
                  </a:lnTo>
                  <a:lnTo>
                    <a:pt x="182383" y="25182"/>
                  </a:lnTo>
                  <a:lnTo>
                    <a:pt x="182383" y="24546"/>
                  </a:lnTo>
                  <a:lnTo>
                    <a:pt x="182383" y="24228"/>
                  </a:lnTo>
                  <a:lnTo>
                    <a:pt x="182383" y="23831"/>
                  </a:lnTo>
                  <a:lnTo>
                    <a:pt x="182224" y="23513"/>
                  </a:lnTo>
                  <a:lnTo>
                    <a:pt x="181986" y="23196"/>
                  </a:lnTo>
                  <a:lnTo>
                    <a:pt x="181589" y="22798"/>
                  </a:lnTo>
                  <a:lnTo>
                    <a:pt x="181033" y="22481"/>
                  </a:lnTo>
                  <a:lnTo>
                    <a:pt x="180238" y="22163"/>
                  </a:lnTo>
                  <a:lnTo>
                    <a:pt x="179285" y="21925"/>
                  </a:lnTo>
                  <a:lnTo>
                    <a:pt x="178014" y="21686"/>
                  </a:lnTo>
                  <a:lnTo>
                    <a:pt x="176425" y="21448"/>
                  </a:lnTo>
                  <a:lnTo>
                    <a:pt x="174519" y="21289"/>
                  </a:lnTo>
                  <a:lnTo>
                    <a:pt x="172295" y="21130"/>
                  </a:lnTo>
                  <a:lnTo>
                    <a:pt x="169673" y="21051"/>
                  </a:lnTo>
                  <a:lnTo>
                    <a:pt x="156011" y="21051"/>
                  </a:lnTo>
                  <a:lnTo>
                    <a:pt x="152357" y="20971"/>
                  </a:lnTo>
                  <a:lnTo>
                    <a:pt x="150768" y="20892"/>
                  </a:lnTo>
                  <a:lnTo>
                    <a:pt x="149417" y="20733"/>
                  </a:lnTo>
                  <a:lnTo>
                    <a:pt x="148226" y="20495"/>
                  </a:lnTo>
                  <a:lnTo>
                    <a:pt x="147193" y="20257"/>
                  </a:lnTo>
                  <a:lnTo>
                    <a:pt x="146161" y="19859"/>
                  </a:lnTo>
                  <a:lnTo>
                    <a:pt x="145287" y="19383"/>
                  </a:lnTo>
                  <a:lnTo>
                    <a:pt x="144413" y="18747"/>
                  </a:lnTo>
                  <a:lnTo>
                    <a:pt x="143619" y="18032"/>
                  </a:lnTo>
                  <a:lnTo>
                    <a:pt x="142745" y="17238"/>
                  </a:lnTo>
                  <a:lnTo>
                    <a:pt x="141951" y="16205"/>
                  </a:lnTo>
                  <a:lnTo>
                    <a:pt x="141077" y="15093"/>
                  </a:lnTo>
                  <a:lnTo>
                    <a:pt x="140362" y="13902"/>
                  </a:lnTo>
                  <a:lnTo>
                    <a:pt x="138932" y="11439"/>
                  </a:lnTo>
                  <a:lnTo>
                    <a:pt x="138138" y="10089"/>
                  </a:lnTo>
                  <a:lnTo>
                    <a:pt x="137264" y="8818"/>
                  </a:lnTo>
                  <a:lnTo>
                    <a:pt x="136231" y="7547"/>
                  </a:lnTo>
                  <a:lnTo>
                    <a:pt x="135596" y="6911"/>
                  </a:lnTo>
                  <a:lnTo>
                    <a:pt x="134960" y="6355"/>
                  </a:lnTo>
                  <a:lnTo>
                    <a:pt x="134245" y="5720"/>
                  </a:lnTo>
                  <a:lnTo>
                    <a:pt x="133451" y="5164"/>
                  </a:lnTo>
                  <a:lnTo>
                    <a:pt x="132657" y="4608"/>
                  </a:lnTo>
                  <a:lnTo>
                    <a:pt x="131703" y="4131"/>
                  </a:lnTo>
                  <a:lnTo>
                    <a:pt x="130750" y="3575"/>
                  </a:lnTo>
                  <a:lnTo>
                    <a:pt x="129638" y="3099"/>
                  </a:lnTo>
                  <a:lnTo>
                    <a:pt x="128447" y="2701"/>
                  </a:lnTo>
                  <a:lnTo>
                    <a:pt x="127176" y="2304"/>
                  </a:lnTo>
                  <a:lnTo>
                    <a:pt x="125746" y="1907"/>
                  </a:lnTo>
                  <a:lnTo>
                    <a:pt x="124237" y="1589"/>
                  </a:lnTo>
                  <a:lnTo>
                    <a:pt x="122648" y="1272"/>
                  </a:lnTo>
                  <a:lnTo>
                    <a:pt x="120900" y="1033"/>
                  </a:lnTo>
                  <a:lnTo>
                    <a:pt x="119073" y="874"/>
                  </a:lnTo>
                  <a:lnTo>
                    <a:pt x="117008" y="716"/>
                  </a:lnTo>
                  <a:lnTo>
                    <a:pt x="114863" y="636"/>
                  </a:lnTo>
                  <a:lnTo>
                    <a:pt x="112639" y="557"/>
                  </a:lnTo>
                  <a:lnTo>
                    <a:pt x="103504" y="398"/>
                  </a:lnTo>
                  <a:lnTo>
                    <a:pt x="95163" y="159"/>
                  </a:lnTo>
                  <a:lnTo>
                    <a:pt x="87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5781950" y="1223100"/>
              <a:ext cx="95350" cy="87400"/>
            </a:xfrm>
            <a:custGeom>
              <a:avLst/>
              <a:gdLst/>
              <a:ahLst/>
              <a:cxnLst/>
              <a:rect l="l" t="t" r="r" b="b"/>
              <a:pathLst>
                <a:path w="3814" h="3496" extrusionOk="0">
                  <a:moveTo>
                    <a:pt x="1351" y="1"/>
                  </a:moveTo>
                  <a:lnTo>
                    <a:pt x="1034" y="160"/>
                  </a:lnTo>
                  <a:lnTo>
                    <a:pt x="716" y="398"/>
                  </a:lnTo>
                  <a:lnTo>
                    <a:pt x="478" y="636"/>
                  </a:lnTo>
                  <a:lnTo>
                    <a:pt x="239" y="954"/>
                  </a:lnTo>
                  <a:lnTo>
                    <a:pt x="80" y="1272"/>
                  </a:lnTo>
                  <a:lnTo>
                    <a:pt x="1" y="1590"/>
                  </a:lnTo>
                  <a:lnTo>
                    <a:pt x="1" y="1987"/>
                  </a:lnTo>
                  <a:lnTo>
                    <a:pt x="1" y="2304"/>
                  </a:lnTo>
                  <a:lnTo>
                    <a:pt x="160" y="2622"/>
                  </a:lnTo>
                  <a:lnTo>
                    <a:pt x="398" y="2940"/>
                  </a:lnTo>
                  <a:lnTo>
                    <a:pt x="636" y="3178"/>
                  </a:lnTo>
                  <a:lnTo>
                    <a:pt x="1034" y="3337"/>
                  </a:lnTo>
                  <a:lnTo>
                    <a:pt x="1351" y="3417"/>
                  </a:lnTo>
                  <a:lnTo>
                    <a:pt x="1749" y="3496"/>
                  </a:lnTo>
                  <a:lnTo>
                    <a:pt x="2146" y="3417"/>
                  </a:lnTo>
                  <a:lnTo>
                    <a:pt x="2543" y="3337"/>
                  </a:lnTo>
                  <a:lnTo>
                    <a:pt x="2940" y="3178"/>
                  </a:lnTo>
                  <a:lnTo>
                    <a:pt x="3258" y="3019"/>
                  </a:lnTo>
                  <a:lnTo>
                    <a:pt x="3496" y="2781"/>
                  </a:lnTo>
                  <a:lnTo>
                    <a:pt x="3655" y="2463"/>
                  </a:lnTo>
                  <a:lnTo>
                    <a:pt x="3734" y="2225"/>
                  </a:lnTo>
                  <a:lnTo>
                    <a:pt x="3814" y="1907"/>
                  </a:lnTo>
                  <a:lnTo>
                    <a:pt x="3734" y="1590"/>
                  </a:lnTo>
                  <a:lnTo>
                    <a:pt x="3655" y="1272"/>
                  </a:lnTo>
                  <a:lnTo>
                    <a:pt x="3496" y="875"/>
                  </a:lnTo>
                  <a:lnTo>
                    <a:pt x="3337" y="636"/>
                  </a:lnTo>
                  <a:lnTo>
                    <a:pt x="3099" y="319"/>
                  </a:lnTo>
                  <a:lnTo>
                    <a:pt x="2781" y="160"/>
                  </a:lnTo>
                  <a:lnTo>
                    <a:pt x="2463" y="1"/>
                  </a:lnTo>
                  <a:close/>
                </a:path>
              </a:pathLst>
            </a:custGeom>
            <a:solidFill>
              <a:srgbClr val="D835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p:cNvSpPr/>
            <p:nvPr/>
          </p:nvSpPr>
          <p:spPr>
            <a:xfrm>
              <a:off x="5817700" y="1231050"/>
              <a:ext cx="43725" cy="47700"/>
            </a:xfrm>
            <a:custGeom>
              <a:avLst/>
              <a:gdLst/>
              <a:ahLst/>
              <a:cxnLst/>
              <a:rect l="l" t="t" r="r" b="b"/>
              <a:pathLst>
                <a:path w="1749" h="1908" extrusionOk="0">
                  <a:moveTo>
                    <a:pt x="557" y="1"/>
                  </a:moveTo>
                  <a:lnTo>
                    <a:pt x="239" y="159"/>
                  </a:lnTo>
                  <a:lnTo>
                    <a:pt x="160" y="318"/>
                  </a:lnTo>
                  <a:lnTo>
                    <a:pt x="1" y="477"/>
                  </a:lnTo>
                  <a:lnTo>
                    <a:pt x="1" y="874"/>
                  </a:lnTo>
                  <a:lnTo>
                    <a:pt x="1" y="1272"/>
                  </a:lnTo>
                  <a:lnTo>
                    <a:pt x="239" y="1589"/>
                  </a:lnTo>
                  <a:lnTo>
                    <a:pt x="477" y="1828"/>
                  </a:lnTo>
                  <a:lnTo>
                    <a:pt x="795" y="1907"/>
                  </a:lnTo>
                  <a:lnTo>
                    <a:pt x="1113" y="1907"/>
                  </a:lnTo>
                  <a:lnTo>
                    <a:pt x="1431" y="1748"/>
                  </a:lnTo>
                  <a:lnTo>
                    <a:pt x="1669" y="1430"/>
                  </a:lnTo>
                  <a:lnTo>
                    <a:pt x="1748" y="1113"/>
                  </a:lnTo>
                  <a:lnTo>
                    <a:pt x="1748" y="716"/>
                  </a:lnTo>
                  <a:lnTo>
                    <a:pt x="1590" y="398"/>
                  </a:lnTo>
                  <a:lnTo>
                    <a:pt x="1272" y="159"/>
                  </a:lnTo>
                  <a:lnTo>
                    <a:pt x="954" y="1"/>
                  </a:lnTo>
                  <a:close/>
                </a:path>
              </a:pathLst>
            </a:custGeom>
            <a:solidFill>
              <a:srgbClr val="ED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p:cNvSpPr/>
            <p:nvPr/>
          </p:nvSpPr>
          <p:spPr>
            <a:xfrm>
              <a:off x="161560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167120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
            <p:cNvSpPr/>
            <p:nvPr/>
          </p:nvSpPr>
          <p:spPr>
            <a:xfrm>
              <a:off x="172680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1782400"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1838025" y="1028500"/>
              <a:ext cx="53625" cy="55625"/>
            </a:xfrm>
            <a:custGeom>
              <a:avLst/>
              <a:gdLst/>
              <a:ahLst/>
              <a:cxnLst/>
              <a:rect l="l" t="t" r="r" b="b"/>
              <a:pathLst>
                <a:path w="2145"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18916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194722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200285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205845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p:cNvSpPr/>
            <p:nvPr/>
          </p:nvSpPr>
          <p:spPr>
            <a:xfrm>
              <a:off x="211405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2169650" y="1028500"/>
              <a:ext cx="53650" cy="55625"/>
            </a:xfrm>
            <a:custGeom>
              <a:avLst/>
              <a:gdLst/>
              <a:ahLst/>
              <a:cxnLst/>
              <a:rect l="l" t="t" r="r" b="b"/>
              <a:pathLst>
                <a:path w="2146" h="2225" extrusionOk="0">
                  <a:moveTo>
                    <a:pt x="1" y="0"/>
                  </a:moveTo>
                  <a:lnTo>
                    <a:pt x="1"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222327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227887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233447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239007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a:off x="244570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2501300" y="1028500"/>
              <a:ext cx="53650" cy="55625"/>
            </a:xfrm>
            <a:custGeom>
              <a:avLst/>
              <a:gdLst/>
              <a:ahLst/>
              <a:cxnLst/>
              <a:rect l="l" t="t" r="r" b="b"/>
              <a:pathLst>
                <a:path w="2146"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a:off x="25549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a:off x="261052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266612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p:nvPr/>
          </p:nvSpPr>
          <p:spPr>
            <a:xfrm>
              <a:off x="272172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a:off x="27773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a:off x="2832925" y="1028500"/>
              <a:ext cx="53650" cy="55625"/>
            </a:xfrm>
            <a:custGeom>
              <a:avLst/>
              <a:gdLst/>
              <a:ahLst/>
              <a:cxnLst/>
              <a:rect l="l" t="t" r="r" b="b"/>
              <a:pathLst>
                <a:path w="2146" h="2225" extrusionOk="0">
                  <a:moveTo>
                    <a:pt x="1" y="0"/>
                  </a:moveTo>
                  <a:lnTo>
                    <a:pt x="1" y="2224"/>
                  </a:lnTo>
                  <a:lnTo>
                    <a:pt x="2146" y="2224"/>
                  </a:lnTo>
                  <a:lnTo>
                    <a:pt x="2146"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288655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a:off x="2942150"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299777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a:off x="305337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a:off x="310897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a:off x="3164575" y="1028500"/>
              <a:ext cx="53650" cy="55625"/>
            </a:xfrm>
            <a:custGeom>
              <a:avLst/>
              <a:gdLst/>
              <a:ahLst/>
              <a:cxnLst/>
              <a:rect l="l" t="t" r="r" b="b"/>
              <a:pathLst>
                <a:path w="2146" h="2225" extrusionOk="0">
                  <a:moveTo>
                    <a:pt x="1" y="0"/>
                  </a:moveTo>
                  <a:lnTo>
                    <a:pt x="1"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a:off x="321820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a:off x="327380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a:off x="332940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3385000"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34406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a:off x="3496225" y="1028500"/>
              <a:ext cx="53650" cy="55625"/>
            </a:xfrm>
            <a:custGeom>
              <a:avLst/>
              <a:gdLst/>
              <a:ahLst/>
              <a:cxnLst/>
              <a:rect l="l" t="t" r="r" b="b"/>
              <a:pathLst>
                <a:path w="2146"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a:off x="354985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a:off x="360545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p:nvPr/>
          </p:nvSpPr>
          <p:spPr>
            <a:xfrm>
              <a:off x="366105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371665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3772250" y="1084100"/>
              <a:ext cx="53650" cy="55625"/>
            </a:xfrm>
            <a:custGeom>
              <a:avLst/>
              <a:gdLst/>
              <a:ahLst/>
              <a:cxnLst/>
              <a:rect l="l" t="t" r="r" b="b"/>
              <a:pathLst>
                <a:path w="2146" h="2225" extrusionOk="0">
                  <a:moveTo>
                    <a:pt x="1" y="0"/>
                  </a:moveTo>
                  <a:lnTo>
                    <a:pt x="1"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a:off x="3825875"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a:off x="388147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a:off x="393707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a:off x="399270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404830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4103900" y="1084100"/>
              <a:ext cx="53650" cy="55625"/>
            </a:xfrm>
            <a:custGeom>
              <a:avLst/>
              <a:gdLst/>
              <a:ahLst/>
              <a:cxnLst/>
              <a:rect l="l" t="t" r="r" b="b"/>
              <a:pathLst>
                <a:path w="2146" h="2225" extrusionOk="0">
                  <a:moveTo>
                    <a:pt x="0" y="0"/>
                  </a:moveTo>
                  <a:lnTo>
                    <a:pt x="0"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415752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42131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a:off x="4268725"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43243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a:off x="437992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p:cNvSpPr/>
            <p:nvPr/>
          </p:nvSpPr>
          <p:spPr>
            <a:xfrm>
              <a:off x="4435550" y="1084100"/>
              <a:ext cx="53625" cy="55625"/>
            </a:xfrm>
            <a:custGeom>
              <a:avLst/>
              <a:gdLst/>
              <a:ahLst/>
              <a:cxnLst/>
              <a:rect l="l" t="t" r="r" b="b"/>
              <a:pathLst>
                <a:path w="2145" h="2225" extrusionOk="0">
                  <a:moveTo>
                    <a:pt x="0" y="0"/>
                  </a:moveTo>
                  <a:lnTo>
                    <a:pt x="0"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p:cNvSpPr/>
            <p:nvPr/>
          </p:nvSpPr>
          <p:spPr>
            <a:xfrm>
              <a:off x="448915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4544750"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5"/>
            <p:cNvSpPr/>
            <p:nvPr/>
          </p:nvSpPr>
          <p:spPr>
            <a:xfrm>
              <a:off x="460037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5"/>
            <p:cNvSpPr/>
            <p:nvPr/>
          </p:nvSpPr>
          <p:spPr>
            <a:xfrm>
              <a:off x="465597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p:nvPr/>
          </p:nvSpPr>
          <p:spPr>
            <a:xfrm>
              <a:off x="471157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a:off x="4767175" y="1084100"/>
              <a:ext cx="53650" cy="55625"/>
            </a:xfrm>
            <a:custGeom>
              <a:avLst/>
              <a:gdLst/>
              <a:ahLst/>
              <a:cxnLst/>
              <a:rect l="l" t="t" r="r" b="b"/>
              <a:pathLst>
                <a:path w="2146" h="2225" extrusionOk="0">
                  <a:moveTo>
                    <a:pt x="1" y="0"/>
                  </a:moveTo>
                  <a:lnTo>
                    <a:pt x="1"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p:cNvSpPr/>
            <p:nvPr/>
          </p:nvSpPr>
          <p:spPr>
            <a:xfrm>
              <a:off x="4820800"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a:off x="487640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p:cNvSpPr/>
            <p:nvPr/>
          </p:nvSpPr>
          <p:spPr>
            <a:xfrm>
              <a:off x="493200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a:off x="4987600"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p:nvPr/>
          </p:nvSpPr>
          <p:spPr>
            <a:xfrm>
              <a:off x="504322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5"/>
            <p:cNvSpPr/>
            <p:nvPr/>
          </p:nvSpPr>
          <p:spPr>
            <a:xfrm>
              <a:off x="5098825" y="1084100"/>
              <a:ext cx="53650" cy="55625"/>
            </a:xfrm>
            <a:custGeom>
              <a:avLst/>
              <a:gdLst/>
              <a:ahLst/>
              <a:cxnLst/>
              <a:rect l="l" t="t" r="r" b="b"/>
              <a:pathLst>
                <a:path w="2146" h="2225" extrusionOk="0">
                  <a:moveTo>
                    <a:pt x="0" y="0"/>
                  </a:moveTo>
                  <a:lnTo>
                    <a:pt x="0"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p:cNvSpPr/>
            <p:nvPr/>
          </p:nvSpPr>
          <p:spPr>
            <a:xfrm>
              <a:off x="515245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p:nvPr/>
          </p:nvSpPr>
          <p:spPr>
            <a:xfrm>
              <a:off x="520805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5"/>
            <p:cNvSpPr/>
            <p:nvPr/>
          </p:nvSpPr>
          <p:spPr>
            <a:xfrm>
              <a:off x="5263650"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5"/>
            <p:cNvSpPr/>
            <p:nvPr/>
          </p:nvSpPr>
          <p:spPr>
            <a:xfrm>
              <a:off x="531925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p:cNvSpPr/>
            <p:nvPr/>
          </p:nvSpPr>
          <p:spPr>
            <a:xfrm>
              <a:off x="537485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5"/>
            <p:cNvSpPr/>
            <p:nvPr/>
          </p:nvSpPr>
          <p:spPr>
            <a:xfrm>
              <a:off x="5430450" y="1084100"/>
              <a:ext cx="53650" cy="55625"/>
            </a:xfrm>
            <a:custGeom>
              <a:avLst/>
              <a:gdLst/>
              <a:ahLst/>
              <a:cxnLst/>
              <a:rect l="l" t="t" r="r" b="b"/>
              <a:pathLst>
                <a:path w="2146" h="2225" extrusionOk="0">
                  <a:moveTo>
                    <a:pt x="1" y="0"/>
                  </a:moveTo>
                  <a:lnTo>
                    <a:pt x="1" y="2225"/>
                  </a:lnTo>
                  <a:lnTo>
                    <a:pt x="2146" y="2225"/>
                  </a:lnTo>
                  <a:lnTo>
                    <a:pt x="2146"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p:cNvSpPr/>
            <p:nvPr/>
          </p:nvSpPr>
          <p:spPr>
            <a:xfrm>
              <a:off x="548407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p:nvPr/>
          </p:nvSpPr>
          <p:spPr>
            <a:xfrm>
              <a:off x="5539675"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5"/>
            <p:cNvSpPr/>
            <p:nvPr/>
          </p:nvSpPr>
          <p:spPr>
            <a:xfrm>
              <a:off x="559530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5"/>
            <p:cNvSpPr/>
            <p:nvPr/>
          </p:nvSpPr>
          <p:spPr>
            <a:xfrm>
              <a:off x="565090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p:cNvSpPr/>
            <p:nvPr/>
          </p:nvSpPr>
          <p:spPr>
            <a:xfrm>
              <a:off x="5706500" y="1028500"/>
              <a:ext cx="53650" cy="55625"/>
            </a:xfrm>
            <a:custGeom>
              <a:avLst/>
              <a:gdLst/>
              <a:ahLst/>
              <a:cxnLst/>
              <a:rect l="l" t="t" r="r" b="b"/>
              <a:pathLst>
                <a:path w="2146"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5"/>
            <p:cNvSpPr/>
            <p:nvPr/>
          </p:nvSpPr>
          <p:spPr>
            <a:xfrm>
              <a:off x="57601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5"/>
            <p:cNvSpPr/>
            <p:nvPr/>
          </p:nvSpPr>
          <p:spPr>
            <a:xfrm>
              <a:off x="5815725"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p:cNvSpPr/>
            <p:nvPr/>
          </p:nvSpPr>
          <p:spPr>
            <a:xfrm>
              <a:off x="58713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p:cNvSpPr/>
            <p:nvPr/>
          </p:nvSpPr>
          <p:spPr>
            <a:xfrm>
              <a:off x="592692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5"/>
            <p:cNvSpPr/>
            <p:nvPr/>
          </p:nvSpPr>
          <p:spPr>
            <a:xfrm>
              <a:off x="5982525"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p:nvPr/>
          </p:nvSpPr>
          <p:spPr>
            <a:xfrm>
              <a:off x="5545650" y="1524950"/>
              <a:ext cx="609675" cy="133100"/>
            </a:xfrm>
            <a:custGeom>
              <a:avLst/>
              <a:gdLst/>
              <a:ahLst/>
              <a:cxnLst/>
              <a:rect l="l" t="t" r="r" b="b"/>
              <a:pathLst>
                <a:path w="24387" h="5324" extrusionOk="0">
                  <a:moveTo>
                    <a:pt x="7467" y="1"/>
                  </a:moveTo>
                  <a:lnTo>
                    <a:pt x="4766" y="80"/>
                  </a:lnTo>
                  <a:lnTo>
                    <a:pt x="2780" y="160"/>
                  </a:lnTo>
                  <a:lnTo>
                    <a:pt x="1509" y="319"/>
                  </a:lnTo>
                  <a:lnTo>
                    <a:pt x="1033" y="478"/>
                  </a:lnTo>
                  <a:lnTo>
                    <a:pt x="636" y="636"/>
                  </a:lnTo>
                  <a:lnTo>
                    <a:pt x="397" y="875"/>
                  </a:lnTo>
                  <a:lnTo>
                    <a:pt x="159" y="1113"/>
                  </a:lnTo>
                  <a:lnTo>
                    <a:pt x="80" y="1351"/>
                  </a:lnTo>
                  <a:lnTo>
                    <a:pt x="0" y="1669"/>
                  </a:lnTo>
                  <a:lnTo>
                    <a:pt x="0" y="2463"/>
                  </a:lnTo>
                  <a:lnTo>
                    <a:pt x="0" y="3417"/>
                  </a:lnTo>
                  <a:lnTo>
                    <a:pt x="80" y="3814"/>
                  </a:lnTo>
                  <a:lnTo>
                    <a:pt x="239" y="4132"/>
                  </a:lnTo>
                  <a:lnTo>
                    <a:pt x="477" y="4449"/>
                  </a:lnTo>
                  <a:lnTo>
                    <a:pt x="795" y="4688"/>
                  </a:lnTo>
                  <a:lnTo>
                    <a:pt x="1192" y="4847"/>
                  </a:lnTo>
                  <a:lnTo>
                    <a:pt x="1748" y="5005"/>
                  </a:lnTo>
                  <a:lnTo>
                    <a:pt x="2383" y="5085"/>
                  </a:lnTo>
                  <a:lnTo>
                    <a:pt x="3257" y="5244"/>
                  </a:lnTo>
                  <a:lnTo>
                    <a:pt x="5402" y="5323"/>
                  </a:lnTo>
                  <a:lnTo>
                    <a:pt x="18667" y="5323"/>
                  </a:lnTo>
                  <a:lnTo>
                    <a:pt x="20812" y="5244"/>
                  </a:lnTo>
                  <a:lnTo>
                    <a:pt x="21686" y="5164"/>
                  </a:lnTo>
                  <a:lnTo>
                    <a:pt x="22321" y="5085"/>
                  </a:lnTo>
                  <a:lnTo>
                    <a:pt x="22957" y="4926"/>
                  </a:lnTo>
                  <a:lnTo>
                    <a:pt x="23354" y="4767"/>
                  </a:lnTo>
                  <a:lnTo>
                    <a:pt x="23751" y="4529"/>
                  </a:lnTo>
                  <a:lnTo>
                    <a:pt x="23990" y="4211"/>
                  </a:lnTo>
                  <a:lnTo>
                    <a:pt x="24148" y="3893"/>
                  </a:lnTo>
                  <a:lnTo>
                    <a:pt x="24307" y="3496"/>
                  </a:lnTo>
                  <a:lnTo>
                    <a:pt x="24387" y="3020"/>
                  </a:lnTo>
                  <a:lnTo>
                    <a:pt x="24387" y="2463"/>
                  </a:lnTo>
                  <a:lnTo>
                    <a:pt x="24387" y="1749"/>
                  </a:lnTo>
                  <a:lnTo>
                    <a:pt x="24387" y="1431"/>
                  </a:lnTo>
                  <a:lnTo>
                    <a:pt x="24307" y="1193"/>
                  </a:lnTo>
                  <a:lnTo>
                    <a:pt x="24148" y="954"/>
                  </a:lnTo>
                  <a:lnTo>
                    <a:pt x="23910" y="716"/>
                  </a:lnTo>
                  <a:lnTo>
                    <a:pt x="23513" y="557"/>
                  </a:lnTo>
                  <a:lnTo>
                    <a:pt x="23036" y="398"/>
                  </a:lnTo>
                  <a:lnTo>
                    <a:pt x="22321" y="319"/>
                  </a:lnTo>
                  <a:lnTo>
                    <a:pt x="21448" y="239"/>
                  </a:lnTo>
                  <a:lnTo>
                    <a:pt x="19065" y="80"/>
                  </a:lnTo>
                  <a:lnTo>
                    <a:pt x="156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5821675" y="1550775"/>
              <a:ext cx="303875" cy="79475"/>
            </a:xfrm>
            <a:custGeom>
              <a:avLst/>
              <a:gdLst/>
              <a:ahLst/>
              <a:cxnLst/>
              <a:rect l="l" t="t" r="r" b="b"/>
              <a:pathLst>
                <a:path w="12155" h="3179" extrusionOk="0">
                  <a:moveTo>
                    <a:pt x="3893" y="1"/>
                  </a:moveTo>
                  <a:lnTo>
                    <a:pt x="2145" y="80"/>
                  </a:lnTo>
                  <a:lnTo>
                    <a:pt x="1510" y="160"/>
                  </a:lnTo>
                  <a:lnTo>
                    <a:pt x="954" y="318"/>
                  </a:lnTo>
                  <a:lnTo>
                    <a:pt x="557" y="477"/>
                  </a:lnTo>
                  <a:lnTo>
                    <a:pt x="239" y="716"/>
                  </a:lnTo>
                  <a:lnTo>
                    <a:pt x="80" y="1033"/>
                  </a:lnTo>
                  <a:lnTo>
                    <a:pt x="1" y="1510"/>
                  </a:lnTo>
                  <a:lnTo>
                    <a:pt x="80" y="1987"/>
                  </a:lnTo>
                  <a:lnTo>
                    <a:pt x="239" y="2384"/>
                  </a:lnTo>
                  <a:lnTo>
                    <a:pt x="557" y="2622"/>
                  </a:lnTo>
                  <a:lnTo>
                    <a:pt x="1033" y="2860"/>
                  </a:lnTo>
                  <a:lnTo>
                    <a:pt x="1748" y="3019"/>
                  </a:lnTo>
                  <a:lnTo>
                    <a:pt x="2543" y="3099"/>
                  </a:lnTo>
                  <a:lnTo>
                    <a:pt x="5005" y="3178"/>
                  </a:lnTo>
                  <a:lnTo>
                    <a:pt x="7706" y="3099"/>
                  </a:lnTo>
                  <a:lnTo>
                    <a:pt x="8897" y="3019"/>
                  </a:lnTo>
                  <a:lnTo>
                    <a:pt x="10009" y="2860"/>
                  </a:lnTo>
                  <a:lnTo>
                    <a:pt x="10883" y="2701"/>
                  </a:lnTo>
                  <a:lnTo>
                    <a:pt x="11519" y="2384"/>
                  </a:lnTo>
                  <a:lnTo>
                    <a:pt x="11757" y="2225"/>
                  </a:lnTo>
                  <a:lnTo>
                    <a:pt x="11995" y="1987"/>
                  </a:lnTo>
                  <a:lnTo>
                    <a:pt x="12075" y="1748"/>
                  </a:lnTo>
                  <a:lnTo>
                    <a:pt x="12154" y="1510"/>
                  </a:lnTo>
                  <a:lnTo>
                    <a:pt x="12075" y="1272"/>
                  </a:lnTo>
                  <a:lnTo>
                    <a:pt x="11995" y="1113"/>
                  </a:lnTo>
                  <a:lnTo>
                    <a:pt x="11757" y="954"/>
                  </a:lnTo>
                  <a:lnTo>
                    <a:pt x="11519" y="795"/>
                  </a:lnTo>
                  <a:lnTo>
                    <a:pt x="10804" y="557"/>
                  </a:lnTo>
                  <a:lnTo>
                    <a:pt x="9851" y="318"/>
                  </a:lnTo>
                  <a:lnTo>
                    <a:pt x="8659" y="160"/>
                  </a:lnTo>
                  <a:lnTo>
                    <a:pt x="7229" y="80"/>
                  </a:lnTo>
                  <a:lnTo>
                    <a:pt x="5641"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p:cNvSpPr/>
            <p:nvPr/>
          </p:nvSpPr>
          <p:spPr>
            <a:xfrm>
              <a:off x="1474600" y="1441550"/>
              <a:ext cx="359475" cy="135075"/>
            </a:xfrm>
            <a:custGeom>
              <a:avLst/>
              <a:gdLst/>
              <a:ahLst/>
              <a:cxnLst/>
              <a:rect l="l" t="t" r="r" b="b"/>
              <a:pathLst>
                <a:path w="14379" h="5403" extrusionOk="0">
                  <a:moveTo>
                    <a:pt x="6514" y="1"/>
                  </a:moveTo>
                  <a:lnTo>
                    <a:pt x="4369" y="80"/>
                  </a:lnTo>
                  <a:lnTo>
                    <a:pt x="2781" y="80"/>
                  </a:lnTo>
                  <a:lnTo>
                    <a:pt x="1669" y="160"/>
                  </a:lnTo>
                  <a:lnTo>
                    <a:pt x="874" y="398"/>
                  </a:lnTo>
                  <a:lnTo>
                    <a:pt x="636" y="477"/>
                  </a:lnTo>
                  <a:lnTo>
                    <a:pt x="398" y="716"/>
                  </a:lnTo>
                  <a:lnTo>
                    <a:pt x="239" y="875"/>
                  </a:lnTo>
                  <a:lnTo>
                    <a:pt x="159" y="1113"/>
                  </a:lnTo>
                  <a:lnTo>
                    <a:pt x="0" y="1748"/>
                  </a:lnTo>
                  <a:lnTo>
                    <a:pt x="0" y="2543"/>
                  </a:lnTo>
                  <a:lnTo>
                    <a:pt x="0" y="3496"/>
                  </a:lnTo>
                  <a:lnTo>
                    <a:pt x="80" y="3893"/>
                  </a:lnTo>
                  <a:lnTo>
                    <a:pt x="159" y="4211"/>
                  </a:lnTo>
                  <a:lnTo>
                    <a:pt x="318" y="4449"/>
                  </a:lnTo>
                  <a:lnTo>
                    <a:pt x="477" y="4687"/>
                  </a:lnTo>
                  <a:lnTo>
                    <a:pt x="715" y="4926"/>
                  </a:lnTo>
                  <a:lnTo>
                    <a:pt x="1033" y="5085"/>
                  </a:lnTo>
                  <a:lnTo>
                    <a:pt x="1430" y="5164"/>
                  </a:lnTo>
                  <a:lnTo>
                    <a:pt x="1907" y="5243"/>
                  </a:lnTo>
                  <a:lnTo>
                    <a:pt x="3178" y="5402"/>
                  </a:lnTo>
                  <a:lnTo>
                    <a:pt x="10962" y="5402"/>
                  </a:lnTo>
                  <a:lnTo>
                    <a:pt x="12233" y="5323"/>
                  </a:lnTo>
                  <a:lnTo>
                    <a:pt x="12789" y="5243"/>
                  </a:lnTo>
                  <a:lnTo>
                    <a:pt x="13187" y="5085"/>
                  </a:lnTo>
                  <a:lnTo>
                    <a:pt x="13504" y="5005"/>
                  </a:lnTo>
                  <a:lnTo>
                    <a:pt x="13743" y="4767"/>
                  </a:lnTo>
                  <a:lnTo>
                    <a:pt x="13981" y="4529"/>
                  </a:lnTo>
                  <a:lnTo>
                    <a:pt x="14140" y="4290"/>
                  </a:lnTo>
                  <a:lnTo>
                    <a:pt x="14219" y="3893"/>
                  </a:lnTo>
                  <a:lnTo>
                    <a:pt x="14299" y="3496"/>
                  </a:lnTo>
                  <a:lnTo>
                    <a:pt x="14378" y="2543"/>
                  </a:lnTo>
                  <a:lnTo>
                    <a:pt x="14378" y="1828"/>
                  </a:lnTo>
                  <a:lnTo>
                    <a:pt x="14299" y="1192"/>
                  </a:lnTo>
                  <a:lnTo>
                    <a:pt x="14219" y="1033"/>
                  </a:lnTo>
                  <a:lnTo>
                    <a:pt x="14060" y="795"/>
                  </a:lnTo>
                  <a:lnTo>
                    <a:pt x="13822" y="636"/>
                  </a:lnTo>
                  <a:lnTo>
                    <a:pt x="13584" y="477"/>
                  </a:lnTo>
                  <a:lnTo>
                    <a:pt x="13187" y="318"/>
                  </a:lnTo>
                  <a:lnTo>
                    <a:pt x="12631" y="239"/>
                  </a:lnTo>
                  <a:lnTo>
                    <a:pt x="11280" y="160"/>
                  </a:lnTo>
                  <a:lnTo>
                    <a:pt x="9215" y="80"/>
                  </a:lnTo>
                  <a:lnTo>
                    <a:pt x="65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a:off x="1629500" y="1469350"/>
              <a:ext cx="178750" cy="77475"/>
            </a:xfrm>
            <a:custGeom>
              <a:avLst/>
              <a:gdLst/>
              <a:ahLst/>
              <a:cxnLst/>
              <a:rect l="l" t="t" r="r" b="b"/>
              <a:pathLst>
                <a:path w="7150" h="3099" extrusionOk="0">
                  <a:moveTo>
                    <a:pt x="2304" y="1"/>
                  </a:moveTo>
                  <a:lnTo>
                    <a:pt x="1271" y="80"/>
                  </a:lnTo>
                  <a:lnTo>
                    <a:pt x="874" y="160"/>
                  </a:lnTo>
                  <a:lnTo>
                    <a:pt x="556" y="239"/>
                  </a:lnTo>
                  <a:lnTo>
                    <a:pt x="318" y="477"/>
                  </a:lnTo>
                  <a:lnTo>
                    <a:pt x="159" y="716"/>
                  </a:lnTo>
                  <a:lnTo>
                    <a:pt x="80" y="1033"/>
                  </a:lnTo>
                  <a:lnTo>
                    <a:pt x="0" y="1431"/>
                  </a:lnTo>
                  <a:lnTo>
                    <a:pt x="0" y="1907"/>
                  </a:lnTo>
                  <a:lnTo>
                    <a:pt x="159" y="2304"/>
                  </a:lnTo>
                  <a:lnTo>
                    <a:pt x="318" y="2622"/>
                  </a:lnTo>
                  <a:lnTo>
                    <a:pt x="636" y="2860"/>
                  </a:lnTo>
                  <a:lnTo>
                    <a:pt x="1033" y="2940"/>
                  </a:lnTo>
                  <a:lnTo>
                    <a:pt x="1510" y="3099"/>
                  </a:lnTo>
                  <a:lnTo>
                    <a:pt x="4528" y="3099"/>
                  </a:lnTo>
                  <a:lnTo>
                    <a:pt x="5243" y="3019"/>
                  </a:lnTo>
                  <a:lnTo>
                    <a:pt x="5879" y="2860"/>
                  </a:lnTo>
                  <a:lnTo>
                    <a:pt x="6355" y="2622"/>
                  </a:lnTo>
                  <a:lnTo>
                    <a:pt x="6752" y="2304"/>
                  </a:lnTo>
                  <a:lnTo>
                    <a:pt x="7070" y="1907"/>
                  </a:lnTo>
                  <a:lnTo>
                    <a:pt x="7070" y="1669"/>
                  </a:lnTo>
                  <a:lnTo>
                    <a:pt x="7150" y="1431"/>
                  </a:lnTo>
                  <a:lnTo>
                    <a:pt x="7070" y="1033"/>
                  </a:lnTo>
                  <a:lnTo>
                    <a:pt x="6752" y="716"/>
                  </a:lnTo>
                  <a:lnTo>
                    <a:pt x="6355" y="477"/>
                  </a:lnTo>
                  <a:lnTo>
                    <a:pt x="5799" y="239"/>
                  </a:lnTo>
                  <a:lnTo>
                    <a:pt x="5084" y="80"/>
                  </a:lnTo>
                  <a:lnTo>
                    <a:pt x="4290"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a:off x="3857650" y="283800"/>
              <a:ext cx="59600" cy="75475"/>
            </a:xfrm>
            <a:custGeom>
              <a:avLst/>
              <a:gdLst/>
              <a:ahLst/>
              <a:cxnLst/>
              <a:rect l="l" t="t" r="r" b="b"/>
              <a:pathLst>
                <a:path w="2384" h="3019" extrusionOk="0">
                  <a:moveTo>
                    <a:pt x="0" y="0"/>
                  </a:moveTo>
                  <a:lnTo>
                    <a:pt x="0" y="556"/>
                  </a:lnTo>
                  <a:lnTo>
                    <a:pt x="874" y="556"/>
                  </a:lnTo>
                  <a:lnTo>
                    <a:pt x="874" y="3019"/>
                  </a:lnTo>
                  <a:lnTo>
                    <a:pt x="1510" y="3019"/>
                  </a:lnTo>
                  <a:lnTo>
                    <a:pt x="1510" y="556"/>
                  </a:lnTo>
                  <a:lnTo>
                    <a:pt x="2383" y="556"/>
                  </a:lnTo>
                  <a:lnTo>
                    <a:pt x="23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a:off x="3919200" y="283800"/>
              <a:ext cx="69550" cy="75475"/>
            </a:xfrm>
            <a:custGeom>
              <a:avLst/>
              <a:gdLst/>
              <a:ahLst/>
              <a:cxnLst/>
              <a:rect l="l" t="t" r="r" b="b"/>
              <a:pathLst>
                <a:path w="2782" h="3019" extrusionOk="0">
                  <a:moveTo>
                    <a:pt x="1351" y="715"/>
                  </a:moveTo>
                  <a:lnTo>
                    <a:pt x="1749" y="1827"/>
                  </a:lnTo>
                  <a:lnTo>
                    <a:pt x="954" y="1827"/>
                  </a:lnTo>
                  <a:lnTo>
                    <a:pt x="1351" y="715"/>
                  </a:lnTo>
                  <a:close/>
                  <a:moveTo>
                    <a:pt x="1034" y="0"/>
                  </a:moveTo>
                  <a:lnTo>
                    <a:pt x="1" y="3019"/>
                  </a:lnTo>
                  <a:lnTo>
                    <a:pt x="636" y="3019"/>
                  </a:lnTo>
                  <a:lnTo>
                    <a:pt x="795" y="2383"/>
                  </a:lnTo>
                  <a:lnTo>
                    <a:pt x="1907" y="2383"/>
                  </a:lnTo>
                  <a:lnTo>
                    <a:pt x="2146" y="3019"/>
                  </a:lnTo>
                  <a:lnTo>
                    <a:pt x="2781" y="3019"/>
                  </a:lnTo>
                  <a:lnTo>
                    <a:pt x="1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p:nvPr/>
          </p:nvSpPr>
          <p:spPr>
            <a:xfrm>
              <a:off x="3996650" y="283800"/>
              <a:ext cx="65575" cy="75475"/>
            </a:xfrm>
            <a:custGeom>
              <a:avLst/>
              <a:gdLst/>
              <a:ahLst/>
              <a:cxnLst/>
              <a:rect l="l" t="t" r="r" b="b"/>
              <a:pathLst>
                <a:path w="2623" h="3019" extrusionOk="0">
                  <a:moveTo>
                    <a:pt x="80" y="0"/>
                  </a:moveTo>
                  <a:lnTo>
                    <a:pt x="954" y="1509"/>
                  </a:lnTo>
                  <a:lnTo>
                    <a:pt x="1" y="3019"/>
                  </a:lnTo>
                  <a:lnTo>
                    <a:pt x="716" y="3019"/>
                  </a:lnTo>
                  <a:lnTo>
                    <a:pt x="1351" y="1986"/>
                  </a:lnTo>
                  <a:lnTo>
                    <a:pt x="1907" y="3019"/>
                  </a:lnTo>
                  <a:lnTo>
                    <a:pt x="2622" y="3019"/>
                  </a:lnTo>
                  <a:lnTo>
                    <a:pt x="1669" y="1430"/>
                  </a:lnTo>
                  <a:lnTo>
                    <a:pt x="2543" y="0"/>
                  </a:lnTo>
                  <a:lnTo>
                    <a:pt x="1828" y="0"/>
                  </a:lnTo>
                  <a:lnTo>
                    <a:pt x="1351" y="953"/>
                  </a:lnTo>
                  <a:lnTo>
                    <a:pt x="79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a:off x="4076100" y="283800"/>
              <a:ext cx="13925" cy="75475"/>
            </a:xfrm>
            <a:custGeom>
              <a:avLst/>
              <a:gdLst/>
              <a:ahLst/>
              <a:cxnLst/>
              <a:rect l="l" t="t" r="r" b="b"/>
              <a:pathLst>
                <a:path w="557" h="3019" extrusionOk="0">
                  <a:moveTo>
                    <a:pt x="0" y="0"/>
                  </a:moveTo>
                  <a:lnTo>
                    <a:pt x="0" y="3019"/>
                  </a:lnTo>
                  <a:lnTo>
                    <a:pt x="556" y="3019"/>
                  </a:lnTo>
                  <a:lnTo>
                    <a:pt x="5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 name="Google Shape;174;p15"/>
          <p:cNvSpPr/>
          <p:nvPr/>
        </p:nvSpPr>
        <p:spPr>
          <a:xfrm>
            <a:off x="15185" y="4732075"/>
            <a:ext cx="9144000" cy="41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7;p15">
            <a:extLst>
              <a:ext uri="{FF2B5EF4-FFF2-40B4-BE49-F238E27FC236}">
                <a16:creationId xmlns:a16="http://schemas.microsoft.com/office/drawing/2014/main" id="{6155D9DB-D996-AADF-E2D2-4531A49BA55C}"/>
              </a:ext>
            </a:extLst>
          </p:cNvPr>
          <p:cNvSpPr txBox="1">
            <a:spLocks/>
          </p:cNvSpPr>
          <p:nvPr/>
        </p:nvSpPr>
        <p:spPr>
          <a:xfrm>
            <a:off x="228600" y="3018326"/>
            <a:ext cx="4114800" cy="396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800"/>
              <a:buFont typeface="Roboto"/>
              <a:buNone/>
              <a:defRPr sz="1800" b="0" i="0" u="none" strike="noStrike" cap="none">
                <a:solidFill>
                  <a:schemeClr val="dk1"/>
                </a:solidFill>
                <a:latin typeface="Roboto"/>
                <a:ea typeface="Roboto"/>
                <a:cs typeface="Roboto"/>
                <a:sym typeface="Roboto"/>
              </a:defRPr>
            </a:lvl1pPr>
            <a:lvl2pPr marL="914400" marR="0" lvl="1"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2pPr>
            <a:lvl3pPr marL="1371600" marR="0" lvl="2"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4pPr>
            <a:lvl5pPr marL="2286000" marR="0" lvl="4"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5pPr>
            <a:lvl6pPr marL="2743200" marR="0" lvl="5"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6pPr>
            <a:lvl7pPr marL="3200400" marR="0" lvl="6"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7pPr>
            <a:lvl8pPr marL="3657600" marR="0" lvl="7"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8pPr>
            <a:lvl9pPr marL="4114800" marR="0" lvl="8" indent="-317500" algn="l" rtl="0">
              <a:lnSpc>
                <a:spcPct val="100000"/>
              </a:lnSpc>
              <a:spcBef>
                <a:spcPts val="0"/>
              </a:spcBef>
              <a:spcAft>
                <a:spcPts val="0"/>
              </a:spcAft>
              <a:buClr>
                <a:schemeClr val="dk1"/>
              </a:buClr>
              <a:buSzPts val="2800"/>
              <a:buFont typeface="Roboto"/>
              <a:buNone/>
              <a:defRPr sz="2800" b="0" i="0" u="none" strike="noStrike" cap="none">
                <a:solidFill>
                  <a:schemeClr val="dk1"/>
                </a:solidFill>
                <a:latin typeface="Roboto"/>
                <a:ea typeface="Roboto"/>
                <a:cs typeface="Roboto"/>
                <a:sym typeface="Roboto"/>
              </a:defRPr>
            </a:lvl9pPr>
          </a:lstStyle>
          <a:p>
            <a:pPr marL="0" indent="0">
              <a:buSzPct val="100000"/>
            </a:pPr>
            <a:r>
              <a:rPr lang="de-DE" sz="2400"/>
              <a:t>B</a:t>
            </a:r>
            <a:r>
              <a:rPr lang="en" sz="2400"/>
              <a:t>y : </a:t>
            </a:r>
            <a:r>
              <a:rPr lang="en" sz="2400" b="1"/>
              <a:t>Group </a:t>
            </a:r>
            <a:r>
              <a:rPr lang="en" sz="2400" b="1">
                <a:solidFill>
                  <a:schemeClr val="accent6"/>
                </a:solidFill>
              </a:rPr>
              <a:t>3</a:t>
            </a:r>
            <a:endParaRPr lang="en" sz="2400" b="1" dirty="0">
              <a:solidFill>
                <a:schemeClr val="accent6"/>
              </a:solidFill>
            </a:endParaRPr>
          </a:p>
        </p:txBody>
      </p:sp>
      <p:sp>
        <p:nvSpPr>
          <p:cNvPr id="8" name="TextBox 7">
            <a:extLst>
              <a:ext uri="{FF2B5EF4-FFF2-40B4-BE49-F238E27FC236}">
                <a16:creationId xmlns:a16="http://schemas.microsoft.com/office/drawing/2014/main" id="{2F70BBD9-D2FE-EAD2-DA12-D616086DF199}"/>
              </a:ext>
            </a:extLst>
          </p:cNvPr>
          <p:cNvSpPr txBox="1"/>
          <p:nvPr/>
        </p:nvSpPr>
        <p:spPr>
          <a:xfrm>
            <a:off x="228600" y="3467232"/>
            <a:ext cx="4948518" cy="923330"/>
          </a:xfrm>
          <a:prstGeom prst="rect">
            <a:avLst/>
          </a:prstGeom>
          <a:noFill/>
        </p:spPr>
        <p:txBody>
          <a:bodyPr wrap="square">
            <a:spAutoFit/>
          </a:bodyPr>
          <a:lstStyle/>
          <a:p>
            <a:pPr marL="0" indent="-285750">
              <a:buSzPct val="100000"/>
              <a:buFont typeface="Arial" panose="020B0604020202020204" pitchFamily="34" charset="0"/>
              <a:buChar char="•"/>
            </a:pPr>
            <a:r>
              <a:rPr lang="de-DE" sz="1800" dirty="0">
                <a:solidFill>
                  <a:schemeClr val="bg2"/>
                </a:solidFill>
                <a:latin typeface="DM Sans" pitchFamily="2" charset="0"/>
              </a:rPr>
              <a:t>Mahmoud Ayman Samir </a:t>
            </a:r>
            <a:endParaRPr lang="en-US" sz="1800" kern="100" dirty="0">
              <a:solidFill>
                <a:schemeClr val="bg2"/>
              </a:solidFill>
              <a:latin typeface="DM Sans" pitchFamily="2" charset="0"/>
              <a:cs typeface="Arial" panose="020B0604020202020204" pitchFamily="34" charset="0"/>
            </a:endParaRPr>
          </a:p>
          <a:p>
            <a:pPr marL="0" indent="-285750">
              <a:buSzPct val="100000"/>
              <a:buFont typeface="Arial" panose="020B0604020202020204" pitchFamily="34" charset="0"/>
              <a:buChar char="•"/>
            </a:pPr>
            <a:r>
              <a:rPr lang="de-DE" sz="1800" dirty="0">
                <a:solidFill>
                  <a:schemeClr val="bg2"/>
                </a:solidFill>
                <a:latin typeface="DM Sans" pitchFamily="2" charset="0"/>
              </a:rPr>
              <a:t>Hana Alaaeldin Saleh </a:t>
            </a:r>
            <a:endParaRPr lang="en-US" sz="1800" kern="100" dirty="0">
              <a:solidFill>
                <a:schemeClr val="bg2"/>
              </a:solidFill>
              <a:latin typeface="DM Sans" pitchFamily="2" charset="0"/>
              <a:cs typeface="Arial" panose="020B0604020202020204" pitchFamily="34" charset="0"/>
            </a:endParaRPr>
          </a:p>
          <a:p>
            <a:pPr marL="0" indent="-285750">
              <a:buSzPct val="100000"/>
              <a:buFont typeface="Arial" panose="020B0604020202020204" pitchFamily="34" charset="0"/>
              <a:buChar char="•"/>
            </a:pPr>
            <a:r>
              <a:rPr lang="de-DE" sz="1800" dirty="0">
                <a:solidFill>
                  <a:schemeClr val="bg2"/>
                </a:solidFill>
                <a:latin typeface="DM Sans" pitchFamily="2" charset="0"/>
              </a:rPr>
              <a:t>Mahmoud shawky </a:t>
            </a:r>
            <a:endParaRPr lang="en-US" sz="1800" kern="100" dirty="0">
              <a:solidFill>
                <a:schemeClr val="bg2"/>
              </a:solidFill>
              <a:latin typeface="DM Sans" pitchFamily="2" charset="0"/>
              <a:ea typeface="Calibri" panose="020F050202020403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D948A854-EC22-F40C-3C6C-F70EEBF5F718}"/>
            </a:ext>
          </a:extLst>
        </p:cNvPr>
        <p:cNvGrpSpPr/>
        <p:nvPr/>
      </p:nvGrpSpPr>
      <p:grpSpPr>
        <a:xfrm>
          <a:off x="0" y="0"/>
          <a:ext cx="0" cy="0"/>
          <a:chOff x="0" y="0"/>
          <a:chExt cx="0" cy="0"/>
        </a:xfrm>
      </p:grpSpPr>
      <p:sp>
        <p:nvSpPr>
          <p:cNvPr id="179" name="Google Shape;179;p16">
            <a:extLst>
              <a:ext uri="{FF2B5EF4-FFF2-40B4-BE49-F238E27FC236}">
                <a16:creationId xmlns:a16="http://schemas.microsoft.com/office/drawing/2014/main" id="{FF15CAA2-87FB-FB20-92AF-37A13791DBD9}"/>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DE" sz="3600" dirty="0"/>
              <a:t>Table Of Contents</a:t>
            </a:r>
          </a:p>
        </p:txBody>
      </p:sp>
      <p:grpSp>
        <p:nvGrpSpPr>
          <p:cNvPr id="181" name="Google Shape;181;p16">
            <a:extLst>
              <a:ext uri="{FF2B5EF4-FFF2-40B4-BE49-F238E27FC236}">
                <a16:creationId xmlns:a16="http://schemas.microsoft.com/office/drawing/2014/main" id="{34300150-0FA0-D632-7F1B-D79E624D95F7}"/>
              </a:ext>
            </a:extLst>
          </p:cNvPr>
          <p:cNvGrpSpPr/>
          <p:nvPr/>
        </p:nvGrpSpPr>
        <p:grpSpPr>
          <a:xfrm>
            <a:off x="457200" y="2200522"/>
            <a:ext cx="7962970" cy="533478"/>
            <a:chOff x="457200" y="2514600"/>
            <a:chExt cx="8229609" cy="551341"/>
          </a:xfrm>
        </p:grpSpPr>
        <p:sp>
          <p:nvSpPr>
            <p:cNvPr id="182" name="Google Shape;182;p16">
              <a:extLst>
                <a:ext uri="{FF2B5EF4-FFF2-40B4-BE49-F238E27FC236}">
                  <a16:creationId xmlns:a16="http://schemas.microsoft.com/office/drawing/2014/main" id="{9F25FF0E-E80B-8D10-45F6-305545FC88E8}"/>
                </a:ext>
              </a:extLst>
            </p:cNvPr>
            <p:cNvSpPr/>
            <p:nvPr/>
          </p:nvSpPr>
          <p:spPr>
            <a:xfrm>
              <a:off x="457200"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a:extLst>
                <a:ext uri="{FF2B5EF4-FFF2-40B4-BE49-F238E27FC236}">
                  <a16:creationId xmlns:a16="http://schemas.microsoft.com/office/drawing/2014/main" id="{6E0E29AC-3A3A-9154-4D5C-E4B4D5F55375}"/>
                </a:ext>
              </a:extLst>
            </p:cNvPr>
            <p:cNvSpPr/>
            <p:nvPr/>
          </p:nvSpPr>
          <p:spPr>
            <a:xfrm>
              <a:off x="732845"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a:extLst>
                <a:ext uri="{FF2B5EF4-FFF2-40B4-BE49-F238E27FC236}">
                  <a16:creationId xmlns:a16="http://schemas.microsoft.com/office/drawing/2014/main" id="{0B065611-16BA-51D7-0FBF-EDBE85C51C87}"/>
                </a:ext>
              </a:extLst>
            </p:cNvPr>
            <p:cNvSpPr/>
            <p:nvPr/>
          </p:nvSpPr>
          <p:spPr>
            <a:xfrm>
              <a:off x="1008490"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a:extLst>
                <a:ext uri="{FF2B5EF4-FFF2-40B4-BE49-F238E27FC236}">
                  <a16:creationId xmlns:a16="http://schemas.microsoft.com/office/drawing/2014/main" id="{7B7803C2-B679-7704-92A7-88CC289CCBCF}"/>
                </a:ext>
              </a:extLst>
            </p:cNvPr>
            <p:cNvSpPr/>
            <p:nvPr/>
          </p:nvSpPr>
          <p:spPr>
            <a:xfrm>
              <a:off x="1284135"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a:extLst>
                <a:ext uri="{FF2B5EF4-FFF2-40B4-BE49-F238E27FC236}">
                  <a16:creationId xmlns:a16="http://schemas.microsoft.com/office/drawing/2014/main" id="{995ACE88-4BAA-22E9-0833-265E98DFC9AC}"/>
                </a:ext>
              </a:extLst>
            </p:cNvPr>
            <p:cNvSpPr/>
            <p:nvPr/>
          </p:nvSpPr>
          <p:spPr>
            <a:xfrm>
              <a:off x="1559780"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a:extLst>
                <a:ext uri="{FF2B5EF4-FFF2-40B4-BE49-F238E27FC236}">
                  <a16:creationId xmlns:a16="http://schemas.microsoft.com/office/drawing/2014/main" id="{02877B29-C4B2-1933-FDB8-ABC665A254FD}"/>
                </a:ext>
              </a:extLst>
            </p:cNvPr>
            <p:cNvSpPr/>
            <p:nvPr/>
          </p:nvSpPr>
          <p:spPr>
            <a:xfrm>
              <a:off x="183542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a:extLst>
                <a:ext uri="{FF2B5EF4-FFF2-40B4-BE49-F238E27FC236}">
                  <a16:creationId xmlns:a16="http://schemas.microsoft.com/office/drawing/2014/main" id="{5C1D3E15-9323-2D14-5F04-269A82666FA1}"/>
                </a:ext>
              </a:extLst>
            </p:cNvPr>
            <p:cNvSpPr/>
            <p:nvPr/>
          </p:nvSpPr>
          <p:spPr>
            <a:xfrm>
              <a:off x="211106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a:extLst>
                <a:ext uri="{FF2B5EF4-FFF2-40B4-BE49-F238E27FC236}">
                  <a16:creationId xmlns:a16="http://schemas.microsoft.com/office/drawing/2014/main" id="{97A2D812-3135-5C40-2EB1-C8F8F07550BB}"/>
                </a:ext>
              </a:extLst>
            </p:cNvPr>
            <p:cNvSpPr/>
            <p:nvPr/>
          </p:nvSpPr>
          <p:spPr>
            <a:xfrm>
              <a:off x="238671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a:extLst>
                <a:ext uri="{FF2B5EF4-FFF2-40B4-BE49-F238E27FC236}">
                  <a16:creationId xmlns:a16="http://schemas.microsoft.com/office/drawing/2014/main" id="{213A2E31-D328-D5BF-CB1E-DDDF0233C8DD}"/>
                </a:ext>
              </a:extLst>
            </p:cNvPr>
            <p:cNvSpPr/>
            <p:nvPr/>
          </p:nvSpPr>
          <p:spPr>
            <a:xfrm>
              <a:off x="266235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a:extLst>
                <a:ext uri="{FF2B5EF4-FFF2-40B4-BE49-F238E27FC236}">
                  <a16:creationId xmlns:a16="http://schemas.microsoft.com/office/drawing/2014/main" id="{79B12200-6BD1-55A5-0213-C0B6A318CAEC}"/>
                </a:ext>
              </a:extLst>
            </p:cNvPr>
            <p:cNvSpPr/>
            <p:nvPr/>
          </p:nvSpPr>
          <p:spPr>
            <a:xfrm>
              <a:off x="293800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a:extLst>
                <a:ext uri="{FF2B5EF4-FFF2-40B4-BE49-F238E27FC236}">
                  <a16:creationId xmlns:a16="http://schemas.microsoft.com/office/drawing/2014/main" id="{272143A1-93E6-11DA-F9D0-B49EBA558C8F}"/>
                </a:ext>
              </a:extLst>
            </p:cNvPr>
            <p:cNvSpPr/>
            <p:nvPr/>
          </p:nvSpPr>
          <p:spPr>
            <a:xfrm>
              <a:off x="321364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a:extLst>
                <a:ext uri="{FF2B5EF4-FFF2-40B4-BE49-F238E27FC236}">
                  <a16:creationId xmlns:a16="http://schemas.microsoft.com/office/drawing/2014/main" id="{132AD94F-D4BB-CA22-34DE-A456F026E9ED}"/>
                </a:ext>
              </a:extLst>
            </p:cNvPr>
            <p:cNvSpPr/>
            <p:nvPr/>
          </p:nvSpPr>
          <p:spPr>
            <a:xfrm>
              <a:off x="348929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a:extLst>
                <a:ext uri="{FF2B5EF4-FFF2-40B4-BE49-F238E27FC236}">
                  <a16:creationId xmlns:a16="http://schemas.microsoft.com/office/drawing/2014/main" id="{266031D8-3F7D-81A7-EEBD-4D4E6B55796C}"/>
                </a:ext>
              </a:extLst>
            </p:cNvPr>
            <p:cNvSpPr/>
            <p:nvPr/>
          </p:nvSpPr>
          <p:spPr>
            <a:xfrm>
              <a:off x="376493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a:extLst>
                <a:ext uri="{FF2B5EF4-FFF2-40B4-BE49-F238E27FC236}">
                  <a16:creationId xmlns:a16="http://schemas.microsoft.com/office/drawing/2014/main" id="{55D349A0-EDF7-623E-6AE7-372F15EAEEA3}"/>
                </a:ext>
              </a:extLst>
            </p:cNvPr>
            <p:cNvSpPr/>
            <p:nvPr/>
          </p:nvSpPr>
          <p:spPr>
            <a:xfrm>
              <a:off x="404058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a:extLst>
                <a:ext uri="{FF2B5EF4-FFF2-40B4-BE49-F238E27FC236}">
                  <a16:creationId xmlns:a16="http://schemas.microsoft.com/office/drawing/2014/main" id="{94369901-0C24-1906-67C9-21DF8605FD8E}"/>
                </a:ext>
              </a:extLst>
            </p:cNvPr>
            <p:cNvSpPr/>
            <p:nvPr/>
          </p:nvSpPr>
          <p:spPr>
            <a:xfrm>
              <a:off x="431622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a:extLst>
                <a:ext uri="{FF2B5EF4-FFF2-40B4-BE49-F238E27FC236}">
                  <a16:creationId xmlns:a16="http://schemas.microsoft.com/office/drawing/2014/main" id="{83B398BA-4805-2CF1-D2FE-2AB82CB1092E}"/>
                </a:ext>
              </a:extLst>
            </p:cNvPr>
            <p:cNvSpPr/>
            <p:nvPr/>
          </p:nvSpPr>
          <p:spPr>
            <a:xfrm>
              <a:off x="4591873"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a:extLst>
                <a:ext uri="{FF2B5EF4-FFF2-40B4-BE49-F238E27FC236}">
                  <a16:creationId xmlns:a16="http://schemas.microsoft.com/office/drawing/2014/main" id="{8E7D2EC7-2243-4DC1-8E12-2334B3A09E66}"/>
                </a:ext>
              </a:extLst>
            </p:cNvPr>
            <p:cNvSpPr/>
            <p:nvPr/>
          </p:nvSpPr>
          <p:spPr>
            <a:xfrm>
              <a:off x="482771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a:extLst>
                <a:ext uri="{FF2B5EF4-FFF2-40B4-BE49-F238E27FC236}">
                  <a16:creationId xmlns:a16="http://schemas.microsoft.com/office/drawing/2014/main" id="{134FF0AF-D4F1-DDCA-4637-50E450B5A953}"/>
                </a:ext>
              </a:extLst>
            </p:cNvPr>
            <p:cNvSpPr/>
            <p:nvPr/>
          </p:nvSpPr>
          <p:spPr>
            <a:xfrm>
              <a:off x="510336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a:extLst>
                <a:ext uri="{FF2B5EF4-FFF2-40B4-BE49-F238E27FC236}">
                  <a16:creationId xmlns:a16="http://schemas.microsoft.com/office/drawing/2014/main" id="{DB80D9EE-89CF-D586-807D-92687A9B2CC7}"/>
                </a:ext>
              </a:extLst>
            </p:cNvPr>
            <p:cNvSpPr/>
            <p:nvPr/>
          </p:nvSpPr>
          <p:spPr>
            <a:xfrm>
              <a:off x="537900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a:extLst>
                <a:ext uri="{FF2B5EF4-FFF2-40B4-BE49-F238E27FC236}">
                  <a16:creationId xmlns:a16="http://schemas.microsoft.com/office/drawing/2014/main" id="{744205C4-E388-9BA3-E022-123AD71E9CD3}"/>
                </a:ext>
              </a:extLst>
            </p:cNvPr>
            <p:cNvSpPr/>
            <p:nvPr/>
          </p:nvSpPr>
          <p:spPr>
            <a:xfrm>
              <a:off x="565465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a:extLst>
                <a:ext uri="{FF2B5EF4-FFF2-40B4-BE49-F238E27FC236}">
                  <a16:creationId xmlns:a16="http://schemas.microsoft.com/office/drawing/2014/main" id="{3128DCFA-7CF8-F518-A8B0-B92005CF2D35}"/>
                </a:ext>
              </a:extLst>
            </p:cNvPr>
            <p:cNvSpPr/>
            <p:nvPr/>
          </p:nvSpPr>
          <p:spPr>
            <a:xfrm>
              <a:off x="593029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a:extLst>
                <a:ext uri="{FF2B5EF4-FFF2-40B4-BE49-F238E27FC236}">
                  <a16:creationId xmlns:a16="http://schemas.microsoft.com/office/drawing/2014/main" id="{A2E0D3AE-F564-E02A-5F45-1F5CF21CD69B}"/>
                </a:ext>
              </a:extLst>
            </p:cNvPr>
            <p:cNvSpPr/>
            <p:nvPr/>
          </p:nvSpPr>
          <p:spPr>
            <a:xfrm>
              <a:off x="620594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a:extLst>
                <a:ext uri="{FF2B5EF4-FFF2-40B4-BE49-F238E27FC236}">
                  <a16:creationId xmlns:a16="http://schemas.microsoft.com/office/drawing/2014/main" id="{547053BC-DCDE-6CE5-55FC-49D8AA531755}"/>
                </a:ext>
              </a:extLst>
            </p:cNvPr>
            <p:cNvSpPr/>
            <p:nvPr/>
          </p:nvSpPr>
          <p:spPr>
            <a:xfrm>
              <a:off x="6481588"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a:extLst>
                <a:ext uri="{FF2B5EF4-FFF2-40B4-BE49-F238E27FC236}">
                  <a16:creationId xmlns:a16="http://schemas.microsoft.com/office/drawing/2014/main" id="{64C59AC3-6F7F-9DC4-EBEA-29A3FFEA886C}"/>
                </a:ext>
              </a:extLst>
            </p:cNvPr>
            <p:cNvSpPr/>
            <p:nvPr/>
          </p:nvSpPr>
          <p:spPr>
            <a:xfrm>
              <a:off x="6757233"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a:extLst>
                <a:ext uri="{FF2B5EF4-FFF2-40B4-BE49-F238E27FC236}">
                  <a16:creationId xmlns:a16="http://schemas.microsoft.com/office/drawing/2014/main" id="{DAC7F01B-2AE7-27EC-6C29-AFDF8DC64128}"/>
                </a:ext>
              </a:extLst>
            </p:cNvPr>
            <p:cNvSpPr/>
            <p:nvPr/>
          </p:nvSpPr>
          <p:spPr>
            <a:xfrm>
              <a:off x="7032878"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a:extLst>
                <a:ext uri="{FF2B5EF4-FFF2-40B4-BE49-F238E27FC236}">
                  <a16:creationId xmlns:a16="http://schemas.microsoft.com/office/drawing/2014/main" id="{BC62B1D6-3013-08A1-902A-01C19B67E299}"/>
                </a:ext>
              </a:extLst>
            </p:cNvPr>
            <p:cNvSpPr/>
            <p:nvPr/>
          </p:nvSpPr>
          <p:spPr>
            <a:xfrm>
              <a:off x="7308523"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6">
              <a:extLst>
                <a:ext uri="{FF2B5EF4-FFF2-40B4-BE49-F238E27FC236}">
                  <a16:creationId xmlns:a16="http://schemas.microsoft.com/office/drawing/2014/main" id="{E01683FE-7D09-A9AD-3A0E-A9A1F081540B}"/>
                </a:ext>
              </a:extLst>
            </p:cNvPr>
            <p:cNvSpPr/>
            <p:nvPr/>
          </p:nvSpPr>
          <p:spPr>
            <a:xfrm>
              <a:off x="7584174"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a:extLst>
                <a:ext uri="{FF2B5EF4-FFF2-40B4-BE49-F238E27FC236}">
                  <a16:creationId xmlns:a16="http://schemas.microsoft.com/office/drawing/2014/main" id="{0E399D3A-FA10-95CA-0242-55AD7B8EFA2D}"/>
                </a:ext>
              </a:extLst>
            </p:cNvPr>
            <p:cNvSpPr/>
            <p:nvPr/>
          </p:nvSpPr>
          <p:spPr>
            <a:xfrm>
              <a:off x="7859819"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a:extLst>
                <a:ext uri="{FF2B5EF4-FFF2-40B4-BE49-F238E27FC236}">
                  <a16:creationId xmlns:a16="http://schemas.microsoft.com/office/drawing/2014/main" id="{0E86F14E-4C95-D7F1-FDB0-FFCAC66FE8BB}"/>
                </a:ext>
              </a:extLst>
            </p:cNvPr>
            <p:cNvSpPr/>
            <p:nvPr/>
          </p:nvSpPr>
          <p:spPr>
            <a:xfrm>
              <a:off x="8135464"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a:extLst>
                <a:ext uri="{FF2B5EF4-FFF2-40B4-BE49-F238E27FC236}">
                  <a16:creationId xmlns:a16="http://schemas.microsoft.com/office/drawing/2014/main" id="{F26B89A5-3381-267F-A98F-80567BEE106C}"/>
                </a:ext>
              </a:extLst>
            </p:cNvPr>
            <p:cNvSpPr/>
            <p:nvPr/>
          </p:nvSpPr>
          <p:spPr>
            <a:xfrm>
              <a:off x="8411109"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16">
            <a:extLst>
              <a:ext uri="{FF2B5EF4-FFF2-40B4-BE49-F238E27FC236}">
                <a16:creationId xmlns:a16="http://schemas.microsoft.com/office/drawing/2014/main" id="{41801B96-6ABF-D8CD-6A7B-5F2F74E83766}"/>
              </a:ext>
            </a:extLst>
          </p:cNvPr>
          <p:cNvSpPr/>
          <p:nvPr/>
        </p:nvSpPr>
        <p:spPr>
          <a:xfrm>
            <a:off x="8420031" y="2200530"/>
            <a:ext cx="266700" cy="26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a:extLst>
              <a:ext uri="{FF2B5EF4-FFF2-40B4-BE49-F238E27FC236}">
                <a16:creationId xmlns:a16="http://schemas.microsoft.com/office/drawing/2014/main" id="{E188DD19-37A2-0A09-2B3E-6BA5F80FD544}"/>
              </a:ext>
            </a:extLst>
          </p:cNvPr>
          <p:cNvSpPr txBox="1"/>
          <p:nvPr/>
        </p:nvSpPr>
        <p:spPr>
          <a:xfrm>
            <a:off x="574275" y="3134323"/>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Introduction &amp; Objective</a:t>
            </a:r>
          </a:p>
        </p:txBody>
      </p:sp>
      <p:sp>
        <p:nvSpPr>
          <p:cNvPr id="215" name="Google Shape;215;p16">
            <a:extLst>
              <a:ext uri="{FF2B5EF4-FFF2-40B4-BE49-F238E27FC236}">
                <a16:creationId xmlns:a16="http://schemas.microsoft.com/office/drawing/2014/main" id="{FB2B5563-556D-0E62-E52A-78E8F3D9B97E}"/>
              </a:ext>
            </a:extLst>
          </p:cNvPr>
          <p:cNvSpPr txBox="1"/>
          <p:nvPr/>
        </p:nvSpPr>
        <p:spPr>
          <a:xfrm>
            <a:off x="420525" y="3979637"/>
            <a:ext cx="19587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Understanding the purpose of analyzing NYC taxi fare data</a:t>
            </a:r>
            <a:endParaRPr dirty="0">
              <a:solidFill>
                <a:schemeClr val="dk1"/>
              </a:solidFill>
              <a:latin typeface="Roboto"/>
              <a:ea typeface="Roboto"/>
              <a:cs typeface="Roboto"/>
              <a:sym typeface="Roboto"/>
            </a:endParaRPr>
          </a:p>
        </p:txBody>
      </p:sp>
      <p:sp>
        <p:nvSpPr>
          <p:cNvPr id="216" name="Google Shape;216;p16">
            <a:extLst>
              <a:ext uri="{FF2B5EF4-FFF2-40B4-BE49-F238E27FC236}">
                <a16:creationId xmlns:a16="http://schemas.microsoft.com/office/drawing/2014/main" id="{25A1625A-7B34-0C90-0ADD-899D96484D0C}"/>
              </a:ext>
            </a:extLst>
          </p:cNvPr>
          <p:cNvSpPr txBox="1"/>
          <p:nvPr/>
        </p:nvSpPr>
        <p:spPr>
          <a:xfrm>
            <a:off x="109282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dk1"/>
                </a:solidFill>
                <a:latin typeface="Fira Sans Extra Condensed"/>
                <a:ea typeface="Fira Sans Extra Condensed"/>
                <a:cs typeface="Fira Sans Extra Condensed"/>
                <a:sym typeface="Fira Sans Extra Condensed"/>
              </a:rPr>
              <a:t>01</a:t>
            </a:r>
            <a:endParaRPr sz="2800" b="1" dirty="0">
              <a:solidFill>
                <a:schemeClr val="dk1"/>
              </a:solidFill>
              <a:latin typeface="Fira Sans Extra Condensed"/>
              <a:ea typeface="Fira Sans Extra Condensed"/>
              <a:cs typeface="Fira Sans Extra Condensed"/>
              <a:sym typeface="Fira Sans Extra Condensed"/>
            </a:endParaRPr>
          </a:p>
        </p:txBody>
      </p:sp>
      <p:sp>
        <p:nvSpPr>
          <p:cNvPr id="218" name="Google Shape;218;p16">
            <a:extLst>
              <a:ext uri="{FF2B5EF4-FFF2-40B4-BE49-F238E27FC236}">
                <a16:creationId xmlns:a16="http://schemas.microsoft.com/office/drawing/2014/main" id="{B7599EB0-4905-3661-121A-B74726B2202F}"/>
              </a:ext>
            </a:extLst>
          </p:cNvPr>
          <p:cNvSpPr txBox="1"/>
          <p:nvPr/>
        </p:nvSpPr>
        <p:spPr>
          <a:xfrm>
            <a:off x="2689025" y="3134336"/>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Dataset Overview</a:t>
            </a:r>
            <a:endParaRPr sz="2000" b="1" dirty="0">
              <a:solidFill>
                <a:schemeClr val="dk1"/>
              </a:solidFill>
              <a:latin typeface="Fira Sans Extra Condensed"/>
              <a:ea typeface="Fira Sans Extra Condensed"/>
              <a:cs typeface="Fira Sans Extra Condensed"/>
              <a:sym typeface="Fira Sans Extra Condensed"/>
            </a:endParaRPr>
          </a:p>
        </p:txBody>
      </p:sp>
      <p:sp>
        <p:nvSpPr>
          <p:cNvPr id="219" name="Google Shape;219;p16">
            <a:extLst>
              <a:ext uri="{FF2B5EF4-FFF2-40B4-BE49-F238E27FC236}">
                <a16:creationId xmlns:a16="http://schemas.microsoft.com/office/drawing/2014/main" id="{AFA7F254-8C03-9831-1178-FE7C75DDE6D5}"/>
              </a:ext>
            </a:extLst>
          </p:cNvPr>
          <p:cNvSpPr txBox="1"/>
          <p:nvPr/>
        </p:nvSpPr>
        <p:spPr>
          <a:xfrm>
            <a:off x="2598425" y="3973946"/>
            <a:ext cx="18324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General description of the dataset &amp; key attributes</a:t>
            </a:r>
            <a:endParaRPr dirty="0">
              <a:solidFill>
                <a:schemeClr val="dk1"/>
              </a:solidFill>
              <a:latin typeface="Roboto"/>
              <a:ea typeface="Roboto"/>
              <a:cs typeface="Roboto"/>
              <a:sym typeface="Roboto"/>
            </a:endParaRPr>
          </a:p>
        </p:txBody>
      </p:sp>
      <p:sp>
        <p:nvSpPr>
          <p:cNvPr id="220" name="Google Shape;220;p16">
            <a:extLst>
              <a:ext uri="{FF2B5EF4-FFF2-40B4-BE49-F238E27FC236}">
                <a16:creationId xmlns:a16="http://schemas.microsoft.com/office/drawing/2014/main" id="{A894DA35-428C-A8F0-A4EF-1BE7EA892A8C}"/>
              </a:ext>
            </a:extLst>
          </p:cNvPr>
          <p:cNvSpPr txBox="1"/>
          <p:nvPr/>
        </p:nvSpPr>
        <p:spPr>
          <a:xfrm>
            <a:off x="320757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a:solidFill>
                  <a:schemeClr val="dk1"/>
                </a:solidFill>
                <a:latin typeface="Fira Sans Extra Condensed"/>
                <a:ea typeface="Fira Sans Extra Condensed"/>
                <a:cs typeface="Fira Sans Extra Condensed"/>
                <a:sym typeface="Fira Sans Extra Condensed"/>
              </a:rPr>
              <a:t>02</a:t>
            </a:r>
            <a:endParaRPr sz="2800" b="1">
              <a:solidFill>
                <a:schemeClr val="dk1"/>
              </a:solidFill>
              <a:latin typeface="Fira Sans Extra Condensed"/>
              <a:ea typeface="Fira Sans Extra Condensed"/>
              <a:cs typeface="Fira Sans Extra Condensed"/>
              <a:sym typeface="Fira Sans Extra Condensed"/>
            </a:endParaRPr>
          </a:p>
        </p:txBody>
      </p:sp>
      <p:sp>
        <p:nvSpPr>
          <p:cNvPr id="222" name="Google Shape;222;p16">
            <a:extLst>
              <a:ext uri="{FF2B5EF4-FFF2-40B4-BE49-F238E27FC236}">
                <a16:creationId xmlns:a16="http://schemas.microsoft.com/office/drawing/2014/main" id="{5D93D978-D619-11F9-E94D-1031775AA832}"/>
              </a:ext>
            </a:extLst>
          </p:cNvPr>
          <p:cNvSpPr txBox="1"/>
          <p:nvPr/>
        </p:nvSpPr>
        <p:spPr>
          <a:xfrm>
            <a:off x="4803775" y="3134381"/>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Data Structure &amp; Exploration</a:t>
            </a:r>
            <a:endParaRPr sz="2000" b="1" dirty="0">
              <a:solidFill>
                <a:schemeClr val="dk1"/>
              </a:solidFill>
              <a:latin typeface="Fira Sans Extra Condensed"/>
              <a:ea typeface="Fira Sans Extra Condensed"/>
              <a:cs typeface="Fira Sans Extra Condensed"/>
              <a:sym typeface="Fira Sans Extra Condensed"/>
            </a:endParaRPr>
          </a:p>
        </p:txBody>
      </p:sp>
      <p:sp>
        <p:nvSpPr>
          <p:cNvPr id="223" name="Google Shape;223;p16">
            <a:extLst>
              <a:ext uri="{FF2B5EF4-FFF2-40B4-BE49-F238E27FC236}">
                <a16:creationId xmlns:a16="http://schemas.microsoft.com/office/drawing/2014/main" id="{D9147E41-C456-E36F-F1F6-129CB139AB41}"/>
              </a:ext>
            </a:extLst>
          </p:cNvPr>
          <p:cNvSpPr txBox="1"/>
          <p:nvPr/>
        </p:nvSpPr>
        <p:spPr>
          <a:xfrm>
            <a:off x="4713175" y="3973982"/>
            <a:ext cx="18324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Understanding the dataset's structure and format</a:t>
            </a:r>
            <a:endParaRPr dirty="0">
              <a:solidFill>
                <a:schemeClr val="dk1"/>
              </a:solidFill>
              <a:latin typeface="Roboto"/>
              <a:ea typeface="Roboto"/>
              <a:cs typeface="Roboto"/>
              <a:sym typeface="Roboto"/>
            </a:endParaRPr>
          </a:p>
        </p:txBody>
      </p:sp>
      <p:sp>
        <p:nvSpPr>
          <p:cNvPr id="224" name="Google Shape;224;p16">
            <a:extLst>
              <a:ext uri="{FF2B5EF4-FFF2-40B4-BE49-F238E27FC236}">
                <a16:creationId xmlns:a16="http://schemas.microsoft.com/office/drawing/2014/main" id="{78638C79-8DAA-481C-F5FA-0AAE71212E09}"/>
              </a:ext>
            </a:extLst>
          </p:cNvPr>
          <p:cNvSpPr txBox="1"/>
          <p:nvPr/>
        </p:nvSpPr>
        <p:spPr>
          <a:xfrm>
            <a:off x="532232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a:solidFill>
                  <a:schemeClr val="dk1"/>
                </a:solidFill>
                <a:latin typeface="Fira Sans Extra Condensed"/>
                <a:ea typeface="Fira Sans Extra Condensed"/>
                <a:cs typeface="Fira Sans Extra Condensed"/>
                <a:sym typeface="Fira Sans Extra Condensed"/>
              </a:rPr>
              <a:t>03</a:t>
            </a:r>
            <a:endParaRPr sz="2800" b="1">
              <a:solidFill>
                <a:schemeClr val="dk1"/>
              </a:solidFill>
              <a:latin typeface="Fira Sans Extra Condensed"/>
              <a:ea typeface="Fira Sans Extra Condensed"/>
              <a:cs typeface="Fira Sans Extra Condensed"/>
              <a:sym typeface="Fira Sans Extra Condensed"/>
            </a:endParaRPr>
          </a:p>
        </p:txBody>
      </p:sp>
      <p:sp>
        <p:nvSpPr>
          <p:cNvPr id="226" name="Google Shape;226;p16">
            <a:extLst>
              <a:ext uri="{FF2B5EF4-FFF2-40B4-BE49-F238E27FC236}">
                <a16:creationId xmlns:a16="http://schemas.microsoft.com/office/drawing/2014/main" id="{E2A13569-C7EF-EBB2-5DCB-E24D4F22835E}"/>
              </a:ext>
            </a:extLst>
          </p:cNvPr>
          <p:cNvSpPr txBox="1"/>
          <p:nvPr/>
        </p:nvSpPr>
        <p:spPr>
          <a:xfrm>
            <a:off x="6918525" y="3134381"/>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Handling Missing Values</a:t>
            </a:r>
            <a:endParaRPr sz="2000" b="1" dirty="0">
              <a:solidFill>
                <a:schemeClr val="dk1"/>
              </a:solidFill>
              <a:latin typeface="Fira Sans Extra Condensed"/>
              <a:ea typeface="Fira Sans Extra Condensed"/>
              <a:cs typeface="Fira Sans Extra Condensed"/>
              <a:sym typeface="Fira Sans Extra Condensed"/>
            </a:endParaRPr>
          </a:p>
        </p:txBody>
      </p:sp>
      <p:sp>
        <p:nvSpPr>
          <p:cNvPr id="227" name="Google Shape;227;p16">
            <a:extLst>
              <a:ext uri="{FF2B5EF4-FFF2-40B4-BE49-F238E27FC236}">
                <a16:creationId xmlns:a16="http://schemas.microsoft.com/office/drawing/2014/main" id="{03F25CCB-2A03-F2A2-42A6-1AE022FC99F5}"/>
              </a:ext>
            </a:extLst>
          </p:cNvPr>
          <p:cNvSpPr txBox="1"/>
          <p:nvPr/>
        </p:nvSpPr>
        <p:spPr>
          <a:xfrm>
            <a:off x="6827925" y="3973982"/>
            <a:ext cx="18324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leaning up incomplete data to improve analysis accuracy</a:t>
            </a:r>
            <a:endParaRPr dirty="0">
              <a:solidFill>
                <a:schemeClr val="dk1"/>
              </a:solidFill>
              <a:latin typeface="Roboto"/>
              <a:ea typeface="Roboto"/>
              <a:cs typeface="Roboto"/>
              <a:sym typeface="Roboto"/>
            </a:endParaRPr>
          </a:p>
        </p:txBody>
      </p:sp>
      <p:sp>
        <p:nvSpPr>
          <p:cNvPr id="228" name="Google Shape;228;p16">
            <a:extLst>
              <a:ext uri="{FF2B5EF4-FFF2-40B4-BE49-F238E27FC236}">
                <a16:creationId xmlns:a16="http://schemas.microsoft.com/office/drawing/2014/main" id="{88429A7A-8827-FD2B-EC1D-B456914A69DA}"/>
              </a:ext>
            </a:extLst>
          </p:cNvPr>
          <p:cNvSpPr txBox="1"/>
          <p:nvPr/>
        </p:nvSpPr>
        <p:spPr>
          <a:xfrm>
            <a:off x="743707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a:solidFill>
                  <a:schemeClr val="dk1"/>
                </a:solidFill>
                <a:latin typeface="Fira Sans Extra Condensed"/>
                <a:ea typeface="Fira Sans Extra Condensed"/>
                <a:cs typeface="Fira Sans Extra Condensed"/>
                <a:sym typeface="Fira Sans Extra Condensed"/>
              </a:rPr>
              <a:t>04</a:t>
            </a:r>
            <a:endParaRPr sz="2800" b="1">
              <a:solidFill>
                <a:schemeClr val="dk1"/>
              </a:solidFill>
              <a:latin typeface="Fira Sans Extra Condensed"/>
              <a:ea typeface="Fira Sans Extra Condensed"/>
              <a:cs typeface="Fira Sans Extra Condensed"/>
              <a:sym typeface="Fira Sans Extra Condensed"/>
            </a:endParaRPr>
          </a:p>
        </p:txBody>
      </p:sp>
    </p:spTree>
    <p:extLst>
      <p:ext uri="{BB962C8B-B14F-4D97-AF65-F5344CB8AC3E}">
        <p14:creationId xmlns:p14="http://schemas.microsoft.com/office/powerpoint/2010/main" val="316175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8">
          <a:extLst>
            <a:ext uri="{FF2B5EF4-FFF2-40B4-BE49-F238E27FC236}">
              <a16:creationId xmlns:a16="http://schemas.microsoft.com/office/drawing/2014/main" id="{5EF7CFC6-A6EC-9291-47B8-A5155DDCB809}"/>
            </a:ext>
          </a:extLst>
        </p:cNvPr>
        <p:cNvGrpSpPr/>
        <p:nvPr/>
      </p:nvGrpSpPr>
      <p:grpSpPr>
        <a:xfrm>
          <a:off x="0" y="0"/>
          <a:ext cx="0" cy="0"/>
          <a:chOff x="0" y="0"/>
          <a:chExt cx="0" cy="0"/>
        </a:xfrm>
      </p:grpSpPr>
      <p:sp>
        <p:nvSpPr>
          <p:cNvPr id="179" name="Google Shape;179;p16">
            <a:extLst>
              <a:ext uri="{FF2B5EF4-FFF2-40B4-BE49-F238E27FC236}">
                <a16:creationId xmlns:a16="http://schemas.microsoft.com/office/drawing/2014/main" id="{FB2E359B-9D34-2A7C-A52D-C4038984AD95}"/>
              </a:ext>
            </a:extLst>
          </p:cNvPr>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de-DE" sz="3600" dirty="0"/>
              <a:t>Table Of Contents</a:t>
            </a:r>
          </a:p>
        </p:txBody>
      </p:sp>
      <p:grpSp>
        <p:nvGrpSpPr>
          <p:cNvPr id="181" name="Google Shape;181;p16">
            <a:extLst>
              <a:ext uri="{FF2B5EF4-FFF2-40B4-BE49-F238E27FC236}">
                <a16:creationId xmlns:a16="http://schemas.microsoft.com/office/drawing/2014/main" id="{9C5E511B-39D2-C82F-3726-F62D4CCBD892}"/>
              </a:ext>
            </a:extLst>
          </p:cNvPr>
          <p:cNvGrpSpPr/>
          <p:nvPr/>
        </p:nvGrpSpPr>
        <p:grpSpPr>
          <a:xfrm>
            <a:off x="457200" y="2200522"/>
            <a:ext cx="7962970" cy="533478"/>
            <a:chOff x="457200" y="2514600"/>
            <a:chExt cx="8229609" cy="551341"/>
          </a:xfrm>
        </p:grpSpPr>
        <p:sp>
          <p:nvSpPr>
            <p:cNvPr id="182" name="Google Shape;182;p16">
              <a:extLst>
                <a:ext uri="{FF2B5EF4-FFF2-40B4-BE49-F238E27FC236}">
                  <a16:creationId xmlns:a16="http://schemas.microsoft.com/office/drawing/2014/main" id="{0FA16123-405D-F606-674B-AECEE5CF54DB}"/>
                </a:ext>
              </a:extLst>
            </p:cNvPr>
            <p:cNvSpPr/>
            <p:nvPr/>
          </p:nvSpPr>
          <p:spPr>
            <a:xfrm>
              <a:off x="457200"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6">
              <a:extLst>
                <a:ext uri="{FF2B5EF4-FFF2-40B4-BE49-F238E27FC236}">
                  <a16:creationId xmlns:a16="http://schemas.microsoft.com/office/drawing/2014/main" id="{7F5EADC3-A7CD-C12E-D7A7-6107A572AA53}"/>
                </a:ext>
              </a:extLst>
            </p:cNvPr>
            <p:cNvSpPr/>
            <p:nvPr/>
          </p:nvSpPr>
          <p:spPr>
            <a:xfrm>
              <a:off x="732845"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a:extLst>
                <a:ext uri="{FF2B5EF4-FFF2-40B4-BE49-F238E27FC236}">
                  <a16:creationId xmlns:a16="http://schemas.microsoft.com/office/drawing/2014/main" id="{7BAFD507-B7AD-CD22-94B8-108A73FA7C27}"/>
                </a:ext>
              </a:extLst>
            </p:cNvPr>
            <p:cNvSpPr/>
            <p:nvPr/>
          </p:nvSpPr>
          <p:spPr>
            <a:xfrm>
              <a:off x="1008490"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a:extLst>
                <a:ext uri="{FF2B5EF4-FFF2-40B4-BE49-F238E27FC236}">
                  <a16:creationId xmlns:a16="http://schemas.microsoft.com/office/drawing/2014/main" id="{21C547E7-06E7-BA1D-324A-872EF8D828CB}"/>
                </a:ext>
              </a:extLst>
            </p:cNvPr>
            <p:cNvSpPr/>
            <p:nvPr/>
          </p:nvSpPr>
          <p:spPr>
            <a:xfrm>
              <a:off x="1284135"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a:extLst>
                <a:ext uri="{FF2B5EF4-FFF2-40B4-BE49-F238E27FC236}">
                  <a16:creationId xmlns:a16="http://schemas.microsoft.com/office/drawing/2014/main" id="{EF137712-9260-F9DE-0545-C6CF3B8255DD}"/>
                </a:ext>
              </a:extLst>
            </p:cNvPr>
            <p:cNvSpPr/>
            <p:nvPr/>
          </p:nvSpPr>
          <p:spPr>
            <a:xfrm>
              <a:off x="1559780"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a:extLst>
                <a:ext uri="{FF2B5EF4-FFF2-40B4-BE49-F238E27FC236}">
                  <a16:creationId xmlns:a16="http://schemas.microsoft.com/office/drawing/2014/main" id="{03D790F0-CB1C-DCE8-2E60-2E28068FC582}"/>
                </a:ext>
              </a:extLst>
            </p:cNvPr>
            <p:cNvSpPr/>
            <p:nvPr/>
          </p:nvSpPr>
          <p:spPr>
            <a:xfrm>
              <a:off x="183542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a:extLst>
                <a:ext uri="{FF2B5EF4-FFF2-40B4-BE49-F238E27FC236}">
                  <a16:creationId xmlns:a16="http://schemas.microsoft.com/office/drawing/2014/main" id="{A77F7A61-559E-F879-CF54-1BC37865BAE2}"/>
                </a:ext>
              </a:extLst>
            </p:cNvPr>
            <p:cNvSpPr/>
            <p:nvPr/>
          </p:nvSpPr>
          <p:spPr>
            <a:xfrm>
              <a:off x="211106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a:extLst>
                <a:ext uri="{FF2B5EF4-FFF2-40B4-BE49-F238E27FC236}">
                  <a16:creationId xmlns:a16="http://schemas.microsoft.com/office/drawing/2014/main" id="{481DF657-1D4D-563D-6A25-8C062E3DB31D}"/>
                </a:ext>
              </a:extLst>
            </p:cNvPr>
            <p:cNvSpPr/>
            <p:nvPr/>
          </p:nvSpPr>
          <p:spPr>
            <a:xfrm>
              <a:off x="238671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a:extLst>
                <a:ext uri="{FF2B5EF4-FFF2-40B4-BE49-F238E27FC236}">
                  <a16:creationId xmlns:a16="http://schemas.microsoft.com/office/drawing/2014/main" id="{C1A369B2-079D-30D1-F97C-73689E994719}"/>
                </a:ext>
              </a:extLst>
            </p:cNvPr>
            <p:cNvSpPr/>
            <p:nvPr/>
          </p:nvSpPr>
          <p:spPr>
            <a:xfrm>
              <a:off x="266235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a:extLst>
                <a:ext uri="{FF2B5EF4-FFF2-40B4-BE49-F238E27FC236}">
                  <a16:creationId xmlns:a16="http://schemas.microsoft.com/office/drawing/2014/main" id="{DB3F9FAD-DCFF-B041-E4F0-B486DC76581F}"/>
                </a:ext>
              </a:extLst>
            </p:cNvPr>
            <p:cNvSpPr/>
            <p:nvPr/>
          </p:nvSpPr>
          <p:spPr>
            <a:xfrm>
              <a:off x="293800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a:extLst>
                <a:ext uri="{FF2B5EF4-FFF2-40B4-BE49-F238E27FC236}">
                  <a16:creationId xmlns:a16="http://schemas.microsoft.com/office/drawing/2014/main" id="{AF62116E-60DC-8BDC-DEF6-335415C2A6F4}"/>
                </a:ext>
              </a:extLst>
            </p:cNvPr>
            <p:cNvSpPr/>
            <p:nvPr/>
          </p:nvSpPr>
          <p:spPr>
            <a:xfrm>
              <a:off x="321364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a:extLst>
                <a:ext uri="{FF2B5EF4-FFF2-40B4-BE49-F238E27FC236}">
                  <a16:creationId xmlns:a16="http://schemas.microsoft.com/office/drawing/2014/main" id="{E1613FEC-4A22-A7BF-DB8C-EAAB63D72A3C}"/>
                </a:ext>
              </a:extLst>
            </p:cNvPr>
            <p:cNvSpPr/>
            <p:nvPr/>
          </p:nvSpPr>
          <p:spPr>
            <a:xfrm>
              <a:off x="348929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a:extLst>
                <a:ext uri="{FF2B5EF4-FFF2-40B4-BE49-F238E27FC236}">
                  <a16:creationId xmlns:a16="http://schemas.microsoft.com/office/drawing/2014/main" id="{65030ACE-46D2-90A7-75C7-FD8F98C90CE2}"/>
                </a:ext>
              </a:extLst>
            </p:cNvPr>
            <p:cNvSpPr/>
            <p:nvPr/>
          </p:nvSpPr>
          <p:spPr>
            <a:xfrm>
              <a:off x="376493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6">
              <a:extLst>
                <a:ext uri="{FF2B5EF4-FFF2-40B4-BE49-F238E27FC236}">
                  <a16:creationId xmlns:a16="http://schemas.microsoft.com/office/drawing/2014/main" id="{1465D533-37C5-B31C-86DB-4DB9F0E125CB}"/>
                </a:ext>
              </a:extLst>
            </p:cNvPr>
            <p:cNvSpPr/>
            <p:nvPr/>
          </p:nvSpPr>
          <p:spPr>
            <a:xfrm>
              <a:off x="404058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a:extLst>
                <a:ext uri="{FF2B5EF4-FFF2-40B4-BE49-F238E27FC236}">
                  <a16:creationId xmlns:a16="http://schemas.microsoft.com/office/drawing/2014/main" id="{B082FEA5-42F4-2788-AE27-E446BEF0173A}"/>
                </a:ext>
              </a:extLst>
            </p:cNvPr>
            <p:cNvSpPr/>
            <p:nvPr/>
          </p:nvSpPr>
          <p:spPr>
            <a:xfrm>
              <a:off x="431622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a:extLst>
                <a:ext uri="{FF2B5EF4-FFF2-40B4-BE49-F238E27FC236}">
                  <a16:creationId xmlns:a16="http://schemas.microsoft.com/office/drawing/2014/main" id="{1592499F-59AB-EFE5-E837-3E5A061DB30E}"/>
                </a:ext>
              </a:extLst>
            </p:cNvPr>
            <p:cNvSpPr/>
            <p:nvPr/>
          </p:nvSpPr>
          <p:spPr>
            <a:xfrm>
              <a:off x="4591873"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6">
              <a:extLst>
                <a:ext uri="{FF2B5EF4-FFF2-40B4-BE49-F238E27FC236}">
                  <a16:creationId xmlns:a16="http://schemas.microsoft.com/office/drawing/2014/main" id="{DC63A7A3-72CA-E073-4F5F-66A9BCA752ED}"/>
                </a:ext>
              </a:extLst>
            </p:cNvPr>
            <p:cNvSpPr/>
            <p:nvPr/>
          </p:nvSpPr>
          <p:spPr>
            <a:xfrm>
              <a:off x="482771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6">
              <a:extLst>
                <a:ext uri="{FF2B5EF4-FFF2-40B4-BE49-F238E27FC236}">
                  <a16:creationId xmlns:a16="http://schemas.microsoft.com/office/drawing/2014/main" id="{17055408-F5AB-3E7C-C533-71572A0210D5}"/>
                </a:ext>
              </a:extLst>
            </p:cNvPr>
            <p:cNvSpPr/>
            <p:nvPr/>
          </p:nvSpPr>
          <p:spPr>
            <a:xfrm>
              <a:off x="510336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6">
              <a:extLst>
                <a:ext uri="{FF2B5EF4-FFF2-40B4-BE49-F238E27FC236}">
                  <a16:creationId xmlns:a16="http://schemas.microsoft.com/office/drawing/2014/main" id="{C8B2CF11-01D8-4746-E8E9-94DC9DECF37E}"/>
                </a:ext>
              </a:extLst>
            </p:cNvPr>
            <p:cNvSpPr/>
            <p:nvPr/>
          </p:nvSpPr>
          <p:spPr>
            <a:xfrm>
              <a:off x="537900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6">
              <a:extLst>
                <a:ext uri="{FF2B5EF4-FFF2-40B4-BE49-F238E27FC236}">
                  <a16:creationId xmlns:a16="http://schemas.microsoft.com/office/drawing/2014/main" id="{AA7D3537-9826-A1E8-26CB-B8A1B8E7749C}"/>
                </a:ext>
              </a:extLst>
            </p:cNvPr>
            <p:cNvSpPr/>
            <p:nvPr/>
          </p:nvSpPr>
          <p:spPr>
            <a:xfrm>
              <a:off x="565465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a:extLst>
                <a:ext uri="{FF2B5EF4-FFF2-40B4-BE49-F238E27FC236}">
                  <a16:creationId xmlns:a16="http://schemas.microsoft.com/office/drawing/2014/main" id="{C807958C-E776-4CA3-0FAC-032E6C799E75}"/>
                </a:ext>
              </a:extLst>
            </p:cNvPr>
            <p:cNvSpPr/>
            <p:nvPr/>
          </p:nvSpPr>
          <p:spPr>
            <a:xfrm>
              <a:off x="5930299"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6">
              <a:extLst>
                <a:ext uri="{FF2B5EF4-FFF2-40B4-BE49-F238E27FC236}">
                  <a16:creationId xmlns:a16="http://schemas.microsoft.com/office/drawing/2014/main" id="{D5436AE1-49E0-E69C-A949-AD05D5777472}"/>
                </a:ext>
              </a:extLst>
            </p:cNvPr>
            <p:cNvSpPr/>
            <p:nvPr/>
          </p:nvSpPr>
          <p:spPr>
            <a:xfrm>
              <a:off x="6205944"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6">
              <a:extLst>
                <a:ext uri="{FF2B5EF4-FFF2-40B4-BE49-F238E27FC236}">
                  <a16:creationId xmlns:a16="http://schemas.microsoft.com/office/drawing/2014/main" id="{096C648B-EC83-803F-302C-09774C429213}"/>
                </a:ext>
              </a:extLst>
            </p:cNvPr>
            <p:cNvSpPr/>
            <p:nvPr/>
          </p:nvSpPr>
          <p:spPr>
            <a:xfrm>
              <a:off x="6481588"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6">
              <a:extLst>
                <a:ext uri="{FF2B5EF4-FFF2-40B4-BE49-F238E27FC236}">
                  <a16:creationId xmlns:a16="http://schemas.microsoft.com/office/drawing/2014/main" id="{16762265-D3E6-A0DC-6933-AEBE6717BED5}"/>
                </a:ext>
              </a:extLst>
            </p:cNvPr>
            <p:cNvSpPr/>
            <p:nvPr/>
          </p:nvSpPr>
          <p:spPr>
            <a:xfrm>
              <a:off x="6757233"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6">
              <a:extLst>
                <a:ext uri="{FF2B5EF4-FFF2-40B4-BE49-F238E27FC236}">
                  <a16:creationId xmlns:a16="http://schemas.microsoft.com/office/drawing/2014/main" id="{6F9815EB-286F-110B-CF53-583F9F38ABD3}"/>
                </a:ext>
              </a:extLst>
            </p:cNvPr>
            <p:cNvSpPr/>
            <p:nvPr/>
          </p:nvSpPr>
          <p:spPr>
            <a:xfrm>
              <a:off x="7032878"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6">
              <a:extLst>
                <a:ext uri="{FF2B5EF4-FFF2-40B4-BE49-F238E27FC236}">
                  <a16:creationId xmlns:a16="http://schemas.microsoft.com/office/drawing/2014/main" id="{EC53BBC8-52C5-93C6-E52D-BA6F71588F79}"/>
                </a:ext>
              </a:extLst>
            </p:cNvPr>
            <p:cNvSpPr/>
            <p:nvPr/>
          </p:nvSpPr>
          <p:spPr>
            <a:xfrm>
              <a:off x="7308523"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6">
              <a:extLst>
                <a:ext uri="{FF2B5EF4-FFF2-40B4-BE49-F238E27FC236}">
                  <a16:creationId xmlns:a16="http://schemas.microsoft.com/office/drawing/2014/main" id="{7047ECFB-322E-A371-01AF-32C0E42F1E97}"/>
                </a:ext>
              </a:extLst>
            </p:cNvPr>
            <p:cNvSpPr/>
            <p:nvPr/>
          </p:nvSpPr>
          <p:spPr>
            <a:xfrm>
              <a:off x="7584174"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6">
              <a:extLst>
                <a:ext uri="{FF2B5EF4-FFF2-40B4-BE49-F238E27FC236}">
                  <a16:creationId xmlns:a16="http://schemas.microsoft.com/office/drawing/2014/main" id="{5E0A827E-ADC6-6901-2240-BF7F8C23621E}"/>
                </a:ext>
              </a:extLst>
            </p:cNvPr>
            <p:cNvSpPr/>
            <p:nvPr/>
          </p:nvSpPr>
          <p:spPr>
            <a:xfrm>
              <a:off x="7859819"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6">
              <a:extLst>
                <a:ext uri="{FF2B5EF4-FFF2-40B4-BE49-F238E27FC236}">
                  <a16:creationId xmlns:a16="http://schemas.microsoft.com/office/drawing/2014/main" id="{36B3A0B8-840C-1A7E-4E9B-909DB67D19A2}"/>
                </a:ext>
              </a:extLst>
            </p:cNvPr>
            <p:cNvSpPr/>
            <p:nvPr/>
          </p:nvSpPr>
          <p:spPr>
            <a:xfrm>
              <a:off x="8135464" y="2514600"/>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6">
              <a:extLst>
                <a:ext uri="{FF2B5EF4-FFF2-40B4-BE49-F238E27FC236}">
                  <a16:creationId xmlns:a16="http://schemas.microsoft.com/office/drawing/2014/main" id="{EDEC400C-18FC-2CA9-1688-348771BCBD88}"/>
                </a:ext>
              </a:extLst>
            </p:cNvPr>
            <p:cNvSpPr/>
            <p:nvPr/>
          </p:nvSpPr>
          <p:spPr>
            <a:xfrm>
              <a:off x="8411109" y="2790241"/>
              <a:ext cx="275700" cy="275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16">
            <a:extLst>
              <a:ext uri="{FF2B5EF4-FFF2-40B4-BE49-F238E27FC236}">
                <a16:creationId xmlns:a16="http://schemas.microsoft.com/office/drawing/2014/main" id="{0B746D10-48EE-AA74-1498-24B2F80409CB}"/>
              </a:ext>
            </a:extLst>
          </p:cNvPr>
          <p:cNvSpPr/>
          <p:nvPr/>
        </p:nvSpPr>
        <p:spPr>
          <a:xfrm>
            <a:off x="8420031" y="2200530"/>
            <a:ext cx="266700" cy="26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6">
            <a:extLst>
              <a:ext uri="{FF2B5EF4-FFF2-40B4-BE49-F238E27FC236}">
                <a16:creationId xmlns:a16="http://schemas.microsoft.com/office/drawing/2014/main" id="{4AC93701-12AD-B750-4D01-C6C9918F0E83}"/>
              </a:ext>
            </a:extLst>
          </p:cNvPr>
          <p:cNvSpPr txBox="1"/>
          <p:nvPr/>
        </p:nvSpPr>
        <p:spPr>
          <a:xfrm>
            <a:off x="574275" y="3134323"/>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Handling Outliers</a:t>
            </a:r>
          </a:p>
        </p:txBody>
      </p:sp>
      <p:sp>
        <p:nvSpPr>
          <p:cNvPr id="215" name="Google Shape;215;p16">
            <a:extLst>
              <a:ext uri="{FF2B5EF4-FFF2-40B4-BE49-F238E27FC236}">
                <a16:creationId xmlns:a16="http://schemas.microsoft.com/office/drawing/2014/main" id="{5383E624-6002-F667-1081-64849C53DE27}"/>
              </a:ext>
            </a:extLst>
          </p:cNvPr>
          <p:cNvSpPr txBox="1"/>
          <p:nvPr/>
        </p:nvSpPr>
        <p:spPr>
          <a:xfrm>
            <a:off x="420525" y="3979637"/>
            <a:ext cx="19587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Detecting and managing extreme values that distort analysis</a:t>
            </a:r>
            <a:endParaRPr dirty="0">
              <a:solidFill>
                <a:schemeClr val="dk1"/>
              </a:solidFill>
              <a:latin typeface="Roboto"/>
              <a:ea typeface="Roboto"/>
              <a:cs typeface="Roboto"/>
              <a:sym typeface="Roboto"/>
            </a:endParaRPr>
          </a:p>
        </p:txBody>
      </p:sp>
      <p:sp>
        <p:nvSpPr>
          <p:cNvPr id="216" name="Google Shape;216;p16">
            <a:extLst>
              <a:ext uri="{FF2B5EF4-FFF2-40B4-BE49-F238E27FC236}">
                <a16:creationId xmlns:a16="http://schemas.microsoft.com/office/drawing/2014/main" id="{8472457F-3055-259C-6FA5-93BF612FF90D}"/>
              </a:ext>
            </a:extLst>
          </p:cNvPr>
          <p:cNvSpPr txBox="1"/>
          <p:nvPr/>
        </p:nvSpPr>
        <p:spPr>
          <a:xfrm>
            <a:off x="109282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dk1"/>
                </a:solidFill>
                <a:latin typeface="Fira Sans Extra Condensed"/>
                <a:ea typeface="Fira Sans Extra Condensed"/>
                <a:cs typeface="Fira Sans Extra Condensed"/>
                <a:sym typeface="Fira Sans Extra Condensed"/>
              </a:rPr>
              <a:t>05</a:t>
            </a:r>
            <a:endParaRPr sz="2800" b="1" dirty="0">
              <a:solidFill>
                <a:schemeClr val="dk1"/>
              </a:solidFill>
              <a:latin typeface="Fira Sans Extra Condensed"/>
              <a:ea typeface="Fira Sans Extra Condensed"/>
              <a:cs typeface="Fira Sans Extra Condensed"/>
              <a:sym typeface="Fira Sans Extra Condensed"/>
            </a:endParaRPr>
          </a:p>
        </p:txBody>
      </p:sp>
      <p:sp>
        <p:nvSpPr>
          <p:cNvPr id="218" name="Google Shape;218;p16">
            <a:extLst>
              <a:ext uri="{FF2B5EF4-FFF2-40B4-BE49-F238E27FC236}">
                <a16:creationId xmlns:a16="http://schemas.microsoft.com/office/drawing/2014/main" id="{5A956FF0-7E8C-B4E5-94C4-D67B69BB3717}"/>
              </a:ext>
            </a:extLst>
          </p:cNvPr>
          <p:cNvSpPr txBox="1"/>
          <p:nvPr/>
        </p:nvSpPr>
        <p:spPr>
          <a:xfrm>
            <a:off x="2689025" y="3134336"/>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Feature Engineering</a:t>
            </a:r>
            <a:endParaRPr sz="2000" b="1" dirty="0">
              <a:solidFill>
                <a:schemeClr val="dk1"/>
              </a:solidFill>
              <a:latin typeface="Fira Sans Extra Condensed"/>
              <a:ea typeface="Fira Sans Extra Condensed"/>
              <a:cs typeface="Fira Sans Extra Condensed"/>
              <a:sym typeface="Fira Sans Extra Condensed"/>
            </a:endParaRPr>
          </a:p>
        </p:txBody>
      </p:sp>
      <p:sp>
        <p:nvSpPr>
          <p:cNvPr id="219" name="Google Shape;219;p16">
            <a:extLst>
              <a:ext uri="{FF2B5EF4-FFF2-40B4-BE49-F238E27FC236}">
                <a16:creationId xmlns:a16="http://schemas.microsoft.com/office/drawing/2014/main" id="{A2C4118F-5449-8DE8-0AA8-C22FDB27D655}"/>
              </a:ext>
            </a:extLst>
          </p:cNvPr>
          <p:cNvSpPr txBox="1"/>
          <p:nvPr/>
        </p:nvSpPr>
        <p:spPr>
          <a:xfrm>
            <a:off x="2598425" y="3973946"/>
            <a:ext cx="18324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Creating new meaningful variables to enhance insights</a:t>
            </a:r>
            <a:endParaRPr dirty="0">
              <a:solidFill>
                <a:schemeClr val="dk1"/>
              </a:solidFill>
              <a:latin typeface="Roboto"/>
              <a:ea typeface="Roboto"/>
              <a:cs typeface="Roboto"/>
              <a:sym typeface="Roboto"/>
            </a:endParaRPr>
          </a:p>
        </p:txBody>
      </p:sp>
      <p:sp>
        <p:nvSpPr>
          <p:cNvPr id="220" name="Google Shape;220;p16">
            <a:extLst>
              <a:ext uri="{FF2B5EF4-FFF2-40B4-BE49-F238E27FC236}">
                <a16:creationId xmlns:a16="http://schemas.microsoft.com/office/drawing/2014/main" id="{94F5F31B-16AB-0F26-9542-90B85A765036}"/>
              </a:ext>
            </a:extLst>
          </p:cNvPr>
          <p:cNvSpPr txBox="1"/>
          <p:nvPr/>
        </p:nvSpPr>
        <p:spPr>
          <a:xfrm>
            <a:off x="320757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dk1"/>
                </a:solidFill>
                <a:latin typeface="Fira Sans Extra Condensed"/>
                <a:ea typeface="Fira Sans Extra Condensed"/>
                <a:cs typeface="Fira Sans Extra Condensed"/>
                <a:sym typeface="Fira Sans Extra Condensed"/>
              </a:rPr>
              <a:t>06</a:t>
            </a:r>
            <a:endParaRPr sz="2800" b="1" dirty="0">
              <a:solidFill>
                <a:schemeClr val="dk1"/>
              </a:solidFill>
              <a:latin typeface="Fira Sans Extra Condensed"/>
              <a:ea typeface="Fira Sans Extra Condensed"/>
              <a:cs typeface="Fira Sans Extra Condensed"/>
              <a:sym typeface="Fira Sans Extra Condensed"/>
            </a:endParaRPr>
          </a:p>
        </p:txBody>
      </p:sp>
      <p:sp>
        <p:nvSpPr>
          <p:cNvPr id="222" name="Google Shape;222;p16">
            <a:extLst>
              <a:ext uri="{FF2B5EF4-FFF2-40B4-BE49-F238E27FC236}">
                <a16:creationId xmlns:a16="http://schemas.microsoft.com/office/drawing/2014/main" id="{5578DBBE-D4D2-F592-05B2-21CB5A5CE39E}"/>
              </a:ext>
            </a:extLst>
          </p:cNvPr>
          <p:cNvSpPr txBox="1"/>
          <p:nvPr/>
        </p:nvSpPr>
        <p:spPr>
          <a:xfrm>
            <a:off x="4803775" y="3134381"/>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Key Insights from EDA</a:t>
            </a:r>
            <a:endParaRPr sz="2000" b="1" dirty="0">
              <a:solidFill>
                <a:schemeClr val="dk1"/>
              </a:solidFill>
              <a:latin typeface="Fira Sans Extra Condensed"/>
              <a:ea typeface="Fira Sans Extra Condensed"/>
              <a:cs typeface="Fira Sans Extra Condensed"/>
              <a:sym typeface="Fira Sans Extra Condensed"/>
            </a:endParaRPr>
          </a:p>
        </p:txBody>
      </p:sp>
      <p:sp>
        <p:nvSpPr>
          <p:cNvPr id="223" name="Google Shape;223;p16">
            <a:extLst>
              <a:ext uri="{FF2B5EF4-FFF2-40B4-BE49-F238E27FC236}">
                <a16:creationId xmlns:a16="http://schemas.microsoft.com/office/drawing/2014/main" id="{3C007F0D-B08E-71A3-6B9C-55B7AFFFC548}"/>
              </a:ext>
            </a:extLst>
          </p:cNvPr>
          <p:cNvSpPr txBox="1"/>
          <p:nvPr/>
        </p:nvSpPr>
        <p:spPr>
          <a:xfrm>
            <a:off x="4713175" y="3973982"/>
            <a:ext cx="18324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Analyzing relationships between fare amount &amp; other features</a:t>
            </a:r>
            <a:endParaRPr dirty="0">
              <a:solidFill>
                <a:schemeClr val="dk1"/>
              </a:solidFill>
              <a:latin typeface="Roboto"/>
              <a:ea typeface="Roboto"/>
              <a:cs typeface="Roboto"/>
              <a:sym typeface="Roboto"/>
            </a:endParaRPr>
          </a:p>
        </p:txBody>
      </p:sp>
      <p:sp>
        <p:nvSpPr>
          <p:cNvPr id="224" name="Google Shape;224;p16">
            <a:extLst>
              <a:ext uri="{FF2B5EF4-FFF2-40B4-BE49-F238E27FC236}">
                <a16:creationId xmlns:a16="http://schemas.microsoft.com/office/drawing/2014/main" id="{8F9EA4F7-38AE-F51D-2831-6B9662D352B8}"/>
              </a:ext>
            </a:extLst>
          </p:cNvPr>
          <p:cNvSpPr txBox="1"/>
          <p:nvPr/>
        </p:nvSpPr>
        <p:spPr>
          <a:xfrm>
            <a:off x="532232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dk1"/>
                </a:solidFill>
                <a:latin typeface="Fira Sans Extra Condensed"/>
                <a:ea typeface="Fira Sans Extra Condensed"/>
                <a:cs typeface="Fira Sans Extra Condensed"/>
                <a:sym typeface="Fira Sans Extra Condensed"/>
              </a:rPr>
              <a:t>07</a:t>
            </a:r>
            <a:endParaRPr sz="2800" b="1" dirty="0">
              <a:solidFill>
                <a:schemeClr val="dk1"/>
              </a:solidFill>
              <a:latin typeface="Fira Sans Extra Condensed"/>
              <a:ea typeface="Fira Sans Extra Condensed"/>
              <a:cs typeface="Fira Sans Extra Condensed"/>
              <a:sym typeface="Fira Sans Extra Condensed"/>
            </a:endParaRPr>
          </a:p>
        </p:txBody>
      </p:sp>
      <p:sp>
        <p:nvSpPr>
          <p:cNvPr id="226" name="Google Shape;226;p16">
            <a:extLst>
              <a:ext uri="{FF2B5EF4-FFF2-40B4-BE49-F238E27FC236}">
                <a16:creationId xmlns:a16="http://schemas.microsoft.com/office/drawing/2014/main" id="{272DBD2B-95B0-4A03-2955-36396B090FFD}"/>
              </a:ext>
            </a:extLst>
          </p:cNvPr>
          <p:cNvSpPr txBox="1"/>
          <p:nvPr/>
        </p:nvSpPr>
        <p:spPr>
          <a:xfrm>
            <a:off x="6918525" y="3134381"/>
            <a:ext cx="16512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Conclusion</a:t>
            </a:r>
          </a:p>
        </p:txBody>
      </p:sp>
      <p:sp>
        <p:nvSpPr>
          <p:cNvPr id="227" name="Google Shape;227;p16">
            <a:extLst>
              <a:ext uri="{FF2B5EF4-FFF2-40B4-BE49-F238E27FC236}">
                <a16:creationId xmlns:a16="http://schemas.microsoft.com/office/drawing/2014/main" id="{CF75903C-6CC2-2C9B-66AD-A1C9C5EA2B82}"/>
              </a:ext>
            </a:extLst>
          </p:cNvPr>
          <p:cNvSpPr txBox="1"/>
          <p:nvPr/>
        </p:nvSpPr>
        <p:spPr>
          <a:xfrm>
            <a:off x="6827925" y="3973982"/>
            <a:ext cx="1832400" cy="707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chemeClr val="dk1"/>
                </a:solidFill>
                <a:latin typeface="Roboto"/>
                <a:ea typeface="Roboto"/>
                <a:cs typeface="Roboto"/>
                <a:sym typeface="Roboto"/>
              </a:rPr>
              <a:t>Summarizing key takeaways</a:t>
            </a:r>
            <a:endParaRPr dirty="0">
              <a:solidFill>
                <a:schemeClr val="dk1"/>
              </a:solidFill>
              <a:latin typeface="Roboto"/>
              <a:ea typeface="Roboto"/>
              <a:cs typeface="Roboto"/>
              <a:sym typeface="Roboto"/>
            </a:endParaRPr>
          </a:p>
        </p:txBody>
      </p:sp>
      <p:sp>
        <p:nvSpPr>
          <p:cNvPr id="228" name="Google Shape;228;p16">
            <a:extLst>
              <a:ext uri="{FF2B5EF4-FFF2-40B4-BE49-F238E27FC236}">
                <a16:creationId xmlns:a16="http://schemas.microsoft.com/office/drawing/2014/main" id="{EA96BECA-F13D-9A31-8A78-FB0D59125C7A}"/>
              </a:ext>
            </a:extLst>
          </p:cNvPr>
          <p:cNvSpPr txBox="1"/>
          <p:nvPr/>
        </p:nvSpPr>
        <p:spPr>
          <a:xfrm>
            <a:off x="7437070" y="1335010"/>
            <a:ext cx="614100" cy="59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dk1"/>
                </a:solidFill>
                <a:latin typeface="Fira Sans Extra Condensed"/>
                <a:ea typeface="Fira Sans Extra Condensed"/>
                <a:cs typeface="Fira Sans Extra Condensed"/>
                <a:sym typeface="Fira Sans Extra Condensed"/>
              </a:rPr>
              <a:t>08</a:t>
            </a:r>
            <a:endParaRPr sz="2800" b="1" dirty="0">
              <a:solidFill>
                <a:schemeClr val="dk1"/>
              </a:solidFill>
              <a:latin typeface="Fira Sans Extra Condensed"/>
              <a:ea typeface="Fira Sans Extra Condensed"/>
              <a:cs typeface="Fira Sans Extra Condensed"/>
              <a:sym typeface="Fira Sans Extra Condensed"/>
            </a:endParaRPr>
          </a:p>
        </p:txBody>
      </p:sp>
    </p:spTree>
    <p:extLst>
      <p:ext uri="{BB962C8B-B14F-4D97-AF65-F5344CB8AC3E}">
        <p14:creationId xmlns:p14="http://schemas.microsoft.com/office/powerpoint/2010/main" val="3397910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62"/>
        <p:cNvGrpSpPr/>
        <p:nvPr/>
      </p:nvGrpSpPr>
      <p:grpSpPr>
        <a:xfrm>
          <a:off x="0" y="0"/>
          <a:ext cx="0" cy="0"/>
          <a:chOff x="0" y="0"/>
          <a:chExt cx="0" cy="0"/>
        </a:xfrm>
      </p:grpSpPr>
      <p:sp>
        <p:nvSpPr>
          <p:cNvPr id="2663" name="Google Shape;2663;p39"/>
          <p:cNvSpPr txBox="1">
            <a:spLocks noGrp="1"/>
          </p:cNvSpPr>
          <p:nvPr>
            <p:ph type="title"/>
          </p:nvPr>
        </p:nvSpPr>
        <p:spPr>
          <a:xfrm>
            <a:off x="457200" y="230314"/>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Introduction &amp; Objective</a:t>
            </a:r>
            <a:endParaRPr dirty="0"/>
          </a:p>
        </p:txBody>
      </p:sp>
      <p:pic>
        <p:nvPicPr>
          <p:cNvPr id="2664" name="Google Shape;2664;p39" title="Gráfico">
            <a:hlinkClick r:id="rId3"/>
          </p:cNvPr>
          <p:cNvPicPr preferRelativeResize="0"/>
          <p:nvPr/>
        </p:nvPicPr>
        <p:blipFill rotWithShape="1">
          <a:blip r:embed="rId4">
            <a:alphaModFix/>
          </a:blip>
          <a:srcRect l="10215" t="14048" r="10223" b="18315"/>
          <a:stretch/>
        </p:blipFill>
        <p:spPr>
          <a:xfrm>
            <a:off x="17344" y="1762078"/>
            <a:ext cx="4903470" cy="2822187"/>
          </a:xfrm>
          <a:prstGeom prst="rect">
            <a:avLst/>
          </a:prstGeom>
          <a:noFill/>
          <a:ln>
            <a:noFill/>
          </a:ln>
        </p:spPr>
      </p:pic>
      <p:grpSp>
        <p:nvGrpSpPr>
          <p:cNvPr id="2666" name="Google Shape;2666;p39"/>
          <p:cNvGrpSpPr/>
          <p:nvPr/>
        </p:nvGrpSpPr>
        <p:grpSpPr>
          <a:xfrm>
            <a:off x="630113" y="2692773"/>
            <a:ext cx="2182448" cy="2114266"/>
            <a:chOff x="457200" y="1206488"/>
            <a:chExt cx="2950450" cy="2858275"/>
          </a:xfrm>
        </p:grpSpPr>
        <p:sp>
          <p:nvSpPr>
            <p:cNvPr id="2667" name="Google Shape;2667;p39"/>
            <p:cNvSpPr/>
            <p:nvPr/>
          </p:nvSpPr>
          <p:spPr>
            <a:xfrm>
              <a:off x="510475" y="3186113"/>
              <a:ext cx="538700" cy="878650"/>
            </a:xfrm>
            <a:custGeom>
              <a:avLst/>
              <a:gdLst/>
              <a:ahLst/>
              <a:cxnLst/>
              <a:rect l="l" t="t" r="r" b="b"/>
              <a:pathLst>
                <a:path w="21548" h="35146" extrusionOk="0">
                  <a:moveTo>
                    <a:pt x="7510" y="1"/>
                  </a:moveTo>
                  <a:lnTo>
                    <a:pt x="6732" y="35"/>
                  </a:lnTo>
                  <a:lnTo>
                    <a:pt x="5988" y="170"/>
                  </a:lnTo>
                  <a:lnTo>
                    <a:pt x="5278" y="339"/>
                  </a:lnTo>
                  <a:lnTo>
                    <a:pt x="4601" y="610"/>
                  </a:lnTo>
                  <a:lnTo>
                    <a:pt x="3925" y="914"/>
                  </a:lnTo>
                  <a:lnTo>
                    <a:pt x="3316" y="1286"/>
                  </a:lnTo>
                  <a:lnTo>
                    <a:pt x="2741" y="1726"/>
                  </a:lnTo>
                  <a:lnTo>
                    <a:pt x="2199" y="2200"/>
                  </a:lnTo>
                  <a:lnTo>
                    <a:pt x="1726" y="2741"/>
                  </a:lnTo>
                  <a:lnTo>
                    <a:pt x="1286" y="3316"/>
                  </a:lnTo>
                  <a:lnTo>
                    <a:pt x="914" y="3925"/>
                  </a:lnTo>
                  <a:lnTo>
                    <a:pt x="576" y="4601"/>
                  </a:lnTo>
                  <a:lnTo>
                    <a:pt x="339" y="5278"/>
                  </a:lnTo>
                  <a:lnTo>
                    <a:pt x="136" y="5988"/>
                  </a:lnTo>
                  <a:lnTo>
                    <a:pt x="35" y="6732"/>
                  </a:lnTo>
                  <a:lnTo>
                    <a:pt x="1" y="7510"/>
                  </a:lnTo>
                  <a:lnTo>
                    <a:pt x="1" y="27636"/>
                  </a:lnTo>
                  <a:lnTo>
                    <a:pt x="35" y="28414"/>
                  </a:lnTo>
                  <a:lnTo>
                    <a:pt x="136" y="29159"/>
                  </a:lnTo>
                  <a:lnTo>
                    <a:pt x="339" y="29869"/>
                  </a:lnTo>
                  <a:lnTo>
                    <a:pt x="576" y="30545"/>
                  </a:lnTo>
                  <a:lnTo>
                    <a:pt x="914" y="31222"/>
                  </a:lnTo>
                  <a:lnTo>
                    <a:pt x="1286" y="31831"/>
                  </a:lnTo>
                  <a:lnTo>
                    <a:pt x="1726" y="32406"/>
                  </a:lnTo>
                  <a:lnTo>
                    <a:pt x="2199" y="32947"/>
                  </a:lnTo>
                  <a:lnTo>
                    <a:pt x="2741" y="33421"/>
                  </a:lnTo>
                  <a:lnTo>
                    <a:pt x="3316" y="33860"/>
                  </a:lnTo>
                  <a:lnTo>
                    <a:pt x="3925" y="34232"/>
                  </a:lnTo>
                  <a:lnTo>
                    <a:pt x="4601" y="34537"/>
                  </a:lnTo>
                  <a:lnTo>
                    <a:pt x="5278" y="34807"/>
                  </a:lnTo>
                  <a:lnTo>
                    <a:pt x="5988" y="34977"/>
                  </a:lnTo>
                  <a:lnTo>
                    <a:pt x="6732" y="35112"/>
                  </a:lnTo>
                  <a:lnTo>
                    <a:pt x="7510" y="35146"/>
                  </a:lnTo>
                  <a:lnTo>
                    <a:pt x="14038" y="35146"/>
                  </a:lnTo>
                  <a:lnTo>
                    <a:pt x="14783" y="35112"/>
                  </a:lnTo>
                  <a:lnTo>
                    <a:pt x="15527" y="34977"/>
                  </a:lnTo>
                  <a:lnTo>
                    <a:pt x="16271" y="34807"/>
                  </a:lnTo>
                  <a:lnTo>
                    <a:pt x="16947" y="34537"/>
                  </a:lnTo>
                  <a:lnTo>
                    <a:pt x="17624" y="34232"/>
                  </a:lnTo>
                  <a:lnTo>
                    <a:pt x="18233" y="33860"/>
                  </a:lnTo>
                  <a:lnTo>
                    <a:pt x="18808" y="33421"/>
                  </a:lnTo>
                  <a:lnTo>
                    <a:pt x="19349" y="32947"/>
                  </a:lnTo>
                  <a:lnTo>
                    <a:pt x="19823" y="32406"/>
                  </a:lnTo>
                  <a:lnTo>
                    <a:pt x="20262" y="31831"/>
                  </a:lnTo>
                  <a:lnTo>
                    <a:pt x="20634" y="31222"/>
                  </a:lnTo>
                  <a:lnTo>
                    <a:pt x="20939" y="30545"/>
                  </a:lnTo>
                  <a:lnTo>
                    <a:pt x="21209" y="29869"/>
                  </a:lnTo>
                  <a:lnTo>
                    <a:pt x="21379" y="29159"/>
                  </a:lnTo>
                  <a:lnTo>
                    <a:pt x="21514" y="28414"/>
                  </a:lnTo>
                  <a:lnTo>
                    <a:pt x="21548" y="27636"/>
                  </a:lnTo>
                  <a:lnTo>
                    <a:pt x="21548" y="7510"/>
                  </a:lnTo>
                  <a:lnTo>
                    <a:pt x="21514" y="6732"/>
                  </a:lnTo>
                  <a:lnTo>
                    <a:pt x="21379" y="5988"/>
                  </a:lnTo>
                  <a:lnTo>
                    <a:pt x="21209" y="5278"/>
                  </a:lnTo>
                  <a:lnTo>
                    <a:pt x="20939" y="4601"/>
                  </a:lnTo>
                  <a:lnTo>
                    <a:pt x="20634" y="3925"/>
                  </a:lnTo>
                  <a:lnTo>
                    <a:pt x="20262" y="3316"/>
                  </a:lnTo>
                  <a:lnTo>
                    <a:pt x="19823" y="2741"/>
                  </a:lnTo>
                  <a:lnTo>
                    <a:pt x="19349" y="2200"/>
                  </a:lnTo>
                  <a:lnTo>
                    <a:pt x="18808" y="1726"/>
                  </a:lnTo>
                  <a:lnTo>
                    <a:pt x="18233" y="1286"/>
                  </a:lnTo>
                  <a:lnTo>
                    <a:pt x="17624" y="914"/>
                  </a:lnTo>
                  <a:lnTo>
                    <a:pt x="16947" y="610"/>
                  </a:lnTo>
                  <a:lnTo>
                    <a:pt x="16271" y="339"/>
                  </a:lnTo>
                  <a:lnTo>
                    <a:pt x="15527" y="170"/>
                  </a:lnTo>
                  <a:lnTo>
                    <a:pt x="14783" y="35"/>
                  </a:lnTo>
                  <a:lnTo>
                    <a:pt x="1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39"/>
            <p:cNvSpPr/>
            <p:nvPr/>
          </p:nvSpPr>
          <p:spPr>
            <a:xfrm>
              <a:off x="2814850" y="3186113"/>
              <a:ext cx="538700" cy="878650"/>
            </a:xfrm>
            <a:custGeom>
              <a:avLst/>
              <a:gdLst/>
              <a:ahLst/>
              <a:cxnLst/>
              <a:rect l="l" t="t" r="r" b="b"/>
              <a:pathLst>
                <a:path w="21548" h="35146" extrusionOk="0">
                  <a:moveTo>
                    <a:pt x="7510" y="1"/>
                  </a:moveTo>
                  <a:lnTo>
                    <a:pt x="6765" y="35"/>
                  </a:lnTo>
                  <a:lnTo>
                    <a:pt x="6021" y="170"/>
                  </a:lnTo>
                  <a:lnTo>
                    <a:pt x="5277" y="339"/>
                  </a:lnTo>
                  <a:lnTo>
                    <a:pt x="4601" y="610"/>
                  </a:lnTo>
                  <a:lnTo>
                    <a:pt x="3958" y="914"/>
                  </a:lnTo>
                  <a:lnTo>
                    <a:pt x="3315" y="1286"/>
                  </a:lnTo>
                  <a:lnTo>
                    <a:pt x="2740" y="1726"/>
                  </a:lnTo>
                  <a:lnTo>
                    <a:pt x="2233" y="2200"/>
                  </a:lnTo>
                  <a:lnTo>
                    <a:pt x="1725" y="2741"/>
                  </a:lnTo>
                  <a:lnTo>
                    <a:pt x="1286" y="3316"/>
                  </a:lnTo>
                  <a:lnTo>
                    <a:pt x="914" y="3925"/>
                  </a:lnTo>
                  <a:lnTo>
                    <a:pt x="609" y="4601"/>
                  </a:lnTo>
                  <a:lnTo>
                    <a:pt x="339" y="5278"/>
                  </a:lnTo>
                  <a:lnTo>
                    <a:pt x="169" y="5988"/>
                  </a:lnTo>
                  <a:lnTo>
                    <a:pt x="68" y="6732"/>
                  </a:lnTo>
                  <a:lnTo>
                    <a:pt x="0" y="7510"/>
                  </a:lnTo>
                  <a:lnTo>
                    <a:pt x="0" y="27636"/>
                  </a:lnTo>
                  <a:lnTo>
                    <a:pt x="68" y="28414"/>
                  </a:lnTo>
                  <a:lnTo>
                    <a:pt x="169" y="29159"/>
                  </a:lnTo>
                  <a:lnTo>
                    <a:pt x="339" y="29869"/>
                  </a:lnTo>
                  <a:lnTo>
                    <a:pt x="609" y="30545"/>
                  </a:lnTo>
                  <a:lnTo>
                    <a:pt x="914" y="31222"/>
                  </a:lnTo>
                  <a:lnTo>
                    <a:pt x="1286" y="31831"/>
                  </a:lnTo>
                  <a:lnTo>
                    <a:pt x="1725" y="32406"/>
                  </a:lnTo>
                  <a:lnTo>
                    <a:pt x="2233" y="32947"/>
                  </a:lnTo>
                  <a:lnTo>
                    <a:pt x="2740" y="33421"/>
                  </a:lnTo>
                  <a:lnTo>
                    <a:pt x="3315" y="33860"/>
                  </a:lnTo>
                  <a:lnTo>
                    <a:pt x="3958" y="34232"/>
                  </a:lnTo>
                  <a:lnTo>
                    <a:pt x="4601" y="34537"/>
                  </a:lnTo>
                  <a:lnTo>
                    <a:pt x="5277" y="34807"/>
                  </a:lnTo>
                  <a:lnTo>
                    <a:pt x="6021" y="34977"/>
                  </a:lnTo>
                  <a:lnTo>
                    <a:pt x="6765" y="35112"/>
                  </a:lnTo>
                  <a:lnTo>
                    <a:pt x="7510" y="35146"/>
                  </a:lnTo>
                  <a:lnTo>
                    <a:pt x="14038" y="35146"/>
                  </a:lnTo>
                  <a:lnTo>
                    <a:pt x="14816" y="35112"/>
                  </a:lnTo>
                  <a:lnTo>
                    <a:pt x="15560" y="34977"/>
                  </a:lnTo>
                  <a:lnTo>
                    <a:pt x="16270" y="34807"/>
                  </a:lnTo>
                  <a:lnTo>
                    <a:pt x="16981" y="34537"/>
                  </a:lnTo>
                  <a:lnTo>
                    <a:pt x="17623" y="34232"/>
                  </a:lnTo>
                  <a:lnTo>
                    <a:pt x="18232" y="33860"/>
                  </a:lnTo>
                  <a:lnTo>
                    <a:pt x="18807" y="33421"/>
                  </a:lnTo>
                  <a:lnTo>
                    <a:pt x="19349" y="32947"/>
                  </a:lnTo>
                  <a:lnTo>
                    <a:pt x="19856" y="32406"/>
                  </a:lnTo>
                  <a:lnTo>
                    <a:pt x="20262" y="31831"/>
                  </a:lnTo>
                  <a:lnTo>
                    <a:pt x="20634" y="31222"/>
                  </a:lnTo>
                  <a:lnTo>
                    <a:pt x="20972" y="30545"/>
                  </a:lnTo>
                  <a:lnTo>
                    <a:pt x="21209" y="29869"/>
                  </a:lnTo>
                  <a:lnTo>
                    <a:pt x="21412" y="29159"/>
                  </a:lnTo>
                  <a:lnTo>
                    <a:pt x="21513" y="28414"/>
                  </a:lnTo>
                  <a:lnTo>
                    <a:pt x="21547" y="27636"/>
                  </a:lnTo>
                  <a:lnTo>
                    <a:pt x="21547" y="7510"/>
                  </a:lnTo>
                  <a:lnTo>
                    <a:pt x="21513" y="6732"/>
                  </a:lnTo>
                  <a:lnTo>
                    <a:pt x="21412" y="5988"/>
                  </a:lnTo>
                  <a:lnTo>
                    <a:pt x="21209" y="5278"/>
                  </a:lnTo>
                  <a:lnTo>
                    <a:pt x="20972" y="4601"/>
                  </a:lnTo>
                  <a:lnTo>
                    <a:pt x="20634" y="3925"/>
                  </a:lnTo>
                  <a:lnTo>
                    <a:pt x="20262" y="3316"/>
                  </a:lnTo>
                  <a:lnTo>
                    <a:pt x="19856" y="2741"/>
                  </a:lnTo>
                  <a:lnTo>
                    <a:pt x="19349" y="2200"/>
                  </a:lnTo>
                  <a:lnTo>
                    <a:pt x="18807" y="1726"/>
                  </a:lnTo>
                  <a:lnTo>
                    <a:pt x="18232" y="1286"/>
                  </a:lnTo>
                  <a:lnTo>
                    <a:pt x="17623" y="914"/>
                  </a:lnTo>
                  <a:lnTo>
                    <a:pt x="16981" y="610"/>
                  </a:lnTo>
                  <a:lnTo>
                    <a:pt x="16270" y="339"/>
                  </a:lnTo>
                  <a:lnTo>
                    <a:pt x="15560" y="170"/>
                  </a:lnTo>
                  <a:lnTo>
                    <a:pt x="14816" y="35"/>
                  </a:lnTo>
                  <a:lnTo>
                    <a:pt x="1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39"/>
            <p:cNvSpPr/>
            <p:nvPr/>
          </p:nvSpPr>
          <p:spPr>
            <a:xfrm>
              <a:off x="463975" y="1504138"/>
              <a:ext cx="2936075" cy="1539950"/>
            </a:xfrm>
            <a:custGeom>
              <a:avLst/>
              <a:gdLst/>
              <a:ahLst/>
              <a:cxnLst/>
              <a:rect l="l" t="t" r="r" b="b"/>
              <a:pathLst>
                <a:path w="117443" h="61598" extrusionOk="0">
                  <a:moveTo>
                    <a:pt x="26452" y="1"/>
                  </a:moveTo>
                  <a:lnTo>
                    <a:pt x="25640" y="34"/>
                  </a:lnTo>
                  <a:lnTo>
                    <a:pt x="24828" y="136"/>
                  </a:lnTo>
                  <a:lnTo>
                    <a:pt x="24050" y="305"/>
                  </a:lnTo>
                  <a:lnTo>
                    <a:pt x="23272" y="508"/>
                  </a:lnTo>
                  <a:lnTo>
                    <a:pt x="22528" y="812"/>
                  </a:lnTo>
                  <a:lnTo>
                    <a:pt x="21818" y="1151"/>
                  </a:lnTo>
                  <a:lnTo>
                    <a:pt x="21108" y="1523"/>
                  </a:lnTo>
                  <a:lnTo>
                    <a:pt x="20465" y="1996"/>
                  </a:lnTo>
                  <a:lnTo>
                    <a:pt x="19856" y="2470"/>
                  </a:lnTo>
                  <a:lnTo>
                    <a:pt x="19247" y="3011"/>
                  </a:lnTo>
                  <a:lnTo>
                    <a:pt x="18740" y="3620"/>
                  </a:lnTo>
                  <a:lnTo>
                    <a:pt x="18232" y="4229"/>
                  </a:lnTo>
                  <a:lnTo>
                    <a:pt x="17793" y="4905"/>
                  </a:lnTo>
                  <a:lnTo>
                    <a:pt x="17421" y="5616"/>
                  </a:lnTo>
                  <a:lnTo>
                    <a:pt x="17082" y="6360"/>
                  </a:lnTo>
                  <a:lnTo>
                    <a:pt x="16812" y="7138"/>
                  </a:lnTo>
                  <a:lnTo>
                    <a:pt x="0" y="61597"/>
                  </a:lnTo>
                  <a:lnTo>
                    <a:pt x="117443" y="61597"/>
                  </a:lnTo>
                  <a:lnTo>
                    <a:pt x="100665" y="7138"/>
                  </a:lnTo>
                  <a:lnTo>
                    <a:pt x="100361" y="6360"/>
                  </a:lnTo>
                  <a:lnTo>
                    <a:pt x="100056" y="5616"/>
                  </a:lnTo>
                  <a:lnTo>
                    <a:pt x="99650" y="4905"/>
                  </a:lnTo>
                  <a:lnTo>
                    <a:pt x="99211" y="4229"/>
                  </a:lnTo>
                  <a:lnTo>
                    <a:pt x="98737" y="3620"/>
                  </a:lnTo>
                  <a:lnTo>
                    <a:pt x="98196" y="3011"/>
                  </a:lnTo>
                  <a:lnTo>
                    <a:pt x="97621" y="2470"/>
                  </a:lnTo>
                  <a:lnTo>
                    <a:pt x="96978" y="1996"/>
                  </a:lnTo>
                  <a:lnTo>
                    <a:pt x="96335" y="1523"/>
                  </a:lnTo>
                  <a:lnTo>
                    <a:pt x="95659" y="1151"/>
                  </a:lnTo>
                  <a:lnTo>
                    <a:pt x="94915" y="812"/>
                  </a:lnTo>
                  <a:lnTo>
                    <a:pt x="94171" y="508"/>
                  </a:lnTo>
                  <a:lnTo>
                    <a:pt x="93426" y="305"/>
                  </a:lnTo>
                  <a:lnTo>
                    <a:pt x="92615" y="136"/>
                  </a:lnTo>
                  <a:lnTo>
                    <a:pt x="91803" y="34"/>
                  </a:lnTo>
                  <a:lnTo>
                    <a:pt x="909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39"/>
            <p:cNvSpPr/>
            <p:nvPr/>
          </p:nvSpPr>
          <p:spPr>
            <a:xfrm>
              <a:off x="622950" y="1587863"/>
              <a:ext cx="2618125" cy="1372500"/>
            </a:xfrm>
            <a:custGeom>
              <a:avLst/>
              <a:gdLst/>
              <a:ahLst/>
              <a:cxnLst/>
              <a:rect l="l" t="t" r="r" b="b"/>
              <a:pathLst>
                <a:path w="104725" h="54900" extrusionOk="0">
                  <a:moveTo>
                    <a:pt x="22867" y="0"/>
                  </a:moveTo>
                  <a:lnTo>
                    <a:pt x="22122" y="102"/>
                  </a:lnTo>
                  <a:lnTo>
                    <a:pt x="21446" y="237"/>
                  </a:lnTo>
                  <a:lnTo>
                    <a:pt x="20736" y="440"/>
                  </a:lnTo>
                  <a:lnTo>
                    <a:pt x="20093" y="711"/>
                  </a:lnTo>
                  <a:lnTo>
                    <a:pt x="19450" y="1015"/>
                  </a:lnTo>
                  <a:lnTo>
                    <a:pt x="18808" y="1353"/>
                  </a:lnTo>
                  <a:lnTo>
                    <a:pt x="18233" y="1759"/>
                  </a:lnTo>
                  <a:lnTo>
                    <a:pt x="17691" y="2199"/>
                  </a:lnTo>
                  <a:lnTo>
                    <a:pt x="17184" y="2673"/>
                  </a:lnTo>
                  <a:lnTo>
                    <a:pt x="16677" y="3180"/>
                  </a:lnTo>
                  <a:lnTo>
                    <a:pt x="16271" y="3755"/>
                  </a:lnTo>
                  <a:lnTo>
                    <a:pt x="15865" y="4364"/>
                  </a:lnTo>
                  <a:lnTo>
                    <a:pt x="15526" y="4973"/>
                  </a:lnTo>
                  <a:lnTo>
                    <a:pt x="15222" y="5649"/>
                  </a:lnTo>
                  <a:lnTo>
                    <a:pt x="14985" y="6360"/>
                  </a:lnTo>
                  <a:lnTo>
                    <a:pt x="1" y="54899"/>
                  </a:lnTo>
                  <a:lnTo>
                    <a:pt x="104724" y="54899"/>
                  </a:lnTo>
                  <a:lnTo>
                    <a:pt x="89774" y="6360"/>
                  </a:lnTo>
                  <a:lnTo>
                    <a:pt x="89503" y="5649"/>
                  </a:lnTo>
                  <a:lnTo>
                    <a:pt x="89198" y="4973"/>
                  </a:lnTo>
                  <a:lnTo>
                    <a:pt x="88860" y="4364"/>
                  </a:lnTo>
                  <a:lnTo>
                    <a:pt x="88488" y="3755"/>
                  </a:lnTo>
                  <a:lnTo>
                    <a:pt x="88048" y="3180"/>
                  </a:lnTo>
                  <a:lnTo>
                    <a:pt x="87575" y="2673"/>
                  </a:lnTo>
                  <a:lnTo>
                    <a:pt x="87034" y="2199"/>
                  </a:lnTo>
                  <a:lnTo>
                    <a:pt x="86492" y="1759"/>
                  </a:lnTo>
                  <a:lnTo>
                    <a:pt x="85917" y="1353"/>
                  </a:lnTo>
                  <a:lnTo>
                    <a:pt x="85309" y="1015"/>
                  </a:lnTo>
                  <a:lnTo>
                    <a:pt x="84666" y="711"/>
                  </a:lnTo>
                  <a:lnTo>
                    <a:pt x="83989" y="440"/>
                  </a:lnTo>
                  <a:lnTo>
                    <a:pt x="83313" y="237"/>
                  </a:lnTo>
                  <a:lnTo>
                    <a:pt x="82602" y="102"/>
                  </a:lnTo>
                  <a:lnTo>
                    <a:pt x="8185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39"/>
            <p:cNvSpPr/>
            <p:nvPr/>
          </p:nvSpPr>
          <p:spPr>
            <a:xfrm>
              <a:off x="457200" y="2561188"/>
              <a:ext cx="2950450" cy="1177175"/>
            </a:xfrm>
            <a:custGeom>
              <a:avLst/>
              <a:gdLst/>
              <a:ahLst/>
              <a:cxnLst/>
              <a:rect l="l" t="t" r="r" b="b"/>
              <a:pathLst>
                <a:path w="118018" h="47087" extrusionOk="0">
                  <a:moveTo>
                    <a:pt x="12482" y="1"/>
                  </a:moveTo>
                  <a:lnTo>
                    <a:pt x="11806" y="68"/>
                  </a:lnTo>
                  <a:lnTo>
                    <a:pt x="11163" y="136"/>
                  </a:lnTo>
                  <a:lnTo>
                    <a:pt x="10521" y="271"/>
                  </a:lnTo>
                  <a:lnTo>
                    <a:pt x="9878" y="407"/>
                  </a:lnTo>
                  <a:lnTo>
                    <a:pt x="9235" y="576"/>
                  </a:lnTo>
                  <a:lnTo>
                    <a:pt x="8626" y="813"/>
                  </a:lnTo>
                  <a:lnTo>
                    <a:pt x="8017" y="1049"/>
                  </a:lnTo>
                  <a:lnTo>
                    <a:pt x="7442" y="1286"/>
                  </a:lnTo>
                  <a:lnTo>
                    <a:pt x="6867" y="1591"/>
                  </a:lnTo>
                  <a:lnTo>
                    <a:pt x="6326" y="1895"/>
                  </a:lnTo>
                  <a:lnTo>
                    <a:pt x="5785" y="2233"/>
                  </a:lnTo>
                  <a:lnTo>
                    <a:pt x="5278" y="2605"/>
                  </a:lnTo>
                  <a:lnTo>
                    <a:pt x="4770" y="3011"/>
                  </a:lnTo>
                  <a:lnTo>
                    <a:pt x="4297" y="3417"/>
                  </a:lnTo>
                  <a:lnTo>
                    <a:pt x="3857" y="3857"/>
                  </a:lnTo>
                  <a:lnTo>
                    <a:pt x="3417" y="4330"/>
                  </a:lnTo>
                  <a:lnTo>
                    <a:pt x="3011" y="4804"/>
                  </a:lnTo>
                  <a:lnTo>
                    <a:pt x="2605" y="5278"/>
                  </a:lnTo>
                  <a:lnTo>
                    <a:pt x="2233" y="5819"/>
                  </a:lnTo>
                  <a:lnTo>
                    <a:pt x="1895" y="6360"/>
                  </a:lnTo>
                  <a:lnTo>
                    <a:pt x="1591" y="6901"/>
                  </a:lnTo>
                  <a:lnTo>
                    <a:pt x="1286" y="7476"/>
                  </a:lnTo>
                  <a:lnTo>
                    <a:pt x="1016" y="8051"/>
                  </a:lnTo>
                  <a:lnTo>
                    <a:pt x="779" y="8660"/>
                  </a:lnTo>
                  <a:lnTo>
                    <a:pt x="576" y="9269"/>
                  </a:lnTo>
                  <a:lnTo>
                    <a:pt x="407" y="9878"/>
                  </a:lnTo>
                  <a:lnTo>
                    <a:pt x="238" y="10521"/>
                  </a:lnTo>
                  <a:lnTo>
                    <a:pt x="136" y="11163"/>
                  </a:lnTo>
                  <a:lnTo>
                    <a:pt x="68" y="11840"/>
                  </a:lnTo>
                  <a:lnTo>
                    <a:pt x="1" y="12482"/>
                  </a:lnTo>
                  <a:lnTo>
                    <a:pt x="1" y="13159"/>
                  </a:lnTo>
                  <a:lnTo>
                    <a:pt x="1" y="43230"/>
                  </a:lnTo>
                  <a:lnTo>
                    <a:pt x="1" y="43636"/>
                  </a:lnTo>
                  <a:lnTo>
                    <a:pt x="68" y="44008"/>
                  </a:lnTo>
                  <a:lnTo>
                    <a:pt x="170" y="44380"/>
                  </a:lnTo>
                  <a:lnTo>
                    <a:pt x="271" y="44718"/>
                  </a:lnTo>
                  <a:lnTo>
                    <a:pt x="441" y="45057"/>
                  </a:lnTo>
                  <a:lnTo>
                    <a:pt x="643" y="45395"/>
                  </a:lnTo>
                  <a:lnTo>
                    <a:pt x="846" y="45665"/>
                  </a:lnTo>
                  <a:lnTo>
                    <a:pt x="1117" y="45936"/>
                  </a:lnTo>
                  <a:lnTo>
                    <a:pt x="1388" y="46207"/>
                  </a:lnTo>
                  <a:lnTo>
                    <a:pt x="1658" y="46410"/>
                  </a:lnTo>
                  <a:lnTo>
                    <a:pt x="1996" y="46612"/>
                  </a:lnTo>
                  <a:lnTo>
                    <a:pt x="2335" y="46782"/>
                  </a:lnTo>
                  <a:lnTo>
                    <a:pt x="2673" y="46917"/>
                  </a:lnTo>
                  <a:lnTo>
                    <a:pt x="3045" y="46985"/>
                  </a:lnTo>
                  <a:lnTo>
                    <a:pt x="3417" y="47052"/>
                  </a:lnTo>
                  <a:lnTo>
                    <a:pt x="3823" y="47086"/>
                  </a:lnTo>
                  <a:lnTo>
                    <a:pt x="114162" y="47086"/>
                  </a:lnTo>
                  <a:lnTo>
                    <a:pt x="114568" y="47052"/>
                  </a:lnTo>
                  <a:lnTo>
                    <a:pt x="114940" y="46985"/>
                  </a:lnTo>
                  <a:lnTo>
                    <a:pt x="115312" y="46917"/>
                  </a:lnTo>
                  <a:lnTo>
                    <a:pt x="115650" y="46782"/>
                  </a:lnTo>
                  <a:lnTo>
                    <a:pt x="115988" y="46612"/>
                  </a:lnTo>
                  <a:lnTo>
                    <a:pt x="116327" y="46410"/>
                  </a:lnTo>
                  <a:lnTo>
                    <a:pt x="116597" y="46207"/>
                  </a:lnTo>
                  <a:lnTo>
                    <a:pt x="116868" y="45936"/>
                  </a:lnTo>
                  <a:lnTo>
                    <a:pt x="117139" y="45665"/>
                  </a:lnTo>
                  <a:lnTo>
                    <a:pt x="117341" y="45395"/>
                  </a:lnTo>
                  <a:lnTo>
                    <a:pt x="117544" y="45057"/>
                  </a:lnTo>
                  <a:lnTo>
                    <a:pt x="117714" y="44718"/>
                  </a:lnTo>
                  <a:lnTo>
                    <a:pt x="117849" y="44380"/>
                  </a:lnTo>
                  <a:lnTo>
                    <a:pt x="117917" y="44008"/>
                  </a:lnTo>
                  <a:lnTo>
                    <a:pt x="117984" y="43636"/>
                  </a:lnTo>
                  <a:lnTo>
                    <a:pt x="118018" y="43230"/>
                  </a:lnTo>
                  <a:lnTo>
                    <a:pt x="118018" y="13159"/>
                  </a:lnTo>
                  <a:lnTo>
                    <a:pt x="117984" y="12482"/>
                  </a:lnTo>
                  <a:lnTo>
                    <a:pt x="117950" y="11840"/>
                  </a:lnTo>
                  <a:lnTo>
                    <a:pt x="117849" y="11163"/>
                  </a:lnTo>
                  <a:lnTo>
                    <a:pt x="117747" y="10521"/>
                  </a:lnTo>
                  <a:lnTo>
                    <a:pt x="117578" y="9878"/>
                  </a:lnTo>
                  <a:lnTo>
                    <a:pt x="117409" y="9269"/>
                  </a:lnTo>
                  <a:lnTo>
                    <a:pt x="117206" y="8660"/>
                  </a:lnTo>
                  <a:lnTo>
                    <a:pt x="116969" y="8051"/>
                  </a:lnTo>
                  <a:lnTo>
                    <a:pt x="116699" y="7476"/>
                  </a:lnTo>
                  <a:lnTo>
                    <a:pt x="116428" y="6901"/>
                  </a:lnTo>
                  <a:lnTo>
                    <a:pt x="116090" y="6360"/>
                  </a:lnTo>
                  <a:lnTo>
                    <a:pt x="115752" y="5819"/>
                  </a:lnTo>
                  <a:lnTo>
                    <a:pt x="115380" y="5278"/>
                  </a:lnTo>
                  <a:lnTo>
                    <a:pt x="115008" y="4804"/>
                  </a:lnTo>
                  <a:lnTo>
                    <a:pt x="114568" y="4330"/>
                  </a:lnTo>
                  <a:lnTo>
                    <a:pt x="114162" y="3857"/>
                  </a:lnTo>
                  <a:lnTo>
                    <a:pt x="113688" y="3417"/>
                  </a:lnTo>
                  <a:lnTo>
                    <a:pt x="113215" y="3011"/>
                  </a:lnTo>
                  <a:lnTo>
                    <a:pt x="112707" y="2605"/>
                  </a:lnTo>
                  <a:lnTo>
                    <a:pt x="112200" y="2233"/>
                  </a:lnTo>
                  <a:lnTo>
                    <a:pt x="111659" y="1895"/>
                  </a:lnTo>
                  <a:lnTo>
                    <a:pt x="111118" y="1591"/>
                  </a:lnTo>
                  <a:lnTo>
                    <a:pt x="110543" y="1286"/>
                  </a:lnTo>
                  <a:lnTo>
                    <a:pt x="109968" y="1049"/>
                  </a:lnTo>
                  <a:lnTo>
                    <a:pt x="109359" y="813"/>
                  </a:lnTo>
                  <a:lnTo>
                    <a:pt x="108750" y="576"/>
                  </a:lnTo>
                  <a:lnTo>
                    <a:pt x="108107" y="407"/>
                  </a:lnTo>
                  <a:lnTo>
                    <a:pt x="107498" y="271"/>
                  </a:lnTo>
                  <a:lnTo>
                    <a:pt x="106822" y="136"/>
                  </a:lnTo>
                  <a:lnTo>
                    <a:pt x="106179" y="68"/>
                  </a:lnTo>
                  <a:lnTo>
                    <a:pt x="1055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39"/>
            <p:cNvSpPr/>
            <p:nvPr/>
          </p:nvSpPr>
          <p:spPr>
            <a:xfrm>
              <a:off x="593350" y="2615313"/>
              <a:ext cx="2677325" cy="609725"/>
            </a:xfrm>
            <a:custGeom>
              <a:avLst/>
              <a:gdLst/>
              <a:ahLst/>
              <a:cxnLst/>
              <a:rect l="l" t="t" r="r" b="b"/>
              <a:pathLst>
                <a:path w="107093" h="24389" extrusionOk="0">
                  <a:moveTo>
                    <a:pt x="11941" y="1"/>
                  </a:moveTo>
                  <a:lnTo>
                    <a:pt x="10723" y="34"/>
                  </a:lnTo>
                  <a:lnTo>
                    <a:pt x="9539" y="136"/>
                  </a:lnTo>
                  <a:lnTo>
                    <a:pt x="8389" y="271"/>
                  </a:lnTo>
                  <a:lnTo>
                    <a:pt x="7307" y="474"/>
                  </a:lnTo>
                  <a:lnTo>
                    <a:pt x="6258" y="745"/>
                  </a:lnTo>
                  <a:lnTo>
                    <a:pt x="5277" y="1049"/>
                  </a:lnTo>
                  <a:lnTo>
                    <a:pt x="4364" y="1387"/>
                  </a:lnTo>
                  <a:lnTo>
                    <a:pt x="3485" y="1793"/>
                  </a:lnTo>
                  <a:lnTo>
                    <a:pt x="2741" y="2199"/>
                  </a:lnTo>
                  <a:lnTo>
                    <a:pt x="2030" y="2673"/>
                  </a:lnTo>
                  <a:lnTo>
                    <a:pt x="1726" y="2910"/>
                  </a:lnTo>
                  <a:lnTo>
                    <a:pt x="1455" y="3180"/>
                  </a:lnTo>
                  <a:lnTo>
                    <a:pt x="1185" y="3417"/>
                  </a:lnTo>
                  <a:lnTo>
                    <a:pt x="948" y="3688"/>
                  </a:lnTo>
                  <a:lnTo>
                    <a:pt x="711" y="3958"/>
                  </a:lnTo>
                  <a:lnTo>
                    <a:pt x="542" y="4263"/>
                  </a:lnTo>
                  <a:lnTo>
                    <a:pt x="373" y="4533"/>
                  </a:lnTo>
                  <a:lnTo>
                    <a:pt x="237" y="4838"/>
                  </a:lnTo>
                  <a:lnTo>
                    <a:pt x="136" y="5142"/>
                  </a:lnTo>
                  <a:lnTo>
                    <a:pt x="68" y="5446"/>
                  </a:lnTo>
                  <a:lnTo>
                    <a:pt x="1" y="5751"/>
                  </a:lnTo>
                  <a:lnTo>
                    <a:pt x="1" y="6055"/>
                  </a:lnTo>
                  <a:lnTo>
                    <a:pt x="1" y="12719"/>
                  </a:lnTo>
                  <a:lnTo>
                    <a:pt x="1" y="12888"/>
                  </a:lnTo>
                  <a:lnTo>
                    <a:pt x="68" y="13023"/>
                  </a:lnTo>
                  <a:lnTo>
                    <a:pt x="170" y="13159"/>
                  </a:lnTo>
                  <a:lnTo>
                    <a:pt x="271" y="13260"/>
                  </a:lnTo>
                  <a:lnTo>
                    <a:pt x="407" y="13328"/>
                  </a:lnTo>
                  <a:lnTo>
                    <a:pt x="576" y="13396"/>
                  </a:lnTo>
                  <a:lnTo>
                    <a:pt x="745" y="13463"/>
                  </a:lnTo>
                  <a:lnTo>
                    <a:pt x="17861" y="13463"/>
                  </a:lnTo>
                  <a:lnTo>
                    <a:pt x="18334" y="13497"/>
                  </a:lnTo>
                  <a:lnTo>
                    <a:pt x="18808" y="13565"/>
                  </a:lnTo>
                  <a:lnTo>
                    <a:pt x="19281" y="13632"/>
                  </a:lnTo>
                  <a:lnTo>
                    <a:pt x="20195" y="13835"/>
                  </a:lnTo>
                  <a:lnTo>
                    <a:pt x="21108" y="14140"/>
                  </a:lnTo>
                  <a:lnTo>
                    <a:pt x="21987" y="14478"/>
                  </a:lnTo>
                  <a:lnTo>
                    <a:pt x="22867" y="14884"/>
                  </a:lnTo>
                  <a:lnTo>
                    <a:pt x="23679" y="15357"/>
                  </a:lnTo>
                  <a:lnTo>
                    <a:pt x="24490" y="15865"/>
                  </a:lnTo>
                  <a:lnTo>
                    <a:pt x="25268" y="16440"/>
                  </a:lnTo>
                  <a:lnTo>
                    <a:pt x="26013" y="17049"/>
                  </a:lnTo>
                  <a:lnTo>
                    <a:pt x="26723" y="17691"/>
                  </a:lnTo>
                  <a:lnTo>
                    <a:pt x="27399" y="18368"/>
                  </a:lnTo>
                  <a:lnTo>
                    <a:pt x="28008" y="19044"/>
                  </a:lnTo>
                  <a:lnTo>
                    <a:pt x="28583" y="19755"/>
                  </a:lnTo>
                  <a:lnTo>
                    <a:pt x="29158" y="20499"/>
                  </a:lnTo>
                  <a:lnTo>
                    <a:pt x="29632" y="21243"/>
                  </a:lnTo>
                  <a:lnTo>
                    <a:pt x="29902" y="21581"/>
                  </a:lnTo>
                  <a:lnTo>
                    <a:pt x="30173" y="21920"/>
                  </a:lnTo>
                  <a:lnTo>
                    <a:pt x="30477" y="22224"/>
                  </a:lnTo>
                  <a:lnTo>
                    <a:pt x="30816" y="22528"/>
                  </a:lnTo>
                  <a:lnTo>
                    <a:pt x="31188" y="22833"/>
                  </a:lnTo>
                  <a:lnTo>
                    <a:pt x="31560" y="23070"/>
                  </a:lnTo>
                  <a:lnTo>
                    <a:pt x="31966" y="23306"/>
                  </a:lnTo>
                  <a:lnTo>
                    <a:pt x="32406" y="23543"/>
                  </a:lnTo>
                  <a:lnTo>
                    <a:pt x="32845" y="23712"/>
                  </a:lnTo>
                  <a:lnTo>
                    <a:pt x="33319" y="23881"/>
                  </a:lnTo>
                  <a:lnTo>
                    <a:pt x="33792" y="24051"/>
                  </a:lnTo>
                  <a:lnTo>
                    <a:pt x="34300" y="24152"/>
                  </a:lnTo>
                  <a:lnTo>
                    <a:pt x="34773" y="24254"/>
                  </a:lnTo>
                  <a:lnTo>
                    <a:pt x="35315" y="24321"/>
                  </a:lnTo>
                  <a:lnTo>
                    <a:pt x="35822" y="24355"/>
                  </a:lnTo>
                  <a:lnTo>
                    <a:pt x="36329" y="24389"/>
                  </a:lnTo>
                  <a:lnTo>
                    <a:pt x="70764" y="24389"/>
                  </a:lnTo>
                  <a:lnTo>
                    <a:pt x="71271" y="24355"/>
                  </a:lnTo>
                  <a:lnTo>
                    <a:pt x="71812" y="24321"/>
                  </a:lnTo>
                  <a:lnTo>
                    <a:pt x="72320" y="24254"/>
                  </a:lnTo>
                  <a:lnTo>
                    <a:pt x="72827" y="24152"/>
                  </a:lnTo>
                  <a:lnTo>
                    <a:pt x="73301" y="24051"/>
                  </a:lnTo>
                  <a:lnTo>
                    <a:pt x="73774" y="23881"/>
                  </a:lnTo>
                  <a:lnTo>
                    <a:pt x="74248" y="23712"/>
                  </a:lnTo>
                  <a:lnTo>
                    <a:pt x="74687" y="23543"/>
                  </a:lnTo>
                  <a:lnTo>
                    <a:pt x="75127" y="23306"/>
                  </a:lnTo>
                  <a:lnTo>
                    <a:pt x="75533" y="23070"/>
                  </a:lnTo>
                  <a:lnTo>
                    <a:pt x="75905" y="22833"/>
                  </a:lnTo>
                  <a:lnTo>
                    <a:pt x="76277" y="22528"/>
                  </a:lnTo>
                  <a:lnTo>
                    <a:pt x="76615" y="22224"/>
                  </a:lnTo>
                  <a:lnTo>
                    <a:pt x="76920" y="21920"/>
                  </a:lnTo>
                  <a:lnTo>
                    <a:pt x="77191" y="21581"/>
                  </a:lnTo>
                  <a:lnTo>
                    <a:pt x="77461" y="21243"/>
                  </a:lnTo>
                  <a:lnTo>
                    <a:pt x="77969" y="20499"/>
                  </a:lnTo>
                  <a:lnTo>
                    <a:pt x="78510" y="19755"/>
                  </a:lnTo>
                  <a:lnTo>
                    <a:pt x="79085" y="19044"/>
                  </a:lnTo>
                  <a:lnTo>
                    <a:pt x="79727" y="18368"/>
                  </a:lnTo>
                  <a:lnTo>
                    <a:pt x="80370" y="17691"/>
                  </a:lnTo>
                  <a:lnTo>
                    <a:pt x="81080" y="17049"/>
                  </a:lnTo>
                  <a:lnTo>
                    <a:pt x="81825" y="16440"/>
                  </a:lnTo>
                  <a:lnTo>
                    <a:pt x="82603" y="15865"/>
                  </a:lnTo>
                  <a:lnTo>
                    <a:pt x="83414" y="15357"/>
                  </a:lnTo>
                  <a:lnTo>
                    <a:pt x="84226" y="14884"/>
                  </a:lnTo>
                  <a:lnTo>
                    <a:pt x="85106" y="14478"/>
                  </a:lnTo>
                  <a:lnTo>
                    <a:pt x="85985" y="14140"/>
                  </a:lnTo>
                  <a:lnTo>
                    <a:pt x="86898" y="13835"/>
                  </a:lnTo>
                  <a:lnTo>
                    <a:pt x="87812" y="13632"/>
                  </a:lnTo>
                  <a:lnTo>
                    <a:pt x="88285" y="13565"/>
                  </a:lnTo>
                  <a:lnTo>
                    <a:pt x="88759" y="13497"/>
                  </a:lnTo>
                  <a:lnTo>
                    <a:pt x="89266" y="13463"/>
                  </a:lnTo>
                  <a:lnTo>
                    <a:pt x="106348" y="13463"/>
                  </a:lnTo>
                  <a:lnTo>
                    <a:pt x="106517" y="13396"/>
                  </a:lnTo>
                  <a:lnTo>
                    <a:pt x="106686" y="13328"/>
                  </a:lnTo>
                  <a:lnTo>
                    <a:pt x="106822" y="13260"/>
                  </a:lnTo>
                  <a:lnTo>
                    <a:pt x="106923" y="13159"/>
                  </a:lnTo>
                  <a:lnTo>
                    <a:pt x="107025" y="13023"/>
                  </a:lnTo>
                  <a:lnTo>
                    <a:pt x="107092" y="12888"/>
                  </a:lnTo>
                  <a:lnTo>
                    <a:pt x="107092" y="12719"/>
                  </a:lnTo>
                  <a:lnTo>
                    <a:pt x="107092" y="6055"/>
                  </a:lnTo>
                  <a:lnTo>
                    <a:pt x="107092" y="5751"/>
                  </a:lnTo>
                  <a:lnTo>
                    <a:pt x="107025" y="5446"/>
                  </a:lnTo>
                  <a:lnTo>
                    <a:pt x="106957" y="5142"/>
                  </a:lnTo>
                  <a:lnTo>
                    <a:pt x="106855" y="4838"/>
                  </a:lnTo>
                  <a:lnTo>
                    <a:pt x="106720" y="4533"/>
                  </a:lnTo>
                  <a:lnTo>
                    <a:pt x="106551" y="4263"/>
                  </a:lnTo>
                  <a:lnTo>
                    <a:pt x="106382" y="3958"/>
                  </a:lnTo>
                  <a:lnTo>
                    <a:pt x="106145" y="3688"/>
                  </a:lnTo>
                  <a:lnTo>
                    <a:pt x="105908" y="3417"/>
                  </a:lnTo>
                  <a:lnTo>
                    <a:pt x="105672" y="3180"/>
                  </a:lnTo>
                  <a:lnTo>
                    <a:pt x="105367" y="2910"/>
                  </a:lnTo>
                  <a:lnTo>
                    <a:pt x="105063" y="2673"/>
                  </a:lnTo>
                  <a:lnTo>
                    <a:pt x="104386" y="2199"/>
                  </a:lnTo>
                  <a:lnTo>
                    <a:pt x="103608" y="1793"/>
                  </a:lnTo>
                  <a:lnTo>
                    <a:pt x="102763" y="1387"/>
                  </a:lnTo>
                  <a:lnTo>
                    <a:pt x="101815" y="1049"/>
                  </a:lnTo>
                  <a:lnTo>
                    <a:pt x="100835" y="745"/>
                  </a:lnTo>
                  <a:lnTo>
                    <a:pt x="99786" y="474"/>
                  </a:lnTo>
                  <a:lnTo>
                    <a:pt x="98704" y="271"/>
                  </a:lnTo>
                  <a:lnTo>
                    <a:pt x="97553" y="136"/>
                  </a:lnTo>
                  <a:lnTo>
                    <a:pt x="96370" y="34"/>
                  </a:lnTo>
                  <a:lnTo>
                    <a:pt x="951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39"/>
            <p:cNvSpPr/>
            <p:nvPr/>
          </p:nvSpPr>
          <p:spPr>
            <a:xfrm>
              <a:off x="600125" y="3149763"/>
              <a:ext cx="555600" cy="201275"/>
            </a:xfrm>
            <a:custGeom>
              <a:avLst/>
              <a:gdLst/>
              <a:ahLst/>
              <a:cxnLst/>
              <a:rect l="l" t="t" r="r" b="b"/>
              <a:pathLst>
                <a:path w="22224" h="8051" extrusionOk="0">
                  <a:moveTo>
                    <a:pt x="3653" y="0"/>
                  </a:moveTo>
                  <a:lnTo>
                    <a:pt x="3248" y="68"/>
                  </a:lnTo>
                  <a:lnTo>
                    <a:pt x="2842" y="170"/>
                  </a:lnTo>
                  <a:lnTo>
                    <a:pt x="2470" y="305"/>
                  </a:lnTo>
                  <a:lnTo>
                    <a:pt x="2131" y="474"/>
                  </a:lnTo>
                  <a:lnTo>
                    <a:pt x="1793" y="677"/>
                  </a:lnTo>
                  <a:lnTo>
                    <a:pt x="1489" y="914"/>
                  </a:lnTo>
                  <a:lnTo>
                    <a:pt x="1184" y="1184"/>
                  </a:lnTo>
                  <a:lnTo>
                    <a:pt x="947" y="1455"/>
                  </a:lnTo>
                  <a:lnTo>
                    <a:pt x="711" y="1759"/>
                  </a:lnTo>
                  <a:lnTo>
                    <a:pt x="508" y="2098"/>
                  </a:lnTo>
                  <a:lnTo>
                    <a:pt x="339" y="2470"/>
                  </a:lnTo>
                  <a:lnTo>
                    <a:pt x="203" y="2842"/>
                  </a:lnTo>
                  <a:lnTo>
                    <a:pt x="102" y="3214"/>
                  </a:lnTo>
                  <a:lnTo>
                    <a:pt x="34" y="3620"/>
                  </a:lnTo>
                  <a:lnTo>
                    <a:pt x="0" y="4026"/>
                  </a:lnTo>
                  <a:lnTo>
                    <a:pt x="34" y="4432"/>
                  </a:lnTo>
                  <a:lnTo>
                    <a:pt x="102" y="4837"/>
                  </a:lnTo>
                  <a:lnTo>
                    <a:pt x="203" y="5243"/>
                  </a:lnTo>
                  <a:lnTo>
                    <a:pt x="339" y="5615"/>
                  </a:lnTo>
                  <a:lnTo>
                    <a:pt x="508" y="5954"/>
                  </a:lnTo>
                  <a:lnTo>
                    <a:pt x="711" y="6292"/>
                  </a:lnTo>
                  <a:lnTo>
                    <a:pt x="947" y="6596"/>
                  </a:lnTo>
                  <a:lnTo>
                    <a:pt x="1184" y="6867"/>
                  </a:lnTo>
                  <a:lnTo>
                    <a:pt x="1489" y="7138"/>
                  </a:lnTo>
                  <a:lnTo>
                    <a:pt x="1793" y="7374"/>
                  </a:lnTo>
                  <a:lnTo>
                    <a:pt x="2131" y="7577"/>
                  </a:lnTo>
                  <a:lnTo>
                    <a:pt x="2470" y="7746"/>
                  </a:lnTo>
                  <a:lnTo>
                    <a:pt x="2842" y="7882"/>
                  </a:lnTo>
                  <a:lnTo>
                    <a:pt x="3248" y="7983"/>
                  </a:lnTo>
                  <a:lnTo>
                    <a:pt x="3653" y="8051"/>
                  </a:lnTo>
                  <a:lnTo>
                    <a:pt x="18604" y="8051"/>
                  </a:lnTo>
                  <a:lnTo>
                    <a:pt x="19010" y="7983"/>
                  </a:lnTo>
                  <a:lnTo>
                    <a:pt x="19416" y="7882"/>
                  </a:lnTo>
                  <a:lnTo>
                    <a:pt x="19788" y="7746"/>
                  </a:lnTo>
                  <a:lnTo>
                    <a:pt x="20126" y="7577"/>
                  </a:lnTo>
                  <a:lnTo>
                    <a:pt x="20465" y="7374"/>
                  </a:lnTo>
                  <a:lnTo>
                    <a:pt x="20769" y="7138"/>
                  </a:lnTo>
                  <a:lnTo>
                    <a:pt x="21040" y="6867"/>
                  </a:lnTo>
                  <a:lnTo>
                    <a:pt x="21310" y="6596"/>
                  </a:lnTo>
                  <a:lnTo>
                    <a:pt x="21547" y="6292"/>
                  </a:lnTo>
                  <a:lnTo>
                    <a:pt x="21750" y="5954"/>
                  </a:lnTo>
                  <a:lnTo>
                    <a:pt x="21919" y="5615"/>
                  </a:lnTo>
                  <a:lnTo>
                    <a:pt x="22055" y="5243"/>
                  </a:lnTo>
                  <a:lnTo>
                    <a:pt x="22156" y="4837"/>
                  </a:lnTo>
                  <a:lnTo>
                    <a:pt x="22224" y="4432"/>
                  </a:lnTo>
                  <a:lnTo>
                    <a:pt x="22224" y="4026"/>
                  </a:lnTo>
                  <a:lnTo>
                    <a:pt x="22224" y="3620"/>
                  </a:lnTo>
                  <a:lnTo>
                    <a:pt x="22156" y="3214"/>
                  </a:lnTo>
                  <a:lnTo>
                    <a:pt x="22055" y="2842"/>
                  </a:lnTo>
                  <a:lnTo>
                    <a:pt x="21919" y="2470"/>
                  </a:lnTo>
                  <a:lnTo>
                    <a:pt x="21750" y="2098"/>
                  </a:lnTo>
                  <a:lnTo>
                    <a:pt x="21547" y="1759"/>
                  </a:lnTo>
                  <a:lnTo>
                    <a:pt x="21310" y="1455"/>
                  </a:lnTo>
                  <a:lnTo>
                    <a:pt x="21040" y="1184"/>
                  </a:lnTo>
                  <a:lnTo>
                    <a:pt x="20769" y="914"/>
                  </a:lnTo>
                  <a:lnTo>
                    <a:pt x="20465" y="677"/>
                  </a:lnTo>
                  <a:lnTo>
                    <a:pt x="20126" y="474"/>
                  </a:lnTo>
                  <a:lnTo>
                    <a:pt x="19788" y="305"/>
                  </a:lnTo>
                  <a:lnTo>
                    <a:pt x="19416" y="170"/>
                  </a:lnTo>
                  <a:lnTo>
                    <a:pt x="19010" y="68"/>
                  </a:lnTo>
                  <a:lnTo>
                    <a:pt x="186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39"/>
            <p:cNvSpPr/>
            <p:nvPr/>
          </p:nvSpPr>
          <p:spPr>
            <a:xfrm>
              <a:off x="2708300" y="3149763"/>
              <a:ext cx="555600" cy="201275"/>
            </a:xfrm>
            <a:custGeom>
              <a:avLst/>
              <a:gdLst/>
              <a:ahLst/>
              <a:cxnLst/>
              <a:rect l="l" t="t" r="r" b="b"/>
              <a:pathLst>
                <a:path w="22224" h="8051" extrusionOk="0">
                  <a:moveTo>
                    <a:pt x="3620" y="0"/>
                  </a:moveTo>
                  <a:lnTo>
                    <a:pt x="3214" y="68"/>
                  </a:lnTo>
                  <a:lnTo>
                    <a:pt x="2842" y="170"/>
                  </a:lnTo>
                  <a:lnTo>
                    <a:pt x="2470" y="305"/>
                  </a:lnTo>
                  <a:lnTo>
                    <a:pt x="2097" y="474"/>
                  </a:lnTo>
                  <a:lnTo>
                    <a:pt x="1759" y="677"/>
                  </a:lnTo>
                  <a:lnTo>
                    <a:pt x="1455" y="914"/>
                  </a:lnTo>
                  <a:lnTo>
                    <a:pt x="1184" y="1184"/>
                  </a:lnTo>
                  <a:lnTo>
                    <a:pt x="914" y="1455"/>
                  </a:lnTo>
                  <a:lnTo>
                    <a:pt x="677" y="1759"/>
                  </a:lnTo>
                  <a:lnTo>
                    <a:pt x="474" y="2098"/>
                  </a:lnTo>
                  <a:lnTo>
                    <a:pt x="305" y="2470"/>
                  </a:lnTo>
                  <a:lnTo>
                    <a:pt x="169" y="2842"/>
                  </a:lnTo>
                  <a:lnTo>
                    <a:pt x="68" y="3214"/>
                  </a:lnTo>
                  <a:lnTo>
                    <a:pt x="0" y="3620"/>
                  </a:lnTo>
                  <a:lnTo>
                    <a:pt x="0" y="4026"/>
                  </a:lnTo>
                  <a:lnTo>
                    <a:pt x="0" y="4432"/>
                  </a:lnTo>
                  <a:lnTo>
                    <a:pt x="68" y="4837"/>
                  </a:lnTo>
                  <a:lnTo>
                    <a:pt x="169" y="5243"/>
                  </a:lnTo>
                  <a:lnTo>
                    <a:pt x="305" y="5615"/>
                  </a:lnTo>
                  <a:lnTo>
                    <a:pt x="474" y="5954"/>
                  </a:lnTo>
                  <a:lnTo>
                    <a:pt x="677" y="6292"/>
                  </a:lnTo>
                  <a:lnTo>
                    <a:pt x="914" y="6596"/>
                  </a:lnTo>
                  <a:lnTo>
                    <a:pt x="1184" y="6867"/>
                  </a:lnTo>
                  <a:lnTo>
                    <a:pt x="1455" y="7138"/>
                  </a:lnTo>
                  <a:lnTo>
                    <a:pt x="1759" y="7374"/>
                  </a:lnTo>
                  <a:lnTo>
                    <a:pt x="2097" y="7577"/>
                  </a:lnTo>
                  <a:lnTo>
                    <a:pt x="2470" y="7746"/>
                  </a:lnTo>
                  <a:lnTo>
                    <a:pt x="2842" y="7882"/>
                  </a:lnTo>
                  <a:lnTo>
                    <a:pt x="3214" y="7983"/>
                  </a:lnTo>
                  <a:lnTo>
                    <a:pt x="3620" y="8051"/>
                  </a:lnTo>
                  <a:lnTo>
                    <a:pt x="18604" y="8051"/>
                  </a:lnTo>
                  <a:lnTo>
                    <a:pt x="19010" y="7983"/>
                  </a:lnTo>
                  <a:lnTo>
                    <a:pt x="19382" y="7882"/>
                  </a:lnTo>
                  <a:lnTo>
                    <a:pt x="19754" y="7746"/>
                  </a:lnTo>
                  <a:lnTo>
                    <a:pt x="20093" y="7577"/>
                  </a:lnTo>
                  <a:lnTo>
                    <a:pt x="20431" y="7374"/>
                  </a:lnTo>
                  <a:lnTo>
                    <a:pt x="20735" y="7138"/>
                  </a:lnTo>
                  <a:lnTo>
                    <a:pt x="21040" y="6867"/>
                  </a:lnTo>
                  <a:lnTo>
                    <a:pt x="21310" y="6596"/>
                  </a:lnTo>
                  <a:lnTo>
                    <a:pt x="21513" y="6292"/>
                  </a:lnTo>
                  <a:lnTo>
                    <a:pt x="21716" y="5954"/>
                  </a:lnTo>
                  <a:lnTo>
                    <a:pt x="21885" y="5615"/>
                  </a:lnTo>
                  <a:lnTo>
                    <a:pt x="22021" y="5243"/>
                  </a:lnTo>
                  <a:lnTo>
                    <a:pt x="22122" y="4837"/>
                  </a:lnTo>
                  <a:lnTo>
                    <a:pt x="22190" y="4432"/>
                  </a:lnTo>
                  <a:lnTo>
                    <a:pt x="22224" y="4026"/>
                  </a:lnTo>
                  <a:lnTo>
                    <a:pt x="22190" y="3620"/>
                  </a:lnTo>
                  <a:lnTo>
                    <a:pt x="22122" y="3214"/>
                  </a:lnTo>
                  <a:lnTo>
                    <a:pt x="22021" y="2842"/>
                  </a:lnTo>
                  <a:lnTo>
                    <a:pt x="21885" y="2470"/>
                  </a:lnTo>
                  <a:lnTo>
                    <a:pt x="21716" y="2098"/>
                  </a:lnTo>
                  <a:lnTo>
                    <a:pt x="21513" y="1759"/>
                  </a:lnTo>
                  <a:lnTo>
                    <a:pt x="21310" y="1455"/>
                  </a:lnTo>
                  <a:lnTo>
                    <a:pt x="21040" y="1184"/>
                  </a:lnTo>
                  <a:lnTo>
                    <a:pt x="20735" y="914"/>
                  </a:lnTo>
                  <a:lnTo>
                    <a:pt x="20431" y="677"/>
                  </a:lnTo>
                  <a:lnTo>
                    <a:pt x="20093" y="474"/>
                  </a:lnTo>
                  <a:lnTo>
                    <a:pt x="19754" y="305"/>
                  </a:lnTo>
                  <a:lnTo>
                    <a:pt x="19382" y="170"/>
                  </a:lnTo>
                  <a:lnTo>
                    <a:pt x="19010" y="68"/>
                  </a:lnTo>
                  <a:lnTo>
                    <a:pt x="186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39"/>
            <p:cNvSpPr/>
            <p:nvPr/>
          </p:nvSpPr>
          <p:spPr>
            <a:xfrm>
              <a:off x="1568375" y="1206488"/>
              <a:ext cx="727275" cy="300225"/>
            </a:xfrm>
            <a:custGeom>
              <a:avLst/>
              <a:gdLst/>
              <a:ahLst/>
              <a:cxnLst/>
              <a:rect l="l" t="t" r="r" b="b"/>
              <a:pathLst>
                <a:path w="29091" h="12009" extrusionOk="0">
                  <a:moveTo>
                    <a:pt x="1" y="0"/>
                  </a:moveTo>
                  <a:lnTo>
                    <a:pt x="1" y="12008"/>
                  </a:lnTo>
                  <a:lnTo>
                    <a:pt x="29090" y="12008"/>
                  </a:lnTo>
                  <a:lnTo>
                    <a:pt x="290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39"/>
            <p:cNvSpPr/>
            <p:nvPr/>
          </p:nvSpPr>
          <p:spPr>
            <a:xfrm>
              <a:off x="1596275" y="1232688"/>
              <a:ext cx="671475" cy="246950"/>
            </a:xfrm>
            <a:custGeom>
              <a:avLst/>
              <a:gdLst/>
              <a:ahLst/>
              <a:cxnLst/>
              <a:rect l="l" t="t" r="r" b="b"/>
              <a:pathLst>
                <a:path w="26859" h="9878" extrusionOk="0">
                  <a:moveTo>
                    <a:pt x="1" y="1"/>
                  </a:moveTo>
                  <a:lnTo>
                    <a:pt x="1" y="9878"/>
                  </a:lnTo>
                  <a:lnTo>
                    <a:pt x="26858" y="9878"/>
                  </a:lnTo>
                  <a:lnTo>
                    <a:pt x="2685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39"/>
            <p:cNvSpPr/>
            <p:nvPr/>
          </p:nvSpPr>
          <p:spPr>
            <a:xfrm>
              <a:off x="1683375" y="1268213"/>
              <a:ext cx="137025" cy="168300"/>
            </a:xfrm>
            <a:custGeom>
              <a:avLst/>
              <a:gdLst/>
              <a:ahLst/>
              <a:cxnLst/>
              <a:rect l="l" t="t" r="r" b="b"/>
              <a:pathLst>
                <a:path w="5481" h="6732" extrusionOk="0">
                  <a:moveTo>
                    <a:pt x="1" y="0"/>
                  </a:moveTo>
                  <a:lnTo>
                    <a:pt x="1" y="1252"/>
                  </a:lnTo>
                  <a:lnTo>
                    <a:pt x="1996" y="1252"/>
                  </a:lnTo>
                  <a:lnTo>
                    <a:pt x="1996" y="6732"/>
                  </a:lnTo>
                  <a:lnTo>
                    <a:pt x="3485" y="6732"/>
                  </a:lnTo>
                  <a:lnTo>
                    <a:pt x="3485" y="1252"/>
                  </a:lnTo>
                  <a:lnTo>
                    <a:pt x="5481" y="1252"/>
                  </a:lnTo>
                  <a:lnTo>
                    <a:pt x="548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39"/>
            <p:cNvSpPr/>
            <p:nvPr/>
          </p:nvSpPr>
          <p:spPr>
            <a:xfrm>
              <a:off x="1800925" y="1268213"/>
              <a:ext cx="164075" cy="168300"/>
            </a:xfrm>
            <a:custGeom>
              <a:avLst/>
              <a:gdLst/>
              <a:ahLst/>
              <a:cxnLst/>
              <a:rect l="l" t="t" r="r" b="b"/>
              <a:pathLst>
                <a:path w="6563" h="6732" extrusionOk="0">
                  <a:moveTo>
                    <a:pt x="3282" y="1658"/>
                  </a:moveTo>
                  <a:lnTo>
                    <a:pt x="4127" y="4127"/>
                  </a:lnTo>
                  <a:lnTo>
                    <a:pt x="2402" y="4127"/>
                  </a:lnTo>
                  <a:lnTo>
                    <a:pt x="3282" y="1658"/>
                  </a:lnTo>
                  <a:close/>
                  <a:moveTo>
                    <a:pt x="2537" y="0"/>
                  </a:moveTo>
                  <a:lnTo>
                    <a:pt x="1" y="6732"/>
                  </a:lnTo>
                  <a:lnTo>
                    <a:pt x="1489" y="6732"/>
                  </a:lnTo>
                  <a:lnTo>
                    <a:pt x="1996" y="5209"/>
                  </a:lnTo>
                  <a:lnTo>
                    <a:pt x="4533" y="5209"/>
                  </a:lnTo>
                  <a:lnTo>
                    <a:pt x="5041" y="6732"/>
                  </a:lnTo>
                  <a:lnTo>
                    <a:pt x="6563" y="6732"/>
                  </a:lnTo>
                  <a:lnTo>
                    <a:pt x="406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39"/>
            <p:cNvSpPr/>
            <p:nvPr/>
          </p:nvSpPr>
          <p:spPr>
            <a:xfrm>
              <a:off x="1962450" y="1268213"/>
              <a:ext cx="159850" cy="168300"/>
            </a:xfrm>
            <a:custGeom>
              <a:avLst/>
              <a:gdLst/>
              <a:ahLst/>
              <a:cxnLst/>
              <a:rect l="l" t="t" r="r" b="b"/>
              <a:pathLst>
                <a:path w="6394" h="6732" extrusionOk="0">
                  <a:moveTo>
                    <a:pt x="169" y="0"/>
                  </a:moveTo>
                  <a:lnTo>
                    <a:pt x="2334" y="3180"/>
                  </a:lnTo>
                  <a:lnTo>
                    <a:pt x="0" y="6732"/>
                  </a:lnTo>
                  <a:lnTo>
                    <a:pt x="1658" y="6732"/>
                  </a:lnTo>
                  <a:lnTo>
                    <a:pt x="3146" y="4398"/>
                  </a:lnTo>
                  <a:lnTo>
                    <a:pt x="4634" y="6732"/>
                  </a:lnTo>
                  <a:lnTo>
                    <a:pt x="6393" y="6732"/>
                  </a:lnTo>
                  <a:lnTo>
                    <a:pt x="4025" y="3214"/>
                  </a:lnTo>
                  <a:lnTo>
                    <a:pt x="6190" y="0"/>
                  </a:lnTo>
                  <a:lnTo>
                    <a:pt x="4567" y="0"/>
                  </a:lnTo>
                  <a:lnTo>
                    <a:pt x="3214" y="2131"/>
                  </a:lnTo>
                  <a:lnTo>
                    <a:pt x="18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39"/>
            <p:cNvSpPr/>
            <p:nvPr/>
          </p:nvSpPr>
          <p:spPr>
            <a:xfrm>
              <a:off x="2136650" y="1268213"/>
              <a:ext cx="37225" cy="168300"/>
            </a:xfrm>
            <a:custGeom>
              <a:avLst/>
              <a:gdLst/>
              <a:ahLst/>
              <a:cxnLst/>
              <a:rect l="l" t="t" r="r" b="b"/>
              <a:pathLst>
                <a:path w="1489" h="6732" extrusionOk="0">
                  <a:moveTo>
                    <a:pt x="0" y="0"/>
                  </a:moveTo>
                  <a:lnTo>
                    <a:pt x="0" y="6732"/>
                  </a:lnTo>
                  <a:lnTo>
                    <a:pt x="1489" y="6732"/>
                  </a:lnTo>
                  <a:lnTo>
                    <a:pt x="14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84" name="Google Shape;2684;p39"/>
          <p:cNvSpPr txBox="1"/>
          <p:nvPr/>
        </p:nvSpPr>
        <p:spPr>
          <a:xfrm>
            <a:off x="4063563" y="1928721"/>
            <a:ext cx="4903470" cy="42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latin typeface="Roboto"/>
                <a:ea typeface="Roboto"/>
                <a:cs typeface="Roboto"/>
                <a:sym typeface="Roboto"/>
              </a:rPr>
              <a:t>Understanding fare calculation based on key ride parameters.</a:t>
            </a:r>
            <a:endParaRPr sz="1800" dirty="0">
              <a:latin typeface="Roboto"/>
              <a:ea typeface="Roboto"/>
              <a:cs typeface="Roboto"/>
              <a:sym typeface="Roboto"/>
            </a:endParaRPr>
          </a:p>
        </p:txBody>
      </p:sp>
      <p:sp>
        <p:nvSpPr>
          <p:cNvPr id="2690" name="Google Shape;2690;p39"/>
          <p:cNvSpPr txBox="1"/>
          <p:nvPr/>
        </p:nvSpPr>
        <p:spPr>
          <a:xfrm>
            <a:off x="5038407" y="3045540"/>
            <a:ext cx="3928625" cy="42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solidFill>
                  <a:schemeClr val="dk1"/>
                </a:solidFill>
                <a:latin typeface="Roboto"/>
                <a:ea typeface="Roboto"/>
                <a:cs typeface="Roboto"/>
                <a:sym typeface="Roboto"/>
              </a:rPr>
              <a:t>Identifying key factors affecting fare prices (e.g., distance, weather, time).</a:t>
            </a:r>
            <a:endParaRPr sz="1800" dirty="0">
              <a:latin typeface="Roboto"/>
              <a:ea typeface="Roboto"/>
              <a:cs typeface="Roboto"/>
              <a:sym typeface="Roboto"/>
            </a:endParaRPr>
          </a:p>
        </p:txBody>
      </p:sp>
      <p:sp>
        <p:nvSpPr>
          <p:cNvPr id="2695" name="Google Shape;2695;p39"/>
          <p:cNvSpPr txBox="1"/>
          <p:nvPr/>
        </p:nvSpPr>
        <p:spPr>
          <a:xfrm>
            <a:off x="4235823" y="4162359"/>
            <a:ext cx="4731209" cy="42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800" dirty="0">
                <a:solidFill>
                  <a:schemeClr val="dk1"/>
                </a:solidFill>
                <a:latin typeface="Roboto"/>
                <a:ea typeface="Roboto"/>
                <a:cs typeface="Roboto"/>
                <a:sym typeface="Roboto"/>
              </a:rPr>
              <a:t>Developing predictive models to estimate fare amounts.</a:t>
            </a:r>
            <a:endParaRPr sz="1800" dirty="0">
              <a:latin typeface="Roboto"/>
              <a:ea typeface="Roboto"/>
              <a:cs typeface="Roboto"/>
              <a:sym typeface="Roboto"/>
            </a:endParaRPr>
          </a:p>
        </p:txBody>
      </p:sp>
      <p:sp>
        <p:nvSpPr>
          <p:cNvPr id="3" name="TextBox 2">
            <a:extLst>
              <a:ext uri="{FF2B5EF4-FFF2-40B4-BE49-F238E27FC236}">
                <a16:creationId xmlns:a16="http://schemas.microsoft.com/office/drawing/2014/main" id="{874BE8F2-3E3F-9602-50E2-6916A3095A9B}"/>
              </a:ext>
            </a:extLst>
          </p:cNvPr>
          <p:cNvSpPr txBox="1"/>
          <p:nvPr/>
        </p:nvSpPr>
        <p:spPr>
          <a:xfrm>
            <a:off x="176967" y="730958"/>
            <a:ext cx="8790066" cy="646331"/>
          </a:xfrm>
          <a:prstGeom prst="rect">
            <a:avLst/>
          </a:prstGeom>
          <a:noFill/>
        </p:spPr>
        <p:txBody>
          <a:bodyPr wrap="square">
            <a:spAutoFit/>
          </a:bodyPr>
          <a:lstStyle/>
          <a:p>
            <a:pPr algn="ctr"/>
            <a:r>
              <a:rPr lang="en-US" sz="1800" dirty="0">
                <a:latin typeface="Roboto"/>
                <a:ea typeface="Roboto"/>
                <a:cs typeface="Roboto"/>
              </a:rPr>
              <a:t>The aim of this dataset is to provide a </a:t>
            </a:r>
            <a:r>
              <a:rPr lang="en-US" sz="1800" b="1" dirty="0">
                <a:latin typeface="Roboto"/>
                <a:ea typeface="Roboto"/>
                <a:cs typeface="Roboto"/>
              </a:rPr>
              <a:t>comprehensive</a:t>
            </a:r>
            <a:r>
              <a:rPr lang="en-US" sz="1800" dirty="0">
                <a:latin typeface="Roboto"/>
                <a:ea typeface="Roboto"/>
                <a:cs typeface="Roboto"/>
              </a:rPr>
              <a:t> collection of taxi rides in </a:t>
            </a:r>
            <a:r>
              <a:rPr lang="en-US" sz="1800" b="1" dirty="0">
                <a:latin typeface="Roboto"/>
                <a:ea typeface="Roboto"/>
                <a:cs typeface="Roboto"/>
              </a:rPr>
              <a:t>New York City</a:t>
            </a:r>
            <a:r>
              <a:rPr lang="en-US" sz="1800" dirty="0">
                <a:latin typeface="Roboto"/>
                <a:ea typeface="Roboto"/>
                <a:cs typeface="Roboto"/>
              </a:rPr>
              <a:t>, helping in:</a:t>
            </a:r>
            <a:endParaRPr lang="ar-EG" sz="1800" dirty="0">
              <a:latin typeface="Roboto"/>
              <a:ea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61"/>
        <p:cNvGrpSpPr/>
        <p:nvPr/>
      </p:nvGrpSpPr>
      <p:grpSpPr>
        <a:xfrm>
          <a:off x="0" y="0"/>
          <a:ext cx="0" cy="0"/>
          <a:chOff x="0" y="0"/>
          <a:chExt cx="0" cy="0"/>
        </a:xfrm>
      </p:grpSpPr>
      <p:sp>
        <p:nvSpPr>
          <p:cNvPr id="3062" name="Google Shape;3062;p43"/>
          <p:cNvSpPr/>
          <p:nvPr/>
        </p:nvSpPr>
        <p:spPr>
          <a:xfrm>
            <a:off x="904875" y="998075"/>
            <a:ext cx="3381300" cy="37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3"/>
          <p:cNvSpPr txBox="1">
            <a:spLocks noGrp="1"/>
          </p:cNvSpPr>
          <p:nvPr>
            <p:ph type="title"/>
          </p:nvPr>
        </p:nvSpPr>
        <p:spPr>
          <a:xfrm>
            <a:off x="457200" y="28623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Dataset Overview</a:t>
            </a:r>
            <a:endParaRPr dirty="0"/>
          </a:p>
        </p:txBody>
      </p:sp>
      <p:sp>
        <p:nvSpPr>
          <p:cNvPr id="3064" name="Google Shape;3064;p43"/>
          <p:cNvSpPr/>
          <p:nvPr/>
        </p:nvSpPr>
        <p:spPr>
          <a:xfrm>
            <a:off x="5305500" y="998075"/>
            <a:ext cx="3381300" cy="37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3"/>
          <p:cNvSpPr txBox="1"/>
          <p:nvPr/>
        </p:nvSpPr>
        <p:spPr>
          <a:xfrm>
            <a:off x="1527437" y="1181489"/>
            <a:ext cx="2445709"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Dataset Information</a:t>
            </a:r>
          </a:p>
        </p:txBody>
      </p:sp>
      <p:sp>
        <p:nvSpPr>
          <p:cNvPr id="3067" name="Google Shape;3067;p43"/>
          <p:cNvSpPr txBox="1"/>
          <p:nvPr/>
        </p:nvSpPr>
        <p:spPr>
          <a:xfrm>
            <a:off x="1611688" y="2639478"/>
            <a:ext cx="2583122" cy="609000"/>
          </a:xfrm>
          <a:prstGeom prst="rect">
            <a:avLst/>
          </a:prstGeom>
          <a:noFill/>
          <a:ln>
            <a:noFill/>
          </a:ln>
        </p:spPr>
        <p:txBody>
          <a:bodyPr spcFirstLastPara="1" wrap="square" lIns="91425" tIns="91425" rIns="91425" bIns="91425" anchor="ctr" anchorCtr="0">
            <a:noAutofit/>
          </a:bodyPr>
          <a:lstStyle/>
          <a:p>
            <a:pPr marL="285750" lvl="0" indent="-285750" algn="l" rtl="0">
              <a:spcBef>
                <a:spcPts val="0"/>
              </a:spcBef>
              <a:spcAft>
                <a:spcPts val="800"/>
              </a:spcAft>
              <a:buFont typeface="Arial" panose="020B0604020202020204" pitchFamily="34" charset="0"/>
              <a:buChar char="•"/>
            </a:pPr>
            <a:r>
              <a:rPr lang="en-US" dirty="0">
                <a:latin typeface="Roboto"/>
                <a:ea typeface="Roboto"/>
                <a:cs typeface="Roboto"/>
                <a:sym typeface="Roboto"/>
              </a:rPr>
              <a:t> </a:t>
            </a:r>
            <a:r>
              <a:rPr lang="en-US" b="1" dirty="0">
                <a:latin typeface="Roboto"/>
                <a:ea typeface="Roboto"/>
                <a:cs typeface="Roboto"/>
                <a:sym typeface="Roboto"/>
              </a:rPr>
              <a:t>Dataset Name</a:t>
            </a:r>
            <a:r>
              <a:rPr lang="en-US" dirty="0">
                <a:latin typeface="Roboto"/>
                <a:ea typeface="Roboto"/>
                <a:cs typeface="Roboto"/>
                <a:sym typeface="Roboto"/>
              </a:rPr>
              <a:t>: New York Taxi Fare Dataset</a:t>
            </a:r>
          </a:p>
          <a:p>
            <a:pPr marL="285750" lvl="0" indent="-285750" algn="l" rtl="0">
              <a:spcBef>
                <a:spcPts val="0"/>
              </a:spcBef>
              <a:spcAft>
                <a:spcPts val="800"/>
              </a:spcAft>
              <a:buFont typeface="Arial" panose="020B0604020202020204" pitchFamily="34" charset="0"/>
              <a:buChar char="•"/>
            </a:pPr>
            <a:r>
              <a:rPr lang="en-US" dirty="0">
                <a:latin typeface="Roboto"/>
                <a:ea typeface="Roboto"/>
                <a:cs typeface="Roboto"/>
                <a:sym typeface="Roboto"/>
              </a:rPr>
              <a:t> </a:t>
            </a:r>
            <a:r>
              <a:rPr lang="en-US" b="1" dirty="0">
                <a:latin typeface="Roboto"/>
                <a:ea typeface="Roboto"/>
                <a:cs typeface="Roboto"/>
                <a:sym typeface="Roboto"/>
              </a:rPr>
              <a:t>Total Records</a:t>
            </a:r>
            <a:r>
              <a:rPr lang="en-US" dirty="0">
                <a:latin typeface="Roboto"/>
                <a:ea typeface="Roboto"/>
                <a:cs typeface="Roboto"/>
                <a:sym typeface="Roboto"/>
              </a:rPr>
              <a:t>: 500,000 taxi trips</a:t>
            </a:r>
          </a:p>
          <a:p>
            <a:pPr marL="285750" lvl="0" indent="-285750" algn="l" rtl="0">
              <a:spcBef>
                <a:spcPts val="0"/>
              </a:spcBef>
              <a:spcAft>
                <a:spcPts val="800"/>
              </a:spcAft>
              <a:buFont typeface="Arial" panose="020B0604020202020204" pitchFamily="34" charset="0"/>
              <a:buChar char="•"/>
            </a:pPr>
            <a:r>
              <a:rPr lang="en-US" dirty="0">
                <a:latin typeface="Roboto"/>
                <a:ea typeface="Roboto"/>
                <a:cs typeface="Roboto"/>
                <a:sym typeface="Roboto"/>
              </a:rPr>
              <a:t> </a:t>
            </a:r>
            <a:r>
              <a:rPr lang="en-US" b="1" dirty="0">
                <a:latin typeface="Roboto"/>
                <a:ea typeface="Roboto"/>
                <a:cs typeface="Roboto"/>
                <a:sym typeface="Roboto"/>
              </a:rPr>
              <a:t>Data Source</a:t>
            </a:r>
            <a:r>
              <a:rPr lang="en-US" dirty="0">
                <a:latin typeface="Roboto"/>
                <a:ea typeface="Roboto"/>
                <a:cs typeface="Roboto"/>
                <a:sym typeface="Roboto"/>
              </a:rPr>
              <a:t>: New York City Taxi Service</a:t>
            </a:r>
          </a:p>
          <a:p>
            <a:pPr marL="285750" lvl="0" indent="-285750" algn="l" rtl="0">
              <a:spcBef>
                <a:spcPts val="0"/>
              </a:spcBef>
              <a:spcAft>
                <a:spcPts val="800"/>
              </a:spcAft>
              <a:buFont typeface="Arial" panose="020B0604020202020204" pitchFamily="34" charset="0"/>
              <a:buChar char="•"/>
            </a:pPr>
            <a:r>
              <a:rPr lang="en-US" dirty="0">
                <a:latin typeface="Roboto"/>
                <a:ea typeface="Roboto"/>
                <a:cs typeface="Roboto"/>
                <a:sym typeface="Roboto"/>
              </a:rPr>
              <a:t> </a:t>
            </a:r>
            <a:r>
              <a:rPr lang="en-US" b="1" dirty="0">
                <a:latin typeface="Roboto"/>
                <a:ea typeface="Roboto"/>
                <a:cs typeface="Roboto"/>
                <a:sym typeface="Roboto"/>
              </a:rPr>
              <a:t>Number of Columns</a:t>
            </a:r>
            <a:r>
              <a:rPr lang="en-US" dirty="0">
                <a:latin typeface="Roboto"/>
                <a:ea typeface="Roboto"/>
                <a:cs typeface="Roboto"/>
                <a:sym typeface="Roboto"/>
              </a:rPr>
              <a:t>: 26</a:t>
            </a:r>
          </a:p>
          <a:p>
            <a:pPr marL="285750" lvl="0" indent="-285750" algn="l" rtl="0">
              <a:spcBef>
                <a:spcPts val="0"/>
              </a:spcBef>
              <a:spcAft>
                <a:spcPts val="800"/>
              </a:spcAft>
              <a:buFont typeface="Arial" panose="020B0604020202020204" pitchFamily="34" charset="0"/>
              <a:buChar char="•"/>
            </a:pPr>
            <a:r>
              <a:rPr lang="en-US" dirty="0">
                <a:latin typeface="Roboto"/>
                <a:ea typeface="Roboto"/>
                <a:cs typeface="Roboto"/>
                <a:sym typeface="Roboto"/>
              </a:rPr>
              <a:t> </a:t>
            </a:r>
            <a:r>
              <a:rPr lang="en-US" b="1" dirty="0">
                <a:latin typeface="Roboto"/>
                <a:ea typeface="Roboto"/>
                <a:cs typeface="Roboto"/>
                <a:sym typeface="Roboto"/>
              </a:rPr>
              <a:t>Number of Rows</a:t>
            </a:r>
            <a:r>
              <a:rPr lang="en-US" dirty="0">
                <a:latin typeface="Roboto"/>
                <a:ea typeface="Roboto"/>
                <a:cs typeface="Roboto"/>
                <a:sym typeface="Roboto"/>
              </a:rPr>
              <a:t>: 500,000</a:t>
            </a:r>
            <a:endParaRPr dirty="0">
              <a:latin typeface="Roboto"/>
              <a:ea typeface="Roboto"/>
              <a:cs typeface="Roboto"/>
              <a:sym typeface="Roboto"/>
            </a:endParaRPr>
          </a:p>
        </p:txBody>
      </p:sp>
      <p:sp>
        <p:nvSpPr>
          <p:cNvPr id="3068" name="Google Shape;3068;p43"/>
          <p:cNvSpPr/>
          <p:nvPr/>
        </p:nvSpPr>
        <p:spPr>
          <a:xfrm>
            <a:off x="464925" y="1334888"/>
            <a:ext cx="935400" cy="838800"/>
          </a:xfrm>
          <a:prstGeom prst="homePlate">
            <a:avLst>
              <a:gd name="adj" fmla="val 1818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a:solidFill>
                  <a:schemeClr val="lt1"/>
                </a:solidFill>
                <a:latin typeface="Fira Sans Extra Condensed"/>
                <a:ea typeface="Fira Sans Extra Condensed"/>
                <a:cs typeface="Fira Sans Extra Condensed"/>
                <a:sym typeface="Fira Sans Extra Condensed"/>
              </a:rPr>
              <a:t>01</a:t>
            </a:r>
            <a:endParaRPr sz="3600" b="1">
              <a:solidFill>
                <a:schemeClr val="lt1"/>
              </a:solidFill>
              <a:latin typeface="Fira Sans Extra Condensed"/>
              <a:ea typeface="Fira Sans Extra Condensed"/>
              <a:cs typeface="Fira Sans Extra Condensed"/>
              <a:sym typeface="Fira Sans Extra Condensed"/>
            </a:endParaRPr>
          </a:p>
        </p:txBody>
      </p:sp>
      <p:grpSp>
        <p:nvGrpSpPr>
          <p:cNvPr id="3069" name="Google Shape;3069;p43"/>
          <p:cNvGrpSpPr/>
          <p:nvPr/>
        </p:nvGrpSpPr>
        <p:grpSpPr>
          <a:xfrm>
            <a:off x="4857827" y="1148640"/>
            <a:ext cx="3759191" cy="3256825"/>
            <a:chOff x="464925" y="1413788"/>
            <a:chExt cx="3759191" cy="3256825"/>
          </a:xfrm>
        </p:grpSpPr>
        <p:sp>
          <p:nvSpPr>
            <p:cNvPr id="3070" name="Google Shape;3070;p43"/>
            <p:cNvSpPr txBox="1"/>
            <p:nvPr/>
          </p:nvSpPr>
          <p:spPr>
            <a:xfrm>
              <a:off x="1039710" y="1413788"/>
              <a:ext cx="2271360"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Key Data Categories</a:t>
              </a:r>
              <a:endParaRPr sz="2000" b="1" dirty="0">
                <a:solidFill>
                  <a:schemeClr val="dk1"/>
                </a:solidFill>
                <a:latin typeface="Fira Sans Extra Condensed"/>
                <a:ea typeface="Fira Sans Extra Condensed"/>
                <a:cs typeface="Fira Sans Extra Condensed"/>
                <a:sym typeface="Fira Sans Extra Condensed"/>
              </a:endParaRPr>
            </a:p>
          </p:txBody>
        </p:sp>
        <p:sp>
          <p:nvSpPr>
            <p:cNvPr id="3071" name="Google Shape;3071;p43"/>
            <p:cNvSpPr txBox="1"/>
            <p:nvPr/>
          </p:nvSpPr>
          <p:spPr>
            <a:xfrm>
              <a:off x="1475838" y="3100124"/>
              <a:ext cx="2748278" cy="609000"/>
            </a:xfrm>
            <a:prstGeom prst="rect">
              <a:avLst/>
            </a:prstGeom>
            <a:noFill/>
            <a:ln>
              <a:noFill/>
            </a:ln>
          </p:spPr>
          <p:txBody>
            <a:bodyPr spcFirstLastPara="1" wrap="square" lIns="91425" tIns="91425" rIns="91425" bIns="91425" anchor="ctr" anchorCtr="0">
              <a:noAutofit/>
            </a:bodyPr>
            <a:lstStyle/>
            <a:p>
              <a:pPr marL="285750" indent="-285750" algn="l" rtl="0">
                <a:spcAft>
                  <a:spcPts val="800"/>
                </a:spcAft>
                <a:buFont typeface="Arial" panose="020B0604020202020204" pitchFamily="34" charset="0"/>
                <a:buChar char="•"/>
              </a:pPr>
              <a:r>
                <a:rPr lang="en-US" b="1" kern="100" dirty="0">
                  <a:effectLst/>
                  <a:latin typeface="Roboto" panose="02000000000000000000" pitchFamily="2" charset="0"/>
                  <a:ea typeface="Roboto" panose="02000000000000000000" pitchFamily="2" charset="0"/>
                  <a:cs typeface="Roboto" panose="02000000000000000000" pitchFamily="2" charset="0"/>
                </a:rPr>
                <a:t>Ride Details:</a:t>
              </a:r>
              <a:r>
                <a:rPr lang="en-US" kern="100" dirty="0">
                  <a:effectLst/>
                  <a:latin typeface="Roboto" panose="02000000000000000000" pitchFamily="2" charset="0"/>
                  <a:ea typeface="Roboto" panose="02000000000000000000" pitchFamily="2" charset="0"/>
                  <a:cs typeface="Roboto" panose="02000000000000000000" pitchFamily="2" charset="0"/>
                </a:rPr>
                <a:t> Fare, passengers, trip distance </a:t>
              </a:r>
            </a:p>
            <a:p>
              <a:pPr marL="285750" indent="-285750" algn="l" rtl="0">
                <a:spcAft>
                  <a:spcPts val="800"/>
                </a:spcAft>
                <a:buFont typeface="Arial" panose="020B0604020202020204" pitchFamily="34" charset="0"/>
                <a:buChar char="•"/>
              </a:pPr>
              <a:r>
                <a:rPr lang="en-US" b="1" kern="100" dirty="0">
                  <a:effectLst/>
                  <a:latin typeface="Roboto" panose="02000000000000000000" pitchFamily="2" charset="0"/>
                  <a:ea typeface="Roboto" panose="02000000000000000000" pitchFamily="2" charset="0"/>
                  <a:cs typeface="Roboto" panose="02000000000000000000" pitchFamily="2" charset="0"/>
                </a:rPr>
                <a:t>Time Features:</a:t>
              </a:r>
              <a:r>
                <a:rPr lang="en-US" kern="100" dirty="0">
                  <a:effectLst/>
                  <a:latin typeface="Roboto" panose="02000000000000000000" pitchFamily="2" charset="0"/>
                  <a:ea typeface="Roboto" panose="02000000000000000000" pitchFamily="2" charset="0"/>
                  <a:cs typeface="Roboto" panose="02000000000000000000" pitchFamily="2" charset="0"/>
                </a:rPr>
                <a:t> Pickup time, hour, day, month, year </a:t>
              </a:r>
            </a:p>
            <a:p>
              <a:pPr marL="285750" indent="-285750" algn="l" rtl="0">
                <a:spcAft>
                  <a:spcPts val="800"/>
                </a:spcAft>
                <a:buFont typeface="Arial" panose="020B0604020202020204" pitchFamily="34" charset="0"/>
                <a:buChar char="•"/>
              </a:pPr>
              <a:r>
                <a:rPr lang="en-US" b="1" kern="100" dirty="0">
                  <a:effectLst/>
                  <a:latin typeface="Roboto" panose="02000000000000000000" pitchFamily="2" charset="0"/>
                  <a:ea typeface="Roboto" panose="02000000000000000000" pitchFamily="2" charset="0"/>
                  <a:cs typeface="Roboto" panose="02000000000000000000" pitchFamily="2" charset="0"/>
                </a:rPr>
                <a:t>Location &amp; Distance:</a:t>
              </a:r>
              <a:r>
                <a:rPr lang="en-US" kern="100" dirty="0">
                  <a:effectLst/>
                  <a:latin typeface="Roboto" panose="02000000000000000000" pitchFamily="2" charset="0"/>
                  <a:ea typeface="Roboto" panose="02000000000000000000" pitchFamily="2" charset="0"/>
                  <a:cs typeface="Roboto" panose="02000000000000000000" pitchFamily="2" charset="0"/>
                </a:rPr>
                <a:t> Landmarks (JFK, NYC Center), bearing </a:t>
              </a:r>
            </a:p>
            <a:p>
              <a:pPr marL="285750" indent="-285750" algn="l" rtl="0">
                <a:spcAft>
                  <a:spcPts val="800"/>
                </a:spcAft>
                <a:buFont typeface="Arial" panose="020B0604020202020204" pitchFamily="34" charset="0"/>
                <a:buChar char="•"/>
              </a:pPr>
              <a:r>
                <a:rPr lang="en-US" b="1" kern="100" dirty="0">
                  <a:effectLst/>
                  <a:latin typeface="Roboto" panose="02000000000000000000" pitchFamily="2" charset="0"/>
                  <a:ea typeface="Roboto" panose="02000000000000000000" pitchFamily="2" charset="0"/>
                  <a:cs typeface="Roboto" panose="02000000000000000000" pitchFamily="2" charset="0"/>
                </a:rPr>
                <a:t>External Factors:</a:t>
              </a:r>
              <a:r>
                <a:rPr lang="en-US" kern="100" dirty="0">
                  <a:effectLst/>
                  <a:latin typeface="Roboto" panose="02000000000000000000" pitchFamily="2" charset="0"/>
                  <a:ea typeface="Roboto" panose="02000000000000000000" pitchFamily="2" charset="0"/>
                  <a:cs typeface="Roboto" panose="02000000000000000000" pitchFamily="2" charset="0"/>
                </a:rPr>
                <a:t> Weather, traffic, car condition </a:t>
              </a:r>
            </a:p>
            <a:p>
              <a:pPr marL="285750" indent="-285750" algn="l" rtl="0">
                <a:spcAft>
                  <a:spcPts val="800"/>
                </a:spcAft>
                <a:buFont typeface="Arial" panose="020B0604020202020204" pitchFamily="34" charset="0"/>
                <a:buChar char="•"/>
              </a:pPr>
              <a:r>
                <a:rPr lang="en-US" b="1" kern="100" dirty="0">
                  <a:effectLst/>
                  <a:latin typeface="Roboto" panose="02000000000000000000" pitchFamily="2" charset="0"/>
                  <a:ea typeface="Roboto" panose="02000000000000000000" pitchFamily="2" charset="0"/>
                  <a:cs typeface="Roboto" panose="02000000000000000000" pitchFamily="2" charset="0"/>
                </a:rPr>
                <a:t>Identifiers:</a:t>
              </a:r>
              <a:r>
                <a:rPr lang="en-US" kern="100" dirty="0">
                  <a:effectLst/>
                  <a:latin typeface="Roboto" panose="02000000000000000000" pitchFamily="2" charset="0"/>
                  <a:ea typeface="Roboto" panose="02000000000000000000" pitchFamily="2" charset="0"/>
                  <a:cs typeface="Roboto" panose="02000000000000000000" pitchFamily="2" charset="0"/>
                </a:rPr>
                <a:t> Unique trip key</a:t>
              </a:r>
            </a:p>
          </p:txBody>
        </p:sp>
        <p:sp>
          <p:nvSpPr>
            <p:cNvPr id="3072" name="Google Shape;3072;p43"/>
            <p:cNvSpPr/>
            <p:nvPr/>
          </p:nvSpPr>
          <p:spPr>
            <a:xfrm>
              <a:off x="464925" y="3831813"/>
              <a:ext cx="935400" cy="838800"/>
            </a:xfrm>
            <a:prstGeom prst="homePlate">
              <a:avLst>
                <a:gd name="adj" fmla="val 1818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a:solidFill>
                    <a:schemeClr val="lt1"/>
                  </a:solidFill>
                  <a:latin typeface="Fira Sans Extra Condensed"/>
                  <a:ea typeface="Fira Sans Extra Condensed"/>
                  <a:cs typeface="Fira Sans Extra Condensed"/>
                  <a:sym typeface="Fira Sans Extra Condensed"/>
                </a:rPr>
                <a:t>02</a:t>
              </a:r>
              <a:endParaRPr sz="3600" b="1">
                <a:solidFill>
                  <a:schemeClr val="lt1"/>
                </a:solidFill>
                <a:latin typeface="Fira Sans Extra Condensed"/>
                <a:ea typeface="Fira Sans Extra Condensed"/>
                <a:cs typeface="Fira Sans Extra Condensed"/>
                <a:sym typeface="Fira Sans Extra Condensed"/>
              </a:endParaRPr>
            </a:p>
          </p:txBody>
        </p:sp>
      </p:grpSp>
      <p:grpSp>
        <p:nvGrpSpPr>
          <p:cNvPr id="3073" name="Google Shape;3073;p43"/>
          <p:cNvGrpSpPr/>
          <p:nvPr/>
        </p:nvGrpSpPr>
        <p:grpSpPr>
          <a:xfrm>
            <a:off x="7641432" y="102870"/>
            <a:ext cx="1388267" cy="1609358"/>
            <a:chOff x="6073305" y="1251205"/>
            <a:chExt cx="1845693" cy="2109188"/>
          </a:xfrm>
        </p:grpSpPr>
        <p:sp>
          <p:nvSpPr>
            <p:cNvPr id="3074" name="Google Shape;3074;p43"/>
            <p:cNvSpPr/>
            <p:nvPr/>
          </p:nvSpPr>
          <p:spPr>
            <a:xfrm>
              <a:off x="6320360" y="3156626"/>
              <a:ext cx="255897" cy="203768"/>
            </a:xfrm>
            <a:custGeom>
              <a:avLst/>
              <a:gdLst/>
              <a:ahLst/>
              <a:cxnLst/>
              <a:rect l="l" t="t" r="r" b="b"/>
              <a:pathLst>
                <a:path w="13051" h="10391" extrusionOk="0">
                  <a:moveTo>
                    <a:pt x="0" y="0"/>
                  </a:moveTo>
                  <a:lnTo>
                    <a:pt x="0" y="8059"/>
                  </a:lnTo>
                  <a:lnTo>
                    <a:pt x="41" y="8550"/>
                  </a:lnTo>
                  <a:lnTo>
                    <a:pt x="164" y="8959"/>
                  </a:lnTo>
                  <a:lnTo>
                    <a:pt x="368" y="9368"/>
                  </a:lnTo>
                  <a:lnTo>
                    <a:pt x="655" y="9696"/>
                  </a:lnTo>
                  <a:lnTo>
                    <a:pt x="1023" y="9982"/>
                  </a:lnTo>
                  <a:lnTo>
                    <a:pt x="1391" y="10227"/>
                  </a:lnTo>
                  <a:lnTo>
                    <a:pt x="1841" y="10350"/>
                  </a:lnTo>
                  <a:lnTo>
                    <a:pt x="2332" y="10391"/>
                  </a:lnTo>
                  <a:lnTo>
                    <a:pt x="10718" y="10391"/>
                  </a:lnTo>
                  <a:lnTo>
                    <a:pt x="11168" y="10350"/>
                  </a:lnTo>
                  <a:lnTo>
                    <a:pt x="11618" y="10227"/>
                  </a:lnTo>
                  <a:lnTo>
                    <a:pt x="12027" y="9982"/>
                  </a:lnTo>
                  <a:lnTo>
                    <a:pt x="12355" y="9696"/>
                  </a:lnTo>
                  <a:lnTo>
                    <a:pt x="12641" y="9368"/>
                  </a:lnTo>
                  <a:lnTo>
                    <a:pt x="12846" y="8959"/>
                  </a:lnTo>
                  <a:lnTo>
                    <a:pt x="13009" y="8550"/>
                  </a:lnTo>
                  <a:lnTo>
                    <a:pt x="13050" y="8059"/>
                  </a:lnTo>
                  <a:lnTo>
                    <a:pt x="130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3"/>
            <p:cNvSpPr/>
            <p:nvPr/>
          </p:nvSpPr>
          <p:spPr>
            <a:xfrm>
              <a:off x="7407243" y="3156626"/>
              <a:ext cx="256682" cy="203768"/>
            </a:xfrm>
            <a:custGeom>
              <a:avLst/>
              <a:gdLst/>
              <a:ahLst/>
              <a:cxnLst/>
              <a:rect l="l" t="t" r="r" b="b"/>
              <a:pathLst>
                <a:path w="13091" h="10391" extrusionOk="0">
                  <a:moveTo>
                    <a:pt x="0" y="0"/>
                  </a:moveTo>
                  <a:lnTo>
                    <a:pt x="0" y="8059"/>
                  </a:lnTo>
                  <a:lnTo>
                    <a:pt x="82" y="8550"/>
                  </a:lnTo>
                  <a:lnTo>
                    <a:pt x="205" y="8959"/>
                  </a:lnTo>
                  <a:lnTo>
                    <a:pt x="409" y="9368"/>
                  </a:lnTo>
                  <a:lnTo>
                    <a:pt x="695" y="9696"/>
                  </a:lnTo>
                  <a:lnTo>
                    <a:pt x="1064" y="9982"/>
                  </a:lnTo>
                  <a:lnTo>
                    <a:pt x="1432" y="10227"/>
                  </a:lnTo>
                  <a:lnTo>
                    <a:pt x="1882" y="10350"/>
                  </a:lnTo>
                  <a:lnTo>
                    <a:pt x="2332" y="10391"/>
                  </a:lnTo>
                  <a:lnTo>
                    <a:pt x="10759" y="10391"/>
                  </a:lnTo>
                  <a:lnTo>
                    <a:pt x="11209" y="10350"/>
                  </a:lnTo>
                  <a:lnTo>
                    <a:pt x="11659" y="10227"/>
                  </a:lnTo>
                  <a:lnTo>
                    <a:pt x="12068" y="9982"/>
                  </a:lnTo>
                  <a:lnTo>
                    <a:pt x="12395" y="9696"/>
                  </a:lnTo>
                  <a:lnTo>
                    <a:pt x="12682" y="9368"/>
                  </a:lnTo>
                  <a:lnTo>
                    <a:pt x="12886" y="8959"/>
                  </a:lnTo>
                  <a:lnTo>
                    <a:pt x="13050" y="8550"/>
                  </a:lnTo>
                  <a:lnTo>
                    <a:pt x="13091" y="8059"/>
                  </a:lnTo>
                  <a:lnTo>
                    <a:pt x="130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3"/>
            <p:cNvSpPr/>
            <p:nvPr/>
          </p:nvSpPr>
          <p:spPr>
            <a:xfrm>
              <a:off x="6073305" y="2370441"/>
              <a:ext cx="184507" cy="161253"/>
            </a:xfrm>
            <a:custGeom>
              <a:avLst/>
              <a:gdLst/>
              <a:ahLst/>
              <a:cxnLst/>
              <a:rect l="l" t="t" r="r" b="b"/>
              <a:pathLst>
                <a:path w="9410" h="8223" extrusionOk="0">
                  <a:moveTo>
                    <a:pt x="2414" y="0"/>
                  </a:moveTo>
                  <a:lnTo>
                    <a:pt x="2127" y="41"/>
                  </a:lnTo>
                  <a:lnTo>
                    <a:pt x="1882" y="123"/>
                  </a:lnTo>
                  <a:lnTo>
                    <a:pt x="1637" y="205"/>
                  </a:lnTo>
                  <a:lnTo>
                    <a:pt x="1391" y="327"/>
                  </a:lnTo>
                  <a:lnTo>
                    <a:pt x="1187" y="450"/>
                  </a:lnTo>
                  <a:lnTo>
                    <a:pt x="982" y="614"/>
                  </a:lnTo>
                  <a:lnTo>
                    <a:pt x="777" y="777"/>
                  </a:lnTo>
                  <a:lnTo>
                    <a:pt x="614" y="982"/>
                  </a:lnTo>
                  <a:lnTo>
                    <a:pt x="450" y="1187"/>
                  </a:lnTo>
                  <a:lnTo>
                    <a:pt x="327" y="1391"/>
                  </a:lnTo>
                  <a:lnTo>
                    <a:pt x="205" y="1637"/>
                  </a:lnTo>
                  <a:lnTo>
                    <a:pt x="123" y="1882"/>
                  </a:lnTo>
                  <a:lnTo>
                    <a:pt x="82" y="2127"/>
                  </a:lnTo>
                  <a:lnTo>
                    <a:pt x="41" y="2373"/>
                  </a:lnTo>
                  <a:lnTo>
                    <a:pt x="0" y="2659"/>
                  </a:lnTo>
                  <a:lnTo>
                    <a:pt x="0" y="2782"/>
                  </a:lnTo>
                  <a:lnTo>
                    <a:pt x="41" y="3109"/>
                  </a:lnTo>
                  <a:lnTo>
                    <a:pt x="123" y="3396"/>
                  </a:lnTo>
                  <a:lnTo>
                    <a:pt x="287" y="3641"/>
                  </a:lnTo>
                  <a:lnTo>
                    <a:pt x="491" y="3887"/>
                  </a:lnTo>
                  <a:lnTo>
                    <a:pt x="696" y="4091"/>
                  </a:lnTo>
                  <a:lnTo>
                    <a:pt x="982" y="4214"/>
                  </a:lnTo>
                  <a:lnTo>
                    <a:pt x="1268" y="4337"/>
                  </a:lnTo>
                  <a:lnTo>
                    <a:pt x="6423" y="4337"/>
                  </a:lnTo>
                  <a:lnTo>
                    <a:pt x="7527" y="8223"/>
                  </a:lnTo>
                  <a:lnTo>
                    <a:pt x="9409" y="7405"/>
                  </a:lnTo>
                  <a:lnTo>
                    <a:pt x="9246" y="6627"/>
                  </a:lnTo>
                  <a:lnTo>
                    <a:pt x="8877" y="4991"/>
                  </a:lnTo>
                  <a:lnTo>
                    <a:pt x="8141" y="1227"/>
                  </a:lnTo>
                  <a:lnTo>
                    <a:pt x="8059" y="941"/>
                  </a:lnTo>
                  <a:lnTo>
                    <a:pt x="7937" y="737"/>
                  </a:lnTo>
                  <a:lnTo>
                    <a:pt x="7773" y="532"/>
                  </a:lnTo>
                  <a:lnTo>
                    <a:pt x="7609" y="327"/>
                  </a:lnTo>
                  <a:lnTo>
                    <a:pt x="7364" y="205"/>
                  </a:lnTo>
                  <a:lnTo>
                    <a:pt x="7159" y="82"/>
                  </a:lnTo>
                  <a:lnTo>
                    <a:pt x="69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43"/>
            <p:cNvSpPr/>
            <p:nvPr/>
          </p:nvSpPr>
          <p:spPr>
            <a:xfrm>
              <a:off x="7734492" y="2370441"/>
              <a:ext cx="184507" cy="161253"/>
            </a:xfrm>
            <a:custGeom>
              <a:avLst/>
              <a:gdLst/>
              <a:ahLst/>
              <a:cxnLst/>
              <a:rect l="l" t="t" r="r" b="b"/>
              <a:pathLst>
                <a:path w="9410" h="8223" extrusionOk="0">
                  <a:moveTo>
                    <a:pt x="2537" y="0"/>
                  </a:moveTo>
                  <a:lnTo>
                    <a:pt x="2251" y="82"/>
                  </a:lnTo>
                  <a:lnTo>
                    <a:pt x="2046" y="205"/>
                  </a:lnTo>
                  <a:lnTo>
                    <a:pt x="1801" y="327"/>
                  </a:lnTo>
                  <a:lnTo>
                    <a:pt x="1637" y="532"/>
                  </a:lnTo>
                  <a:lnTo>
                    <a:pt x="1474" y="737"/>
                  </a:lnTo>
                  <a:lnTo>
                    <a:pt x="1351" y="941"/>
                  </a:lnTo>
                  <a:lnTo>
                    <a:pt x="1310" y="1227"/>
                  </a:lnTo>
                  <a:lnTo>
                    <a:pt x="533" y="4991"/>
                  </a:lnTo>
                  <a:lnTo>
                    <a:pt x="165" y="6627"/>
                  </a:lnTo>
                  <a:lnTo>
                    <a:pt x="1" y="7405"/>
                  </a:lnTo>
                  <a:lnTo>
                    <a:pt x="1883" y="8223"/>
                  </a:lnTo>
                  <a:lnTo>
                    <a:pt x="2987" y="4337"/>
                  </a:lnTo>
                  <a:lnTo>
                    <a:pt x="8142" y="4337"/>
                  </a:lnTo>
                  <a:lnTo>
                    <a:pt x="8428" y="4214"/>
                  </a:lnTo>
                  <a:lnTo>
                    <a:pt x="8715" y="4091"/>
                  </a:lnTo>
                  <a:lnTo>
                    <a:pt x="8960" y="3887"/>
                  </a:lnTo>
                  <a:lnTo>
                    <a:pt x="9124" y="3641"/>
                  </a:lnTo>
                  <a:lnTo>
                    <a:pt x="9287" y="3396"/>
                  </a:lnTo>
                  <a:lnTo>
                    <a:pt x="9369" y="3109"/>
                  </a:lnTo>
                  <a:lnTo>
                    <a:pt x="9410" y="2782"/>
                  </a:lnTo>
                  <a:lnTo>
                    <a:pt x="9410" y="2659"/>
                  </a:lnTo>
                  <a:lnTo>
                    <a:pt x="9369" y="2373"/>
                  </a:lnTo>
                  <a:lnTo>
                    <a:pt x="9328" y="2127"/>
                  </a:lnTo>
                  <a:lnTo>
                    <a:pt x="9287" y="1882"/>
                  </a:lnTo>
                  <a:lnTo>
                    <a:pt x="9205" y="1637"/>
                  </a:lnTo>
                  <a:lnTo>
                    <a:pt x="9083" y="1391"/>
                  </a:lnTo>
                  <a:lnTo>
                    <a:pt x="8960" y="1187"/>
                  </a:lnTo>
                  <a:lnTo>
                    <a:pt x="8796" y="982"/>
                  </a:lnTo>
                  <a:lnTo>
                    <a:pt x="8633" y="777"/>
                  </a:lnTo>
                  <a:lnTo>
                    <a:pt x="8428" y="614"/>
                  </a:lnTo>
                  <a:lnTo>
                    <a:pt x="8224" y="450"/>
                  </a:lnTo>
                  <a:lnTo>
                    <a:pt x="8019" y="327"/>
                  </a:lnTo>
                  <a:lnTo>
                    <a:pt x="7774" y="205"/>
                  </a:lnTo>
                  <a:lnTo>
                    <a:pt x="7528" y="123"/>
                  </a:lnTo>
                  <a:lnTo>
                    <a:pt x="7283" y="41"/>
                  </a:lnTo>
                  <a:lnTo>
                    <a:pt x="69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43"/>
            <p:cNvSpPr/>
            <p:nvPr/>
          </p:nvSpPr>
          <p:spPr>
            <a:xfrm>
              <a:off x="6179990" y="2076821"/>
              <a:ext cx="1633128" cy="1104690"/>
            </a:xfrm>
            <a:custGeom>
              <a:avLst/>
              <a:gdLst/>
              <a:ahLst/>
              <a:cxnLst/>
              <a:rect l="l" t="t" r="r" b="b"/>
              <a:pathLst>
                <a:path w="83291" h="56333" extrusionOk="0">
                  <a:moveTo>
                    <a:pt x="15832" y="1"/>
                  </a:moveTo>
                  <a:lnTo>
                    <a:pt x="15341" y="123"/>
                  </a:lnTo>
                  <a:lnTo>
                    <a:pt x="14850" y="287"/>
                  </a:lnTo>
                  <a:lnTo>
                    <a:pt x="14400" y="532"/>
                  </a:lnTo>
                  <a:lnTo>
                    <a:pt x="13950" y="819"/>
                  </a:lnTo>
                  <a:lnTo>
                    <a:pt x="13582" y="1187"/>
                  </a:lnTo>
                  <a:lnTo>
                    <a:pt x="13255" y="1596"/>
                  </a:lnTo>
                  <a:lnTo>
                    <a:pt x="12968" y="2046"/>
                  </a:lnTo>
                  <a:lnTo>
                    <a:pt x="491" y="26141"/>
                  </a:lnTo>
                  <a:lnTo>
                    <a:pt x="286" y="26510"/>
                  </a:lnTo>
                  <a:lnTo>
                    <a:pt x="123" y="26919"/>
                  </a:lnTo>
                  <a:lnTo>
                    <a:pt x="41" y="27328"/>
                  </a:lnTo>
                  <a:lnTo>
                    <a:pt x="0" y="27778"/>
                  </a:lnTo>
                  <a:lnTo>
                    <a:pt x="0" y="51996"/>
                  </a:lnTo>
                  <a:lnTo>
                    <a:pt x="41" y="52446"/>
                  </a:lnTo>
                  <a:lnTo>
                    <a:pt x="82" y="52855"/>
                  </a:lnTo>
                  <a:lnTo>
                    <a:pt x="205" y="53305"/>
                  </a:lnTo>
                  <a:lnTo>
                    <a:pt x="368" y="53673"/>
                  </a:lnTo>
                  <a:lnTo>
                    <a:pt x="532" y="54082"/>
                  </a:lnTo>
                  <a:lnTo>
                    <a:pt x="736" y="54410"/>
                  </a:lnTo>
                  <a:lnTo>
                    <a:pt x="1023" y="54778"/>
                  </a:lnTo>
                  <a:lnTo>
                    <a:pt x="1268" y="55064"/>
                  </a:lnTo>
                  <a:lnTo>
                    <a:pt x="1596" y="55350"/>
                  </a:lnTo>
                  <a:lnTo>
                    <a:pt x="1923" y="55596"/>
                  </a:lnTo>
                  <a:lnTo>
                    <a:pt x="2291" y="55800"/>
                  </a:lnTo>
                  <a:lnTo>
                    <a:pt x="2659" y="56005"/>
                  </a:lnTo>
                  <a:lnTo>
                    <a:pt x="3068" y="56128"/>
                  </a:lnTo>
                  <a:lnTo>
                    <a:pt x="3477" y="56250"/>
                  </a:lnTo>
                  <a:lnTo>
                    <a:pt x="3927" y="56332"/>
                  </a:lnTo>
                  <a:lnTo>
                    <a:pt x="79405" y="56332"/>
                  </a:lnTo>
                  <a:lnTo>
                    <a:pt x="79814" y="56250"/>
                  </a:lnTo>
                  <a:lnTo>
                    <a:pt x="80223" y="56128"/>
                  </a:lnTo>
                  <a:lnTo>
                    <a:pt x="80632" y="56005"/>
                  </a:lnTo>
                  <a:lnTo>
                    <a:pt x="81000" y="55800"/>
                  </a:lnTo>
                  <a:lnTo>
                    <a:pt x="81368" y="55596"/>
                  </a:lnTo>
                  <a:lnTo>
                    <a:pt x="81696" y="55350"/>
                  </a:lnTo>
                  <a:lnTo>
                    <a:pt x="82023" y="55064"/>
                  </a:lnTo>
                  <a:lnTo>
                    <a:pt x="82309" y="54778"/>
                  </a:lnTo>
                  <a:lnTo>
                    <a:pt x="82555" y="54410"/>
                  </a:lnTo>
                  <a:lnTo>
                    <a:pt x="82759" y="54082"/>
                  </a:lnTo>
                  <a:lnTo>
                    <a:pt x="82923" y="53673"/>
                  </a:lnTo>
                  <a:lnTo>
                    <a:pt x="83086" y="53305"/>
                  </a:lnTo>
                  <a:lnTo>
                    <a:pt x="83209" y="52855"/>
                  </a:lnTo>
                  <a:lnTo>
                    <a:pt x="83250" y="52446"/>
                  </a:lnTo>
                  <a:lnTo>
                    <a:pt x="83291" y="51996"/>
                  </a:lnTo>
                  <a:lnTo>
                    <a:pt x="83291" y="27778"/>
                  </a:lnTo>
                  <a:lnTo>
                    <a:pt x="83250" y="27328"/>
                  </a:lnTo>
                  <a:lnTo>
                    <a:pt x="83168" y="26919"/>
                  </a:lnTo>
                  <a:lnTo>
                    <a:pt x="83005" y="26510"/>
                  </a:lnTo>
                  <a:lnTo>
                    <a:pt x="82800" y="26141"/>
                  </a:lnTo>
                  <a:lnTo>
                    <a:pt x="69832" y="1964"/>
                  </a:lnTo>
                  <a:lnTo>
                    <a:pt x="69546" y="1555"/>
                  </a:lnTo>
                  <a:lnTo>
                    <a:pt x="69218" y="1146"/>
                  </a:lnTo>
                  <a:lnTo>
                    <a:pt x="68850" y="819"/>
                  </a:lnTo>
                  <a:lnTo>
                    <a:pt x="68441" y="532"/>
                  </a:lnTo>
                  <a:lnTo>
                    <a:pt x="67991" y="287"/>
                  </a:lnTo>
                  <a:lnTo>
                    <a:pt x="67500" y="123"/>
                  </a:lnTo>
                  <a:lnTo>
                    <a:pt x="670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43"/>
            <p:cNvSpPr/>
            <p:nvPr/>
          </p:nvSpPr>
          <p:spPr>
            <a:xfrm>
              <a:off x="6313144" y="2145809"/>
              <a:ext cx="1366839" cy="442049"/>
            </a:xfrm>
            <a:custGeom>
              <a:avLst/>
              <a:gdLst/>
              <a:ahLst/>
              <a:cxnLst/>
              <a:rect l="l" t="t" r="r" b="b"/>
              <a:pathLst>
                <a:path w="69710" h="22542" extrusionOk="0">
                  <a:moveTo>
                    <a:pt x="11373" y="1"/>
                  </a:moveTo>
                  <a:lnTo>
                    <a:pt x="10923" y="42"/>
                  </a:lnTo>
                  <a:lnTo>
                    <a:pt x="10473" y="123"/>
                  </a:lnTo>
                  <a:lnTo>
                    <a:pt x="10064" y="287"/>
                  </a:lnTo>
                  <a:lnTo>
                    <a:pt x="9695" y="492"/>
                  </a:lnTo>
                  <a:lnTo>
                    <a:pt x="9327" y="737"/>
                  </a:lnTo>
                  <a:lnTo>
                    <a:pt x="9000" y="1064"/>
                  </a:lnTo>
                  <a:lnTo>
                    <a:pt x="8755" y="1392"/>
                  </a:lnTo>
                  <a:lnTo>
                    <a:pt x="8509" y="1801"/>
                  </a:lnTo>
                  <a:lnTo>
                    <a:pt x="286" y="18614"/>
                  </a:lnTo>
                  <a:lnTo>
                    <a:pt x="164" y="18942"/>
                  </a:lnTo>
                  <a:lnTo>
                    <a:pt x="41" y="19310"/>
                  </a:lnTo>
                  <a:lnTo>
                    <a:pt x="0" y="19637"/>
                  </a:lnTo>
                  <a:lnTo>
                    <a:pt x="0" y="20005"/>
                  </a:lnTo>
                  <a:lnTo>
                    <a:pt x="41" y="20332"/>
                  </a:lnTo>
                  <a:lnTo>
                    <a:pt x="164" y="20660"/>
                  </a:lnTo>
                  <a:lnTo>
                    <a:pt x="286" y="20987"/>
                  </a:lnTo>
                  <a:lnTo>
                    <a:pt x="409" y="21273"/>
                  </a:lnTo>
                  <a:lnTo>
                    <a:pt x="614" y="21519"/>
                  </a:lnTo>
                  <a:lnTo>
                    <a:pt x="859" y="21764"/>
                  </a:lnTo>
                  <a:lnTo>
                    <a:pt x="1105" y="22010"/>
                  </a:lnTo>
                  <a:lnTo>
                    <a:pt x="1391" y="22173"/>
                  </a:lnTo>
                  <a:lnTo>
                    <a:pt x="1677" y="22337"/>
                  </a:lnTo>
                  <a:lnTo>
                    <a:pt x="2045" y="22460"/>
                  </a:lnTo>
                  <a:lnTo>
                    <a:pt x="2373" y="22542"/>
                  </a:lnTo>
                  <a:lnTo>
                    <a:pt x="67336" y="22542"/>
                  </a:lnTo>
                  <a:lnTo>
                    <a:pt x="67705" y="22460"/>
                  </a:lnTo>
                  <a:lnTo>
                    <a:pt x="68032" y="22337"/>
                  </a:lnTo>
                  <a:lnTo>
                    <a:pt x="68359" y="22173"/>
                  </a:lnTo>
                  <a:lnTo>
                    <a:pt x="68645" y="21969"/>
                  </a:lnTo>
                  <a:lnTo>
                    <a:pt x="68891" y="21764"/>
                  </a:lnTo>
                  <a:lnTo>
                    <a:pt x="69136" y="21478"/>
                  </a:lnTo>
                  <a:lnTo>
                    <a:pt x="69300" y="21192"/>
                  </a:lnTo>
                  <a:lnTo>
                    <a:pt x="69464" y="20905"/>
                  </a:lnTo>
                  <a:lnTo>
                    <a:pt x="69586" y="20578"/>
                  </a:lnTo>
                  <a:lnTo>
                    <a:pt x="69668" y="20251"/>
                  </a:lnTo>
                  <a:lnTo>
                    <a:pt x="69709" y="19923"/>
                  </a:lnTo>
                  <a:lnTo>
                    <a:pt x="69709" y="19555"/>
                  </a:lnTo>
                  <a:lnTo>
                    <a:pt x="69627" y="19187"/>
                  </a:lnTo>
                  <a:lnTo>
                    <a:pt x="69505" y="18860"/>
                  </a:lnTo>
                  <a:lnTo>
                    <a:pt x="69382" y="18492"/>
                  </a:lnTo>
                  <a:lnTo>
                    <a:pt x="60136" y="1678"/>
                  </a:lnTo>
                  <a:lnTo>
                    <a:pt x="59891" y="1310"/>
                  </a:lnTo>
                  <a:lnTo>
                    <a:pt x="59645" y="983"/>
                  </a:lnTo>
                  <a:lnTo>
                    <a:pt x="59318" y="696"/>
                  </a:lnTo>
                  <a:lnTo>
                    <a:pt x="58991" y="451"/>
                  </a:lnTo>
                  <a:lnTo>
                    <a:pt x="58623" y="246"/>
                  </a:lnTo>
                  <a:lnTo>
                    <a:pt x="58214" y="123"/>
                  </a:lnTo>
                  <a:lnTo>
                    <a:pt x="57805" y="42"/>
                  </a:lnTo>
                  <a:lnTo>
                    <a:pt x="573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43"/>
            <p:cNvSpPr/>
            <p:nvPr/>
          </p:nvSpPr>
          <p:spPr>
            <a:xfrm>
              <a:off x="6293086" y="2725814"/>
              <a:ext cx="333700" cy="191766"/>
            </a:xfrm>
            <a:custGeom>
              <a:avLst/>
              <a:gdLst/>
              <a:ahLst/>
              <a:cxnLst/>
              <a:rect l="l" t="t" r="r" b="b"/>
              <a:pathLst>
                <a:path w="17019" h="9779" extrusionOk="0">
                  <a:moveTo>
                    <a:pt x="2128" y="1"/>
                  </a:moveTo>
                  <a:lnTo>
                    <a:pt x="1882" y="42"/>
                  </a:lnTo>
                  <a:lnTo>
                    <a:pt x="1678" y="83"/>
                  </a:lnTo>
                  <a:lnTo>
                    <a:pt x="1432" y="124"/>
                  </a:lnTo>
                  <a:lnTo>
                    <a:pt x="1228" y="205"/>
                  </a:lnTo>
                  <a:lnTo>
                    <a:pt x="1023" y="328"/>
                  </a:lnTo>
                  <a:lnTo>
                    <a:pt x="818" y="492"/>
                  </a:lnTo>
                  <a:lnTo>
                    <a:pt x="655" y="615"/>
                  </a:lnTo>
                  <a:lnTo>
                    <a:pt x="491" y="819"/>
                  </a:lnTo>
                  <a:lnTo>
                    <a:pt x="328" y="983"/>
                  </a:lnTo>
                  <a:lnTo>
                    <a:pt x="246" y="1187"/>
                  </a:lnTo>
                  <a:lnTo>
                    <a:pt x="123" y="1433"/>
                  </a:lnTo>
                  <a:lnTo>
                    <a:pt x="82" y="1678"/>
                  </a:lnTo>
                  <a:lnTo>
                    <a:pt x="41" y="1924"/>
                  </a:lnTo>
                  <a:lnTo>
                    <a:pt x="0" y="2169"/>
                  </a:lnTo>
                  <a:lnTo>
                    <a:pt x="0" y="7610"/>
                  </a:lnTo>
                  <a:lnTo>
                    <a:pt x="41" y="8060"/>
                  </a:lnTo>
                  <a:lnTo>
                    <a:pt x="164" y="8469"/>
                  </a:lnTo>
                  <a:lnTo>
                    <a:pt x="368" y="8837"/>
                  </a:lnTo>
                  <a:lnTo>
                    <a:pt x="655" y="9124"/>
                  </a:lnTo>
                  <a:lnTo>
                    <a:pt x="941" y="9410"/>
                  </a:lnTo>
                  <a:lnTo>
                    <a:pt x="1309" y="9615"/>
                  </a:lnTo>
                  <a:lnTo>
                    <a:pt x="1718" y="9737"/>
                  </a:lnTo>
                  <a:lnTo>
                    <a:pt x="2168" y="9778"/>
                  </a:lnTo>
                  <a:lnTo>
                    <a:pt x="15546" y="9778"/>
                  </a:lnTo>
                  <a:lnTo>
                    <a:pt x="15750" y="9696"/>
                  </a:lnTo>
                  <a:lnTo>
                    <a:pt x="15955" y="9655"/>
                  </a:lnTo>
                  <a:lnTo>
                    <a:pt x="16159" y="9574"/>
                  </a:lnTo>
                  <a:lnTo>
                    <a:pt x="16323" y="9451"/>
                  </a:lnTo>
                  <a:lnTo>
                    <a:pt x="16487" y="9328"/>
                  </a:lnTo>
                  <a:lnTo>
                    <a:pt x="16732" y="9001"/>
                  </a:lnTo>
                  <a:lnTo>
                    <a:pt x="16896" y="8633"/>
                  </a:lnTo>
                  <a:lnTo>
                    <a:pt x="16978" y="8428"/>
                  </a:lnTo>
                  <a:lnTo>
                    <a:pt x="16978" y="8224"/>
                  </a:lnTo>
                  <a:lnTo>
                    <a:pt x="17018" y="8019"/>
                  </a:lnTo>
                  <a:lnTo>
                    <a:pt x="16978" y="7815"/>
                  </a:lnTo>
                  <a:lnTo>
                    <a:pt x="16937" y="7610"/>
                  </a:lnTo>
                  <a:lnTo>
                    <a:pt x="16855" y="7405"/>
                  </a:lnTo>
                  <a:lnTo>
                    <a:pt x="16323" y="6219"/>
                  </a:lnTo>
                  <a:lnTo>
                    <a:pt x="16118" y="5810"/>
                  </a:lnTo>
                  <a:lnTo>
                    <a:pt x="15914" y="5442"/>
                  </a:lnTo>
                  <a:lnTo>
                    <a:pt x="15668" y="5074"/>
                  </a:lnTo>
                  <a:lnTo>
                    <a:pt x="15423" y="4705"/>
                  </a:lnTo>
                  <a:lnTo>
                    <a:pt x="15137" y="4378"/>
                  </a:lnTo>
                  <a:lnTo>
                    <a:pt x="14850" y="4051"/>
                  </a:lnTo>
                  <a:lnTo>
                    <a:pt x="14564" y="3765"/>
                  </a:lnTo>
                  <a:lnTo>
                    <a:pt x="14237" y="3478"/>
                  </a:lnTo>
                  <a:lnTo>
                    <a:pt x="13868" y="3233"/>
                  </a:lnTo>
                  <a:lnTo>
                    <a:pt x="13541" y="2987"/>
                  </a:lnTo>
                  <a:lnTo>
                    <a:pt x="13132" y="2742"/>
                  </a:lnTo>
                  <a:lnTo>
                    <a:pt x="12764" y="2578"/>
                  </a:lnTo>
                  <a:lnTo>
                    <a:pt x="12355" y="2374"/>
                  </a:lnTo>
                  <a:lnTo>
                    <a:pt x="11987" y="2210"/>
                  </a:lnTo>
                  <a:lnTo>
                    <a:pt x="11537" y="2087"/>
                  </a:lnTo>
                  <a:lnTo>
                    <a:pt x="11128" y="1965"/>
                  </a:lnTo>
                  <a:lnTo>
                    <a:pt x="2618" y="42"/>
                  </a:lnTo>
                  <a:lnTo>
                    <a:pt x="2373"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43"/>
            <p:cNvSpPr/>
            <p:nvPr/>
          </p:nvSpPr>
          <p:spPr>
            <a:xfrm>
              <a:off x="7370341" y="2725814"/>
              <a:ext cx="333700" cy="191766"/>
            </a:xfrm>
            <a:custGeom>
              <a:avLst/>
              <a:gdLst/>
              <a:ahLst/>
              <a:cxnLst/>
              <a:rect l="l" t="t" r="r" b="b"/>
              <a:pathLst>
                <a:path w="17019" h="9779" extrusionOk="0">
                  <a:moveTo>
                    <a:pt x="14605" y="1"/>
                  </a:moveTo>
                  <a:lnTo>
                    <a:pt x="14359" y="42"/>
                  </a:lnTo>
                  <a:lnTo>
                    <a:pt x="5891" y="1965"/>
                  </a:lnTo>
                  <a:lnTo>
                    <a:pt x="5441" y="2087"/>
                  </a:lnTo>
                  <a:lnTo>
                    <a:pt x="5032" y="2210"/>
                  </a:lnTo>
                  <a:lnTo>
                    <a:pt x="4623" y="2374"/>
                  </a:lnTo>
                  <a:lnTo>
                    <a:pt x="4255" y="2578"/>
                  </a:lnTo>
                  <a:lnTo>
                    <a:pt x="3846" y="2742"/>
                  </a:lnTo>
                  <a:lnTo>
                    <a:pt x="3477" y="2987"/>
                  </a:lnTo>
                  <a:lnTo>
                    <a:pt x="3150" y="3233"/>
                  </a:lnTo>
                  <a:lnTo>
                    <a:pt x="2782" y="3478"/>
                  </a:lnTo>
                  <a:lnTo>
                    <a:pt x="2455" y="3765"/>
                  </a:lnTo>
                  <a:lnTo>
                    <a:pt x="2168" y="4051"/>
                  </a:lnTo>
                  <a:lnTo>
                    <a:pt x="1882" y="4378"/>
                  </a:lnTo>
                  <a:lnTo>
                    <a:pt x="1596" y="4705"/>
                  </a:lnTo>
                  <a:lnTo>
                    <a:pt x="1350" y="5074"/>
                  </a:lnTo>
                  <a:lnTo>
                    <a:pt x="1105" y="5442"/>
                  </a:lnTo>
                  <a:lnTo>
                    <a:pt x="900" y="5810"/>
                  </a:lnTo>
                  <a:lnTo>
                    <a:pt x="696" y="6219"/>
                  </a:lnTo>
                  <a:lnTo>
                    <a:pt x="164" y="7405"/>
                  </a:lnTo>
                  <a:lnTo>
                    <a:pt x="82" y="7610"/>
                  </a:lnTo>
                  <a:lnTo>
                    <a:pt x="41" y="7815"/>
                  </a:lnTo>
                  <a:lnTo>
                    <a:pt x="0" y="8019"/>
                  </a:lnTo>
                  <a:lnTo>
                    <a:pt x="0" y="8224"/>
                  </a:lnTo>
                  <a:lnTo>
                    <a:pt x="41" y="8428"/>
                  </a:lnTo>
                  <a:lnTo>
                    <a:pt x="82" y="8633"/>
                  </a:lnTo>
                  <a:lnTo>
                    <a:pt x="287" y="9001"/>
                  </a:lnTo>
                  <a:lnTo>
                    <a:pt x="532" y="9328"/>
                  </a:lnTo>
                  <a:lnTo>
                    <a:pt x="696" y="9451"/>
                  </a:lnTo>
                  <a:lnTo>
                    <a:pt x="859" y="9574"/>
                  </a:lnTo>
                  <a:lnTo>
                    <a:pt x="1064" y="9655"/>
                  </a:lnTo>
                  <a:lnTo>
                    <a:pt x="1268" y="9696"/>
                  </a:lnTo>
                  <a:lnTo>
                    <a:pt x="1473" y="9778"/>
                  </a:lnTo>
                  <a:lnTo>
                    <a:pt x="14850" y="9778"/>
                  </a:lnTo>
                  <a:lnTo>
                    <a:pt x="15300" y="9737"/>
                  </a:lnTo>
                  <a:lnTo>
                    <a:pt x="15668" y="9615"/>
                  </a:lnTo>
                  <a:lnTo>
                    <a:pt x="16037" y="9410"/>
                  </a:lnTo>
                  <a:lnTo>
                    <a:pt x="16364" y="9124"/>
                  </a:lnTo>
                  <a:lnTo>
                    <a:pt x="16650" y="8837"/>
                  </a:lnTo>
                  <a:lnTo>
                    <a:pt x="16814" y="8469"/>
                  </a:lnTo>
                  <a:lnTo>
                    <a:pt x="16937" y="8060"/>
                  </a:lnTo>
                  <a:lnTo>
                    <a:pt x="17018" y="7610"/>
                  </a:lnTo>
                  <a:lnTo>
                    <a:pt x="17018" y="2169"/>
                  </a:lnTo>
                  <a:lnTo>
                    <a:pt x="16977" y="1924"/>
                  </a:lnTo>
                  <a:lnTo>
                    <a:pt x="16937" y="1678"/>
                  </a:lnTo>
                  <a:lnTo>
                    <a:pt x="16855" y="1433"/>
                  </a:lnTo>
                  <a:lnTo>
                    <a:pt x="16773" y="1187"/>
                  </a:lnTo>
                  <a:lnTo>
                    <a:pt x="16650" y="983"/>
                  </a:lnTo>
                  <a:lnTo>
                    <a:pt x="16527" y="819"/>
                  </a:lnTo>
                  <a:lnTo>
                    <a:pt x="16364" y="615"/>
                  </a:lnTo>
                  <a:lnTo>
                    <a:pt x="16200" y="492"/>
                  </a:lnTo>
                  <a:lnTo>
                    <a:pt x="15996" y="328"/>
                  </a:lnTo>
                  <a:lnTo>
                    <a:pt x="15791" y="205"/>
                  </a:lnTo>
                  <a:lnTo>
                    <a:pt x="15587" y="124"/>
                  </a:lnTo>
                  <a:lnTo>
                    <a:pt x="15341" y="83"/>
                  </a:lnTo>
                  <a:lnTo>
                    <a:pt x="15096" y="42"/>
                  </a:lnTo>
                  <a:lnTo>
                    <a:pt x="14891"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43"/>
            <p:cNvSpPr/>
            <p:nvPr/>
          </p:nvSpPr>
          <p:spPr>
            <a:xfrm>
              <a:off x="6370888" y="3063557"/>
              <a:ext cx="145997" cy="72224"/>
            </a:xfrm>
            <a:custGeom>
              <a:avLst/>
              <a:gdLst/>
              <a:ahLst/>
              <a:cxnLst/>
              <a:rect l="l" t="t" r="r" b="b"/>
              <a:pathLst>
                <a:path w="7446" h="3683" extrusionOk="0">
                  <a:moveTo>
                    <a:pt x="287" y="1"/>
                  </a:moveTo>
                  <a:lnTo>
                    <a:pt x="123" y="123"/>
                  </a:lnTo>
                  <a:lnTo>
                    <a:pt x="41" y="246"/>
                  </a:lnTo>
                  <a:lnTo>
                    <a:pt x="0" y="410"/>
                  </a:lnTo>
                  <a:lnTo>
                    <a:pt x="0" y="3232"/>
                  </a:lnTo>
                  <a:lnTo>
                    <a:pt x="41" y="3437"/>
                  </a:lnTo>
                  <a:lnTo>
                    <a:pt x="123" y="3560"/>
                  </a:lnTo>
                  <a:lnTo>
                    <a:pt x="287" y="3642"/>
                  </a:lnTo>
                  <a:lnTo>
                    <a:pt x="450" y="3682"/>
                  </a:lnTo>
                  <a:lnTo>
                    <a:pt x="6996" y="3682"/>
                  </a:lnTo>
                  <a:lnTo>
                    <a:pt x="7160" y="3642"/>
                  </a:lnTo>
                  <a:lnTo>
                    <a:pt x="7323" y="3560"/>
                  </a:lnTo>
                  <a:lnTo>
                    <a:pt x="7405" y="3437"/>
                  </a:lnTo>
                  <a:lnTo>
                    <a:pt x="7446" y="3232"/>
                  </a:lnTo>
                  <a:lnTo>
                    <a:pt x="7446" y="410"/>
                  </a:lnTo>
                  <a:lnTo>
                    <a:pt x="7405" y="246"/>
                  </a:lnTo>
                  <a:lnTo>
                    <a:pt x="7323" y="123"/>
                  </a:lnTo>
                  <a:lnTo>
                    <a:pt x="7160"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43"/>
            <p:cNvSpPr/>
            <p:nvPr/>
          </p:nvSpPr>
          <p:spPr>
            <a:xfrm>
              <a:off x="7464183" y="3063557"/>
              <a:ext cx="145997" cy="72224"/>
            </a:xfrm>
            <a:custGeom>
              <a:avLst/>
              <a:gdLst/>
              <a:ahLst/>
              <a:cxnLst/>
              <a:rect l="l" t="t" r="r" b="b"/>
              <a:pathLst>
                <a:path w="7446" h="3683" extrusionOk="0">
                  <a:moveTo>
                    <a:pt x="246" y="1"/>
                  </a:moveTo>
                  <a:lnTo>
                    <a:pt x="123" y="123"/>
                  </a:lnTo>
                  <a:lnTo>
                    <a:pt x="41" y="246"/>
                  </a:lnTo>
                  <a:lnTo>
                    <a:pt x="1" y="410"/>
                  </a:lnTo>
                  <a:lnTo>
                    <a:pt x="1" y="3232"/>
                  </a:lnTo>
                  <a:lnTo>
                    <a:pt x="41" y="3437"/>
                  </a:lnTo>
                  <a:lnTo>
                    <a:pt x="123" y="3560"/>
                  </a:lnTo>
                  <a:lnTo>
                    <a:pt x="246" y="3642"/>
                  </a:lnTo>
                  <a:lnTo>
                    <a:pt x="451" y="3682"/>
                  </a:lnTo>
                  <a:lnTo>
                    <a:pt x="6996" y="3682"/>
                  </a:lnTo>
                  <a:lnTo>
                    <a:pt x="7160" y="3642"/>
                  </a:lnTo>
                  <a:lnTo>
                    <a:pt x="7323" y="3560"/>
                  </a:lnTo>
                  <a:lnTo>
                    <a:pt x="7405" y="3437"/>
                  </a:lnTo>
                  <a:lnTo>
                    <a:pt x="7446" y="3232"/>
                  </a:lnTo>
                  <a:lnTo>
                    <a:pt x="7446" y="410"/>
                  </a:lnTo>
                  <a:lnTo>
                    <a:pt x="7405" y="246"/>
                  </a:lnTo>
                  <a:lnTo>
                    <a:pt x="7323" y="123"/>
                  </a:lnTo>
                  <a:lnTo>
                    <a:pt x="7160"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43"/>
            <p:cNvSpPr/>
            <p:nvPr/>
          </p:nvSpPr>
          <p:spPr>
            <a:xfrm>
              <a:off x="6706177" y="2892695"/>
              <a:ext cx="545461" cy="45731"/>
            </a:xfrm>
            <a:custGeom>
              <a:avLst/>
              <a:gdLst/>
              <a:ahLst/>
              <a:cxnLst/>
              <a:rect l="l" t="t" r="r" b="b"/>
              <a:pathLst>
                <a:path w="27819" h="2332" extrusionOk="0">
                  <a:moveTo>
                    <a:pt x="1146" y="0"/>
                  </a:moveTo>
                  <a:lnTo>
                    <a:pt x="900" y="41"/>
                  </a:lnTo>
                  <a:lnTo>
                    <a:pt x="696" y="123"/>
                  </a:lnTo>
                  <a:lnTo>
                    <a:pt x="491" y="205"/>
                  </a:lnTo>
                  <a:lnTo>
                    <a:pt x="328" y="368"/>
                  </a:lnTo>
                  <a:lnTo>
                    <a:pt x="164" y="532"/>
                  </a:lnTo>
                  <a:lnTo>
                    <a:pt x="82" y="736"/>
                  </a:lnTo>
                  <a:lnTo>
                    <a:pt x="0" y="941"/>
                  </a:lnTo>
                  <a:lnTo>
                    <a:pt x="0" y="1186"/>
                  </a:lnTo>
                  <a:lnTo>
                    <a:pt x="0" y="1432"/>
                  </a:lnTo>
                  <a:lnTo>
                    <a:pt x="82" y="1636"/>
                  </a:lnTo>
                  <a:lnTo>
                    <a:pt x="164" y="1841"/>
                  </a:lnTo>
                  <a:lnTo>
                    <a:pt x="328" y="2005"/>
                  </a:lnTo>
                  <a:lnTo>
                    <a:pt x="491" y="2168"/>
                  </a:lnTo>
                  <a:lnTo>
                    <a:pt x="696" y="2250"/>
                  </a:lnTo>
                  <a:lnTo>
                    <a:pt x="900" y="2332"/>
                  </a:lnTo>
                  <a:lnTo>
                    <a:pt x="26878" y="2332"/>
                  </a:lnTo>
                  <a:lnTo>
                    <a:pt x="27123" y="2250"/>
                  </a:lnTo>
                  <a:lnTo>
                    <a:pt x="27328" y="2168"/>
                  </a:lnTo>
                  <a:lnTo>
                    <a:pt x="27491" y="2005"/>
                  </a:lnTo>
                  <a:lnTo>
                    <a:pt x="27614" y="1841"/>
                  </a:lnTo>
                  <a:lnTo>
                    <a:pt x="27737" y="1636"/>
                  </a:lnTo>
                  <a:lnTo>
                    <a:pt x="27819" y="1432"/>
                  </a:lnTo>
                  <a:lnTo>
                    <a:pt x="27819" y="1186"/>
                  </a:lnTo>
                  <a:lnTo>
                    <a:pt x="27819" y="941"/>
                  </a:lnTo>
                  <a:lnTo>
                    <a:pt x="27737" y="736"/>
                  </a:lnTo>
                  <a:lnTo>
                    <a:pt x="27614" y="532"/>
                  </a:lnTo>
                  <a:lnTo>
                    <a:pt x="27491" y="368"/>
                  </a:lnTo>
                  <a:lnTo>
                    <a:pt x="27328" y="205"/>
                  </a:lnTo>
                  <a:lnTo>
                    <a:pt x="27123" y="123"/>
                  </a:lnTo>
                  <a:lnTo>
                    <a:pt x="26878" y="41"/>
                  </a:lnTo>
                  <a:lnTo>
                    <a:pt x="266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43"/>
            <p:cNvSpPr/>
            <p:nvPr/>
          </p:nvSpPr>
          <p:spPr>
            <a:xfrm>
              <a:off x="6760725" y="2029482"/>
              <a:ext cx="478090" cy="47358"/>
            </a:xfrm>
            <a:custGeom>
              <a:avLst/>
              <a:gdLst/>
              <a:ahLst/>
              <a:cxnLst/>
              <a:rect l="l" t="t" r="r" b="b"/>
              <a:pathLst>
                <a:path w="24383" h="2415" extrusionOk="0">
                  <a:moveTo>
                    <a:pt x="0" y="1"/>
                  </a:moveTo>
                  <a:lnTo>
                    <a:pt x="0" y="2415"/>
                  </a:lnTo>
                  <a:lnTo>
                    <a:pt x="24382" y="2415"/>
                  </a:lnTo>
                  <a:lnTo>
                    <a:pt x="24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43"/>
            <p:cNvSpPr/>
            <p:nvPr/>
          </p:nvSpPr>
          <p:spPr>
            <a:xfrm>
              <a:off x="6789607" y="1878662"/>
              <a:ext cx="420326" cy="150840"/>
            </a:xfrm>
            <a:custGeom>
              <a:avLst/>
              <a:gdLst/>
              <a:ahLst/>
              <a:cxnLst/>
              <a:rect l="l" t="t" r="r" b="b"/>
              <a:pathLst>
                <a:path w="21437" h="7692" extrusionOk="0">
                  <a:moveTo>
                    <a:pt x="5114" y="1"/>
                  </a:moveTo>
                  <a:lnTo>
                    <a:pt x="4786" y="42"/>
                  </a:lnTo>
                  <a:lnTo>
                    <a:pt x="4459" y="83"/>
                  </a:lnTo>
                  <a:lnTo>
                    <a:pt x="4132" y="124"/>
                  </a:lnTo>
                  <a:lnTo>
                    <a:pt x="3845" y="206"/>
                  </a:lnTo>
                  <a:lnTo>
                    <a:pt x="3518" y="328"/>
                  </a:lnTo>
                  <a:lnTo>
                    <a:pt x="3232" y="492"/>
                  </a:lnTo>
                  <a:lnTo>
                    <a:pt x="2986" y="656"/>
                  </a:lnTo>
                  <a:lnTo>
                    <a:pt x="2700" y="819"/>
                  </a:lnTo>
                  <a:lnTo>
                    <a:pt x="2455" y="1024"/>
                  </a:lnTo>
                  <a:lnTo>
                    <a:pt x="2250" y="1228"/>
                  </a:lnTo>
                  <a:lnTo>
                    <a:pt x="2045" y="1474"/>
                  </a:lnTo>
                  <a:lnTo>
                    <a:pt x="1841" y="1760"/>
                  </a:lnTo>
                  <a:lnTo>
                    <a:pt x="1677" y="2006"/>
                  </a:lnTo>
                  <a:lnTo>
                    <a:pt x="1514" y="2292"/>
                  </a:lnTo>
                  <a:lnTo>
                    <a:pt x="1391" y="2619"/>
                  </a:lnTo>
                  <a:lnTo>
                    <a:pt x="1309" y="2946"/>
                  </a:lnTo>
                  <a:lnTo>
                    <a:pt x="0" y="7692"/>
                  </a:lnTo>
                  <a:lnTo>
                    <a:pt x="21436" y="7692"/>
                  </a:lnTo>
                  <a:lnTo>
                    <a:pt x="20127" y="2946"/>
                  </a:lnTo>
                  <a:lnTo>
                    <a:pt x="20045" y="2619"/>
                  </a:lnTo>
                  <a:lnTo>
                    <a:pt x="19923" y="2292"/>
                  </a:lnTo>
                  <a:lnTo>
                    <a:pt x="19759" y="2006"/>
                  </a:lnTo>
                  <a:lnTo>
                    <a:pt x="19595" y="1760"/>
                  </a:lnTo>
                  <a:lnTo>
                    <a:pt x="19391" y="1474"/>
                  </a:lnTo>
                  <a:lnTo>
                    <a:pt x="19186" y="1228"/>
                  </a:lnTo>
                  <a:lnTo>
                    <a:pt x="18982" y="1024"/>
                  </a:lnTo>
                  <a:lnTo>
                    <a:pt x="18736" y="819"/>
                  </a:lnTo>
                  <a:lnTo>
                    <a:pt x="18450" y="656"/>
                  </a:lnTo>
                  <a:lnTo>
                    <a:pt x="18205" y="492"/>
                  </a:lnTo>
                  <a:lnTo>
                    <a:pt x="17918" y="328"/>
                  </a:lnTo>
                  <a:lnTo>
                    <a:pt x="17591" y="206"/>
                  </a:lnTo>
                  <a:lnTo>
                    <a:pt x="17305" y="124"/>
                  </a:lnTo>
                  <a:lnTo>
                    <a:pt x="16977" y="83"/>
                  </a:lnTo>
                  <a:lnTo>
                    <a:pt x="16650" y="42"/>
                  </a:lnTo>
                  <a:lnTo>
                    <a:pt x="16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43"/>
            <p:cNvSpPr/>
            <p:nvPr/>
          </p:nvSpPr>
          <p:spPr>
            <a:xfrm>
              <a:off x="6887448" y="1929216"/>
              <a:ext cx="53764" cy="64988"/>
            </a:xfrm>
            <a:custGeom>
              <a:avLst/>
              <a:gdLst/>
              <a:ahLst/>
              <a:cxnLst/>
              <a:rect l="l" t="t" r="r" b="b"/>
              <a:pathLst>
                <a:path w="2742" h="3314" extrusionOk="0">
                  <a:moveTo>
                    <a:pt x="1" y="0"/>
                  </a:moveTo>
                  <a:lnTo>
                    <a:pt x="1" y="655"/>
                  </a:lnTo>
                  <a:lnTo>
                    <a:pt x="983" y="655"/>
                  </a:lnTo>
                  <a:lnTo>
                    <a:pt x="983" y="3314"/>
                  </a:lnTo>
                  <a:lnTo>
                    <a:pt x="1719" y="3314"/>
                  </a:lnTo>
                  <a:lnTo>
                    <a:pt x="1719" y="655"/>
                  </a:lnTo>
                  <a:lnTo>
                    <a:pt x="2742" y="655"/>
                  </a:lnTo>
                  <a:lnTo>
                    <a:pt x="27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43"/>
            <p:cNvSpPr/>
            <p:nvPr/>
          </p:nvSpPr>
          <p:spPr>
            <a:xfrm>
              <a:off x="6941192" y="1929216"/>
              <a:ext cx="73822" cy="64988"/>
            </a:xfrm>
            <a:custGeom>
              <a:avLst/>
              <a:gdLst/>
              <a:ahLst/>
              <a:cxnLst/>
              <a:rect l="l" t="t" r="r" b="b"/>
              <a:pathLst>
                <a:path w="3765" h="3314" extrusionOk="0">
                  <a:moveTo>
                    <a:pt x="1883" y="778"/>
                  </a:moveTo>
                  <a:lnTo>
                    <a:pt x="2455" y="2087"/>
                  </a:lnTo>
                  <a:lnTo>
                    <a:pt x="1310" y="2087"/>
                  </a:lnTo>
                  <a:lnTo>
                    <a:pt x="1883" y="778"/>
                  </a:lnTo>
                  <a:close/>
                  <a:moveTo>
                    <a:pt x="1474" y="0"/>
                  </a:moveTo>
                  <a:lnTo>
                    <a:pt x="1" y="3314"/>
                  </a:lnTo>
                  <a:lnTo>
                    <a:pt x="819" y="3314"/>
                  </a:lnTo>
                  <a:lnTo>
                    <a:pt x="1024" y="2741"/>
                  </a:lnTo>
                  <a:lnTo>
                    <a:pt x="2742" y="2741"/>
                  </a:lnTo>
                  <a:lnTo>
                    <a:pt x="2987" y="3314"/>
                  </a:lnTo>
                  <a:lnTo>
                    <a:pt x="3764" y="3314"/>
                  </a:lnTo>
                  <a:lnTo>
                    <a:pt x="22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43"/>
            <p:cNvSpPr/>
            <p:nvPr/>
          </p:nvSpPr>
          <p:spPr>
            <a:xfrm>
              <a:off x="7022210" y="1929216"/>
              <a:ext cx="62587" cy="64988"/>
            </a:xfrm>
            <a:custGeom>
              <a:avLst/>
              <a:gdLst/>
              <a:ahLst/>
              <a:cxnLst/>
              <a:rect l="l" t="t" r="r" b="b"/>
              <a:pathLst>
                <a:path w="3192" h="3314" extrusionOk="0">
                  <a:moveTo>
                    <a:pt x="1" y="0"/>
                  </a:moveTo>
                  <a:lnTo>
                    <a:pt x="1" y="41"/>
                  </a:lnTo>
                  <a:lnTo>
                    <a:pt x="1146" y="1678"/>
                  </a:lnTo>
                  <a:lnTo>
                    <a:pt x="1" y="3314"/>
                  </a:lnTo>
                  <a:lnTo>
                    <a:pt x="819" y="3314"/>
                  </a:lnTo>
                  <a:lnTo>
                    <a:pt x="1596" y="2168"/>
                  </a:lnTo>
                  <a:lnTo>
                    <a:pt x="2373" y="3314"/>
                  </a:lnTo>
                  <a:lnTo>
                    <a:pt x="3192" y="3314"/>
                  </a:lnTo>
                  <a:lnTo>
                    <a:pt x="2087" y="1678"/>
                  </a:lnTo>
                  <a:lnTo>
                    <a:pt x="3192" y="41"/>
                  </a:lnTo>
                  <a:lnTo>
                    <a:pt x="3192" y="0"/>
                  </a:lnTo>
                  <a:lnTo>
                    <a:pt x="2373" y="0"/>
                  </a:lnTo>
                  <a:lnTo>
                    <a:pt x="1596" y="1187"/>
                  </a:lnTo>
                  <a:lnTo>
                    <a:pt x="8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43"/>
            <p:cNvSpPr/>
            <p:nvPr/>
          </p:nvSpPr>
          <p:spPr>
            <a:xfrm>
              <a:off x="7097621" y="1929216"/>
              <a:ext cx="14451" cy="64988"/>
            </a:xfrm>
            <a:custGeom>
              <a:avLst/>
              <a:gdLst/>
              <a:ahLst/>
              <a:cxnLst/>
              <a:rect l="l" t="t" r="r" b="b"/>
              <a:pathLst>
                <a:path w="737" h="3314" extrusionOk="0">
                  <a:moveTo>
                    <a:pt x="0" y="0"/>
                  </a:moveTo>
                  <a:lnTo>
                    <a:pt x="0" y="3314"/>
                  </a:lnTo>
                  <a:lnTo>
                    <a:pt x="736" y="3314"/>
                  </a:lnTo>
                  <a:lnTo>
                    <a:pt x="7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43"/>
            <p:cNvSpPr/>
            <p:nvPr/>
          </p:nvSpPr>
          <p:spPr>
            <a:xfrm>
              <a:off x="6823288" y="1251205"/>
              <a:ext cx="333695" cy="511157"/>
            </a:xfrm>
            <a:custGeom>
              <a:avLst/>
              <a:gdLst/>
              <a:ahLst/>
              <a:cxnLst/>
              <a:rect l="l" t="t" r="r" b="b"/>
              <a:pathLst>
                <a:path w="23319" h="35714" extrusionOk="0">
                  <a:moveTo>
                    <a:pt x="11291" y="0"/>
                  </a:moveTo>
                  <a:lnTo>
                    <a:pt x="10514" y="41"/>
                  </a:lnTo>
                  <a:lnTo>
                    <a:pt x="9696" y="164"/>
                  </a:lnTo>
                  <a:lnTo>
                    <a:pt x="8877" y="327"/>
                  </a:lnTo>
                  <a:lnTo>
                    <a:pt x="8059" y="532"/>
                  </a:lnTo>
                  <a:lnTo>
                    <a:pt x="7241" y="818"/>
                  </a:lnTo>
                  <a:lnTo>
                    <a:pt x="6423" y="1145"/>
                  </a:lnTo>
                  <a:lnTo>
                    <a:pt x="5605" y="1555"/>
                  </a:lnTo>
                  <a:lnTo>
                    <a:pt x="5073" y="1841"/>
                  </a:lnTo>
                  <a:lnTo>
                    <a:pt x="4500" y="2250"/>
                  </a:lnTo>
                  <a:lnTo>
                    <a:pt x="3968" y="2700"/>
                  </a:lnTo>
                  <a:lnTo>
                    <a:pt x="3396" y="3191"/>
                  </a:lnTo>
                  <a:lnTo>
                    <a:pt x="2905" y="3723"/>
                  </a:lnTo>
                  <a:lnTo>
                    <a:pt x="2455" y="4255"/>
                  </a:lnTo>
                  <a:lnTo>
                    <a:pt x="2046" y="4786"/>
                  </a:lnTo>
                  <a:lnTo>
                    <a:pt x="1718" y="5318"/>
                  </a:lnTo>
                  <a:lnTo>
                    <a:pt x="1309" y="6095"/>
                  </a:lnTo>
                  <a:lnTo>
                    <a:pt x="941" y="6914"/>
                  </a:lnTo>
                  <a:lnTo>
                    <a:pt x="655" y="7691"/>
                  </a:lnTo>
                  <a:lnTo>
                    <a:pt x="409" y="8468"/>
                  </a:lnTo>
                  <a:lnTo>
                    <a:pt x="246" y="9205"/>
                  </a:lnTo>
                  <a:lnTo>
                    <a:pt x="123" y="9982"/>
                  </a:lnTo>
                  <a:lnTo>
                    <a:pt x="41" y="10718"/>
                  </a:lnTo>
                  <a:lnTo>
                    <a:pt x="0" y="11495"/>
                  </a:lnTo>
                  <a:lnTo>
                    <a:pt x="0" y="12232"/>
                  </a:lnTo>
                  <a:lnTo>
                    <a:pt x="41" y="12927"/>
                  </a:lnTo>
                  <a:lnTo>
                    <a:pt x="164" y="13623"/>
                  </a:lnTo>
                  <a:lnTo>
                    <a:pt x="287" y="14318"/>
                  </a:lnTo>
                  <a:lnTo>
                    <a:pt x="491" y="15014"/>
                  </a:lnTo>
                  <a:lnTo>
                    <a:pt x="696" y="15668"/>
                  </a:lnTo>
                  <a:lnTo>
                    <a:pt x="982" y="16323"/>
                  </a:lnTo>
                  <a:lnTo>
                    <a:pt x="1268" y="16936"/>
                  </a:lnTo>
                  <a:lnTo>
                    <a:pt x="1350" y="17100"/>
                  </a:lnTo>
                  <a:lnTo>
                    <a:pt x="1473" y="17345"/>
                  </a:lnTo>
                  <a:lnTo>
                    <a:pt x="11659" y="35714"/>
                  </a:lnTo>
                  <a:lnTo>
                    <a:pt x="21846" y="17305"/>
                  </a:lnTo>
                  <a:lnTo>
                    <a:pt x="21927" y="17141"/>
                  </a:lnTo>
                  <a:lnTo>
                    <a:pt x="21968" y="17059"/>
                  </a:lnTo>
                  <a:lnTo>
                    <a:pt x="22255" y="16445"/>
                  </a:lnTo>
                  <a:lnTo>
                    <a:pt x="22541" y="15791"/>
                  </a:lnTo>
                  <a:lnTo>
                    <a:pt x="22746" y="15136"/>
                  </a:lnTo>
                  <a:lnTo>
                    <a:pt x="22950" y="14482"/>
                  </a:lnTo>
                  <a:lnTo>
                    <a:pt x="23114" y="13786"/>
                  </a:lnTo>
                  <a:lnTo>
                    <a:pt x="23196" y="13091"/>
                  </a:lnTo>
                  <a:lnTo>
                    <a:pt x="23277" y="12395"/>
                  </a:lnTo>
                  <a:lnTo>
                    <a:pt x="23318" y="11659"/>
                  </a:lnTo>
                  <a:lnTo>
                    <a:pt x="23277" y="10882"/>
                  </a:lnTo>
                  <a:lnTo>
                    <a:pt x="23196" y="10105"/>
                  </a:lnTo>
                  <a:lnTo>
                    <a:pt x="23073" y="9368"/>
                  </a:lnTo>
                  <a:lnTo>
                    <a:pt x="22909" y="8632"/>
                  </a:lnTo>
                  <a:lnTo>
                    <a:pt x="22705" y="7895"/>
                  </a:lnTo>
                  <a:lnTo>
                    <a:pt x="22418" y="7200"/>
                  </a:lnTo>
                  <a:lnTo>
                    <a:pt x="22132" y="6545"/>
                  </a:lnTo>
                  <a:lnTo>
                    <a:pt x="21764" y="5891"/>
                  </a:lnTo>
                  <a:lnTo>
                    <a:pt x="21396" y="5277"/>
                  </a:lnTo>
                  <a:lnTo>
                    <a:pt x="20987" y="4664"/>
                  </a:lnTo>
                  <a:lnTo>
                    <a:pt x="20537" y="4091"/>
                  </a:lnTo>
                  <a:lnTo>
                    <a:pt x="20046" y="3559"/>
                  </a:lnTo>
                  <a:lnTo>
                    <a:pt x="19514" y="3068"/>
                  </a:lnTo>
                  <a:lnTo>
                    <a:pt x="18941" y="2577"/>
                  </a:lnTo>
                  <a:lnTo>
                    <a:pt x="18368" y="2127"/>
                  </a:lnTo>
                  <a:lnTo>
                    <a:pt x="17755" y="1718"/>
                  </a:lnTo>
                  <a:lnTo>
                    <a:pt x="17141" y="1350"/>
                  </a:lnTo>
                  <a:lnTo>
                    <a:pt x="16487" y="1064"/>
                  </a:lnTo>
                  <a:lnTo>
                    <a:pt x="15791" y="777"/>
                  </a:lnTo>
                  <a:lnTo>
                    <a:pt x="15096" y="532"/>
                  </a:lnTo>
                  <a:lnTo>
                    <a:pt x="14359" y="327"/>
                  </a:lnTo>
                  <a:lnTo>
                    <a:pt x="13623" y="164"/>
                  </a:lnTo>
                  <a:lnTo>
                    <a:pt x="12846" y="82"/>
                  </a:lnTo>
                  <a:lnTo>
                    <a:pt x="1210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43"/>
            <p:cNvSpPr/>
            <p:nvPr/>
          </p:nvSpPr>
          <p:spPr>
            <a:xfrm>
              <a:off x="6915775" y="1342531"/>
              <a:ext cx="148123" cy="147562"/>
            </a:xfrm>
            <a:custGeom>
              <a:avLst/>
              <a:gdLst/>
              <a:ahLst/>
              <a:cxnLst/>
              <a:rect l="l" t="t" r="r" b="b"/>
              <a:pathLst>
                <a:path w="10351" h="10310" extrusionOk="0">
                  <a:moveTo>
                    <a:pt x="4664" y="1"/>
                  </a:moveTo>
                  <a:lnTo>
                    <a:pt x="4133" y="83"/>
                  </a:lnTo>
                  <a:lnTo>
                    <a:pt x="3642" y="205"/>
                  </a:lnTo>
                  <a:lnTo>
                    <a:pt x="3151" y="410"/>
                  </a:lnTo>
                  <a:lnTo>
                    <a:pt x="2701" y="614"/>
                  </a:lnTo>
                  <a:lnTo>
                    <a:pt x="2292" y="860"/>
                  </a:lnTo>
                  <a:lnTo>
                    <a:pt x="1883" y="1187"/>
                  </a:lnTo>
                  <a:lnTo>
                    <a:pt x="1514" y="1514"/>
                  </a:lnTo>
                  <a:lnTo>
                    <a:pt x="1187" y="1883"/>
                  </a:lnTo>
                  <a:lnTo>
                    <a:pt x="901" y="2251"/>
                  </a:lnTo>
                  <a:lnTo>
                    <a:pt x="655" y="2701"/>
                  </a:lnTo>
                  <a:lnTo>
                    <a:pt x="410" y="3151"/>
                  </a:lnTo>
                  <a:lnTo>
                    <a:pt x="246" y="3601"/>
                  </a:lnTo>
                  <a:lnTo>
                    <a:pt x="124" y="4092"/>
                  </a:lnTo>
                  <a:lnTo>
                    <a:pt x="42" y="4624"/>
                  </a:lnTo>
                  <a:lnTo>
                    <a:pt x="1" y="5155"/>
                  </a:lnTo>
                  <a:lnTo>
                    <a:pt x="42" y="5687"/>
                  </a:lnTo>
                  <a:lnTo>
                    <a:pt x="124" y="6178"/>
                  </a:lnTo>
                  <a:lnTo>
                    <a:pt x="246" y="6669"/>
                  </a:lnTo>
                  <a:lnTo>
                    <a:pt x="410" y="7160"/>
                  </a:lnTo>
                  <a:lnTo>
                    <a:pt x="655" y="7610"/>
                  </a:lnTo>
                  <a:lnTo>
                    <a:pt x="901" y="8019"/>
                  </a:lnTo>
                  <a:lnTo>
                    <a:pt x="1187" y="8428"/>
                  </a:lnTo>
                  <a:lnTo>
                    <a:pt x="1514" y="8796"/>
                  </a:lnTo>
                  <a:lnTo>
                    <a:pt x="1883" y="9124"/>
                  </a:lnTo>
                  <a:lnTo>
                    <a:pt x="2292" y="9451"/>
                  </a:lnTo>
                  <a:lnTo>
                    <a:pt x="2701" y="9696"/>
                  </a:lnTo>
                  <a:lnTo>
                    <a:pt x="3151" y="9901"/>
                  </a:lnTo>
                  <a:lnTo>
                    <a:pt x="3642" y="10064"/>
                  </a:lnTo>
                  <a:lnTo>
                    <a:pt x="4133" y="10228"/>
                  </a:lnTo>
                  <a:lnTo>
                    <a:pt x="4664" y="10269"/>
                  </a:lnTo>
                  <a:lnTo>
                    <a:pt x="5196" y="10310"/>
                  </a:lnTo>
                  <a:lnTo>
                    <a:pt x="5728" y="10269"/>
                  </a:lnTo>
                  <a:lnTo>
                    <a:pt x="6219" y="10228"/>
                  </a:lnTo>
                  <a:lnTo>
                    <a:pt x="6710" y="10064"/>
                  </a:lnTo>
                  <a:lnTo>
                    <a:pt x="7201" y="9901"/>
                  </a:lnTo>
                  <a:lnTo>
                    <a:pt x="7651" y="9696"/>
                  </a:lnTo>
                  <a:lnTo>
                    <a:pt x="8060" y="9451"/>
                  </a:lnTo>
                  <a:lnTo>
                    <a:pt x="8469" y="9124"/>
                  </a:lnTo>
                  <a:lnTo>
                    <a:pt x="8837" y="8796"/>
                  </a:lnTo>
                  <a:lnTo>
                    <a:pt x="9164" y="8428"/>
                  </a:lnTo>
                  <a:lnTo>
                    <a:pt x="9451" y="8019"/>
                  </a:lnTo>
                  <a:lnTo>
                    <a:pt x="9737" y="7610"/>
                  </a:lnTo>
                  <a:lnTo>
                    <a:pt x="9942" y="7160"/>
                  </a:lnTo>
                  <a:lnTo>
                    <a:pt x="10105" y="6669"/>
                  </a:lnTo>
                  <a:lnTo>
                    <a:pt x="10228" y="6178"/>
                  </a:lnTo>
                  <a:lnTo>
                    <a:pt x="10310" y="5687"/>
                  </a:lnTo>
                  <a:lnTo>
                    <a:pt x="10351" y="5155"/>
                  </a:lnTo>
                  <a:lnTo>
                    <a:pt x="10310" y="4624"/>
                  </a:lnTo>
                  <a:lnTo>
                    <a:pt x="10228" y="4092"/>
                  </a:lnTo>
                  <a:lnTo>
                    <a:pt x="10105" y="3601"/>
                  </a:lnTo>
                  <a:lnTo>
                    <a:pt x="9942" y="3151"/>
                  </a:lnTo>
                  <a:lnTo>
                    <a:pt x="9737" y="2701"/>
                  </a:lnTo>
                  <a:lnTo>
                    <a:pt x="9451" y="2251"/>
                  </a:lnTo>
                  <a:lnTo>
                    <a:pt x="9164" y="1883"/>
                  </a:lnTo>
                  <a:lnTo>
                    <a:pt x="8837" y="1514"/>
                  </a:lnTo>
                  <a:lnTo>
                    <a:pt x="8469" y="1187"/>
                  </a:lnTo>
                  <a:lnTo>
                    <a:pt x="8060" y="860"/>
                  </a:lnTo>
                  <a:lnTo>
                    <a:pt x="7651" y="614"/>
                  </a:lnTo>
                  <a:lnTo>
                    <a:pt x="7201" y="410"/>
                  </a:lnTo>
                  <a:lnTo>
                    <a:pt x="6710" y="205"/>
                  </a:lnTo>
                  <a:lnTo>
                    <a:pt x="6219" y="83"/>
                  </a:lnTo>
                  <a:lnTo>
                    <a:pt x="57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3" name="Google Shape;3093;p43"/>
          <p:cNvGrpSpPr/>
          <p:nvPr/>
        </p:nvGrpSpPr>
        <p:grpSpPr>
          <a:xfrm>
            <a:off x="31480" y="2943978"/>
            <a:ext cx="1420583" cy="2218185"/>
            <a:chOff x="2253900" y="1511050"/>
            <a:chExt cx="1811275" cy="2827875"/>
          </a:xfrm>
        </p:grpSpPr>
        <p:sp>
          <p:nvSpPr>
            <p:cNvPr id="3094" name="Google Shape;3094;p43"/>
            <p:cNvSpPr/>
            <p:nvPr/>
          </p:nvSpPr>
          <p:spPr>
            <a:xfrm>
              <a:off x="2468675" y="2976625"/>
              <a:ext cx="1126050" cy="823325"/>
            </a:xfrm>
            <a:custGeom>
              <a:avLst/>
              <a:gdLst/>
              <a:ahLst/>
              <a:cxnLst/>
              <a:rect l="l" t="t" r="r" b="b"/>
              <a:pathLst>
                <a:path w="45042" h="32933" extrusionOk="0">
                  <a:moveTo>
                    <a:pt x="1392" y="0"/>
                  </a:moveTo>
                  <a:lnTo>
                    <a:pt x="1105" y="696"/>
                  </a:lnTo>
                  <a:lnTo>
                    <a:pt x="819" y="1555"/>
                  </a:lnTo>
                  <a:lnTo>
                    <a:pt x="533" y="2700"/>
                  </a:lnTo>
                  <a:lnTo>
                    <a:pt x="410" y="3355"/>
                  </a:lnTo>
                  <a:lnTo>
                    <a:pt x="287" y="4091"/>
                  </a:lnTo>
                  <a:lnTo>
                    <a:pt x="164" y="4869"/>
                  </a:lnTo>
                  <a:lnTo>
                    <a:pt x="83" y="5728"/>
                  </a:lnTo>
                  <a:lnTo>
                    <a:pt x="42" y="6628"/>
                  </a:lnTo>
                  <a:lnTo>
                    <a:pt x="1" y="7569"/>
                  </a:lnTo>
                  <a:lnTo>
                    <a:pt x="42" y="8550"/>
                  </a:lnTo>
                  <a:lnTo>
                    <a:pt x="123" y="9573"/>
                  </a:lnTo>
                  <a:lnTo>
                    <a:pt x="246" y="10678"/>
                  </a:lnTo>
                  <a:lnTo>
                    <a:pt x="451" y="11782"/>
                  </a:lnTo>
                  <a:lnTo>
                    <a:pt x="696" y="12928"/>
                  </a:lnTo>
                  <a:lnTo>
                    <a:pt x="1023" y="14114"/>
                  </a:lnTo>
                  <a:lnTo>
                    <a:pt x="1473" y="15300"/>
                  </a:lnTo>
                  <a:lnTo>
                    <a:pt x="1964" y="16528"/>
                  </a:lnTo>
                  <a:lnTo>
                    <a:pt x="2537" y="17755"/>
                  </a:lnTo>
                  <a:lnTo>
                    <a:pt x="3233" y="19023"/>
                  </a:lnTo>
                  <a:lnTo>
                    <a:pt x="4051" y="20291"/>
                  </a:lnTo>
                  <a:lnTo>
                    <a:pt x="4951" y="21600"/>
                  </a:lnTo>
                  <a:lnTo>
                    <a:pt x="5973" y="22869"/>
                  </a:lnTo>
                  <a:lnTo>
                    <a:pt x="7119" y="24178"/>
                  </a:lnTo>
                  <a:lnTo>
                    <a:pt x="8387" y="25487"/>
                  </a:lnTo>
                  <a:lnTo>
                    <a:pt x="9778" y="26755"/>
                  </a:lnTo>
                  <a:lnTo>
                    <a:pt x="10514" y="27409"/>
                  </a:lnTo>
                  <a:lnTo>
                    <a:pt x="11333" y="28064"/>
                  </a:lnTo>
                  <a:lnTo>
                    <a:pt x="12151" y="28678"/>
                  </a:lnTo>
                  <a:lnTo>
                    <a:pt x="13010" y="29332"/>
                  </a:lnTo>
                  <a:lnTo>
                    <a:pt x="13214" y="29455"/>
                  </a:lnTo>
                  <a:lnTo>
                    <a:pt x="13869" y="29823"/>
                  </a:lnTo>
                  <a:lnTo>
                    <a:pt x="14851" y="30314"/>
                  </a:lnTo>
                  <a:lnTo>
                    <a:pt x="16201" y="30928"/>
                  </a:lnTo>
                  <a:lnTo>
                    <a:pt x="16978" y="31255"/>
                  </a:lnTo>
                  <a:lnTo>
                    <a:pt x="17837" y="31541"/>
                  </a:lnTo>
                  <a:lnTo>
                    <a:pt x="18778" y="31869"/>
                  </a:lnTo>
                  <a:lnTo>
                    <a:pt x="19760" y="32114"/>
                  </a:lnTo>
                  <a:lnTo>
                    <a:pt x="20783" y="32400"/>
                  </a:lnTo>
                  <a:lnTo>
                    <a:pt x="21846" y="32605"/>
                  </a:lnTo>
                  <a:lnTo>
                    <a:pt x="22992" y="32769"/>
                  </a:lnTo>
                  <a:lnTo>
                    <a:pt x="24178" y="32891"/>
                  </a:lnTo>
                  <a:lnTo>
                    <a:pt x="25405" y="32932"/>
                  </a:lnTo>
                  <a:lnTo>
                    <a:pt x="26633" y="32932"/>
                  </a:lnTo>
                  <a:lnTo>
                    <a:pt x="27942" y="32850"/>
                  </a:lnTo>
                  <a:lnTo>
                    <a:pt x="29210" y="32687"/>
                  </a:lnTo>
                  <a:lnTo>
                    <a:pt x="30560" y="32400"/>
                  </a:lnTo>
                  <a:lnTo>
                    <a:pt x="31214" y="32237"/>
                  </a:lnTo>
                  <a:lnTo>
                    <a:pt x="31869" y="32032"/>
                  </a:lnTo>
                  <a:lnTo>
                    <a:pt x="32564" y="31787"/>
                  </a:lnTo>
                  <a:lnTo>
                    <a:pt x="33219" y="31541"/>
                  </a:lnTo>
                  <a:lnTo>
                    <a:pt x="33914" y="31255"/>
                  </a:lnTo>
                  <a:lnTo>
                    <a:pt x="34569" y="30928"/>
                  </a:lnTo>
                  <a:lnTo>
                    <a:pt x="35264" y="30559"/>
                  </a:lnTo>
                  <a:lnTo>
                    <a:pt x="35919" y="30191"/>
                  </a:lnTo>
                  <a:lnTo>
                    <a:pt x="36614" y="29782"/>
                  </a:lnTo>
                  <a:lnTo>
                    <a:pt x="37269" y="29332"/>
                  </a:lnTo>
                  <a:lnTo>
                    <a:pt x="37964" y="28841"/>
                  </a:lnTo>
                  <a:lnTo>
                    <a:pt x="38619" y="28309"/>
                  </a:lnTo>
                  <a:lnTo>
                    <a:pt x="39273" y="27737"/>
                  </a:lnTo>
                  <a:lnTo>
                    <a:pt x="39969" y="27123"/>
                  </a:lnTo>
                  <a:lnTo>
                    <a:pt x="40623" y="26469"/>
                  </a:lnTo>
                  <a:lnTo>
                    <a:pt x="41278" y="25814"/>
                  </a:lnTo>
                  <a:lnTo>
                    <a:pt x="41892" y="25078"/>
                  </a:lnTo>
                  <a:lnTo>
                    <a:pt x="42546" y="24300"/>
                  </a:lnTo>
                  <a:lnTo>
                    <a:pt x="43201" y="23482"/>
                  </a:lnTo>
                  <a:lnTo>
                    <a:pt x="43814" y="22623"/>
                  </a:lnTo>
                  <a:lnTo>
                    <a:pt x="44428" y="21723"/>
                  </a:lnTo>
                  <a:lnTo>
                    <a:pt x="45042" y="20741"/>
                  </a:lnTo>
                  <a:lnTo>
                    <a:pt x="1392"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3"/>
            <p:cNvSpPr/>
            <p:nvPr/>
          </p:nvSpPr>
          <p:spPr>
            <a:xfrm>
              <a:off x="2253900" y="3454225"/>
              <a:ext cx="1006400" cy="884700"/>
            </a:xfrm>
            <a:custGeom>
              <a:avLst/>
              <a:gdLst/>
              <a:ahLst/>
              <a:cxnLst/>
              <a:rect l="l" t="t" r="r" b="b"/>
              <a:pathLst>
                <a:path w="40256" h="35388" extrusionOk="0">
                  <a:moveTo>
                    <a:pt x="16283" y="1"/>
                  </a:moveTo>
                  <a:lnTo>
                    <a:pt x="1" y="35387"/>
                  </a:lnTo>
                  <a:lnTo>
                    <a:pt x="33546" y="35387"/>
                  </a:lnTo>
                  <a:lnTo>
                    <a:pt x="40255" y="11415"/>
                  </a:lnTo>
                  <a:lnTo>
                    <a:pt x="16283" y="1"/>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3"/>
            <p:cNvSpPr/>
            <p:nvPr/>
          </p:nvSpPr>
          <p:spPr>
            <a:xfrm>
              <a:off x="3043450" y="3220025"/>
              <a:ext cx="438775" cy="425475"/>
            </a:xfrm>
            <a:custGeom>
              <a:avLst/>
              <a:gdLst/>
              <a:ahLst/>
              <a:cxnLst/>
              <a:rect l="l" t="t" r="r" b="b"/>
              <a:pathLst>
                <a:path w="17551" h="17019" extrusionOk="0">
                  <a:moveTo>
                    <a:pt x="901" y="1"/>
                  </a:moveTo>
                  <a:lnTo>
                    <a:pt x="1" y="17019"/>
                  </a:lnTo>
                  <a:lnTo>
                    <a:pt x="17551" y="12764"/>
                  </a:lnTo>
                  <a:lnTo>
                    <a:pt x="901" y="1"/>
                  </a:lnTo>
                  <a:close/>
                </a:path>
              </a:pathLst>
            </a:custGeom>
            <a:solidFill>
              <a:srgbClr val="D69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3"/>
            <p:cNvSpPr/>
            <p:nvPr/>
          </p:nvSpPr>
          <p:spPr>
            <a:xfrm>
              <a:off x="3371750" y="1711500"/>
              <a:ext cx="481725" cy="630025"/>
            </a:xfrm>
            <a:custGeom>
              <a:avLst/>
              <a:gdLst/>
              <a:ahLst/>
              <a:cxnLst/>
              <a:rect l="l" t="t" r="r" b="b"/>
              <a:pathLst>
                <a:path w="19269" h="25201" extrusionOk="0">
                  <a:moveTo>
                    <a:pt x="14278" y="1"/>
                  </a:moveTo>
                  <a:lnTo>
                    <a:pt x="13828" y="42"/>
                  </a:lnTo>
                  <a:lnTo>
                    <a:pt x="13419" y="165"/>
                  </a:lnTo>
                  <a:lnTo>
                    <a:pt x="12969" y="287"/>
                  </a:lnTo>
                  <a:lnTo>
                    <a:pt x="12560" y="451"/>
                  </a:lnTo>
                  <a:lnTo>
                    <a:pt x="12191" y="696"/>
                  </a:lnTo>
                  <a:lnTo>
                    <a:pt x="11782" y="942"/>
                  </a:lnTo>
                  <a:lnTo>
                    <a:pt x="11455" y="1228"/>
                  </a:lnTo>
                  <a:lnTo>
                    <a:pt x="11128" y="1555"/>
                  </a:lnTo>
                  <a:lnTo>
                    <a:pt x="10841" y="1924"/>
                  </a:lnTo>
                  <a:lnTo>
                    <a:pt x="10555" y="2333"/>
                  </a:lnTo>
                  <a:lnTo>
                    <a:pt x="0" y="20496"/>
                  </a:lnTo>
                  <a:lnTo>
                    <a:pt x="8100" y="25201"/>
                  </a:lnTo>
                  <a:lnTo>
                    <a:pt x="18655" y="6996"/>
                  </a:lnTo>
                  <a:lnTo>
                    <a:pt x="18860" y="6587"/>
                  </a:lnTo>
                  <a:lnTo>
                    <a:pt x="19023" y="6137"/>
                  </a:lnTo>
                  <a:lnTo>
                    <a:pt x="19146" y="5687"/>
                  </a:lnTo>
                  <a:lnTo>
                    <a:pt x="19228" y="5237"/>
                  </a:lnTo>
                  <a:lnTo>
                    <a:pt x="19269" y="4787"/>
                  </a:lnTo>
                  <a:lnTo>
                    <a:pt x="19269" y="4337"/>
                  </a:lnTo>
                  <a:lnTo>
                    <a:pt x="19187" y="3887"/>
                  </a:lnTo>
                  <a:lnTo>
                    <a:pt x="19105" y="3478"/>
                  </a:lnTo>
                  <a:lnTo>
                    <a:pt x="18982" y="3028"/>
                  </a:lnTo>
                  <a:lnTo>
                    <a:pt x="18778" y="2619"/>
                  </a:lnTo>
                  <a:lnTo>
                    <a:pt x="18573" y="2210"/>
                  </a:lnTo>
                  <a:lnTo>
                    <a:pt x="18328" y="1842"/>
                  </a:lnTo>
                  <a:lnTo>
                    <a:pt x="18041" y="1515"/>
                  </a:lnTo>
                  <a:lnTo>
                    <a:pt x="17714" y="1187"/>
                  </a:lnTo>
                  <a:lnTo>
                    <a:pt x="17346" y="901"/>
                  </a:lnTo>
                  <a:lnTo>
                    <a:pt x="16937" y="615"/>
                  </a:lnTo>
                  <a:lnTo>
                    <a:pt x="16528" y="410"/>
                  </a:lnTo>
                  <a:lnTo>
                    <a:pt x="16078" y="246"/>
                  </a:lnTo>
                  <a:lnTo>
                    <a:pt x="15628" y="124"/>
                  </a:lnTo>
                  <a:lnTo>
                    <a:pt x="15178" y="42"/>
                  </a:lnTo>
                  <a:lnTo>
                    <a:pt x="14728" y="1"/>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43"/>
            <p:cNvSpPr/>
            <p:nvPr/>
          </p:nvSpPr>
          <p:spPr>
            <a:xfrm>
              <a:off x="3483225" y="1988675"/>
              <a:ext cx="481725" cy="630025"/>
            </a:xfrm>
            <a:custGeom>
              <a:avLst/>
              <a:gdLst/>
              <a:ahLst/>
              <a:cxnLst/>
              <a:rect l="l" t="t" r="r" b="b"/>
              <a:pathLst>
                <a:path w="19269" h="25201" extrusionOk="0">
                  <a:moveTo>
                    <a:pt x="14278" y="0"/>
                  </a:moveTo>
                  <a:lnTo>
                    <a:pt x="13828" y="82"/>
                  </a:lnTo>
                  <a:lnTo>
                    <a:pt x="13419" y="164"/>
                  </a:lnTo>
                  <a:lnTo>
                    <a:pt x="12969" y="287"/>
                  </a:lnTo>
                  <a:lnTo>
                    <a:pt x="12560" y="450"/>
                  </a:lnTo>
                  <a:lnTo>
                    <a:pt x="12151" y="696"/>
                  </a:lnTo>
                  <a:lnTo>
                    <a:pt x="11782" y="941"/>
                  </a:lnTo>
                  <a:lnTo>
                    <a:pt x="11455" y="1228"/>
                  </a:lnTo>
                  <a:lnTo>
                    <a:pt x="11128" y="1555"/>
                  </a:lnTo>
                  <a:lnTo>
                    <a:pt x="10841" y="1923"/>
                  </a:lnTo>
                  <a:lnTo>
                    <a:pt x="10555" y="2332"/>
                  </a:lnTo>
                  <a:lnTo>
                    <a:pt x="1" y="20496"/>
                  </a:lnTo>
                  <a:lnTo>
                    <a:pt x="8060" y="25200"/>
                  </a:lnTo>
                  <a:lnTo>
                    <a:pt x="18614" y="6996"/>
                  </a:lnTo>
                  <a:lnTo>
                    <a:pt x="18860" y="6587"/>
                  </a:lnTo>
                  <a:lnTo>
                    <a:pt x="19023" y="6137"/>
                  </a:lnTo>
                  <a:lnTo>
                    <a:pt x="19146" y="5687"/>
                  </a:lnTo>
                  <a:lnTo>
                    <a:pt x="19228" y="5237"/>
                  </a:lnTo>
                  <a:lnTo>
                    <a:pt x="19269" y="4787"/>
                  </a:lnTo>
                  <a:lnTo>
                    <a:pt x="19228" y="4337"/>
                  </a:lnTo>
                  <a:lnTo>
                    <a:pt x="19187" y="3887"/>
                  </a:lnTo>
                  <a:lnTo>
                    <a:pt x="19105" y="3478"/>
                  </a:lnTo>
                  <a:lnTo>
                    <a:pt x="18982" y="3028"/>
                  </a:lnTo>
                  <a:lnTo>
                    <a:pt x="18778" y="2618"/>
                  </a:lnTo>
                  <a:lnTo>
                    <a:pt x="18573" y="2250"/>
                  </a:lnTo>
                  <a:lnTo>
                    <a:pt x="18328" y="1841"/>
                  </a:lnTo>
                  <a:lnTo>
                    <a:pt x="18041" y="1514"/>
                  </a:lnTo>
                  <a:lnTo>
                    <a:pt x="17714" y="1187"/>
                  </a:lnTo>
                  <a:lnTo>
                    <a:pt x="17346" y="900"/>
                  </a:lnTo>
                  <a:lnTo>
                    <a:pt x="16937" y="614"/>
                  </a:lnTo>
                  <a:lnTo>
                    <a:pt x="16528" y="409"/>
                  </a:lnTo>
                  <a:lnTo>
                    <a:pt x="16078" y="246"/>
                  </a:lnTo>
                  <a:lnTo>
                    <a:pt x="15628" y="123"/>
                  </a:lnTo>
                  <a:lnTo>
                    <a:pt x="15178" y="41"/>
                  </a:lnTo>
                  <a:lnTo>
                    <a:pt x="14728"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43"/>
            <p:cNvSpPr/>
            <p:nvPr/>
          </p:nvSpPr>
          <p:spPr>
            <a:xfrm>
              <a:off x="3548675" y="2339475"/>
              <a:ext cx="480700" cy="630025"/>
            </a:xfrm>
            <a:custGeom>
              <a:avLst/>
              <a:gdLst/>
              <a:ahLst/>
              <a:cxnLst/>
              <a:rect l="l" t="t" r="r" b="b"/>
              <a:pathLst>
                <a:path w="19228" h="25201" extrusionOk="0">
                  <a:moveTo>
                    <a:pt x="14728" y="0"/>
                  </a:moveTo>
                  <a:lnTo>
                    <a:pt x="14278" y="41"/>
                  </a:lnTo>
                  <a:lnTo>
                    <a:pt x="13828" y="82"/>
                  </a:lnTo>
                  <a:lnTo>
                    <a:pt x="13378" y="164"/>
                  </a:lnTo>
                  <a:lnTo>
                    <a:pt x="12969" y="327"/>
                  </a:lnTo>
                  <a:lnTo>
                    <a:pt x="12560" y="491"/>
                  </a:lnTo>
                  <a:lnTo>
                    <a:pt x="12151" y="696"/>
                  </a:lnTo>
                  <a:lnTo>
                    <a:pt x="11783" y="941"/>
                  </a:lnTo>
                  <a:lnTo>
                    <a:pt x="11414" y="1227"/>
                  </a:lnTo>
                  <a:lnTo>
                    <a:pt x="11087" y="1555"/>
                  </a:lnTo>
                  <a:lnTo>
                    <a:pt x="10801" y="1923"/>
                  </a:lnTo>
                  <a:lnTo>
                    <a:pt x="10555" y="2332"/>
                  </a:lnTo>
                  <a:lnTo>
                    <a:pt x="1" y="20536"/>
                  </a:lnTo>
                  <a:lnTo>
                    <a:pt x="8060" y="25200"/>
                  </a:lnTo>
                  <a:lnTo>
                    <a:pt x="18614" y="6996"/>
                  </a:lnTo>
                  <a:lnTo>
                    <a:pt x="18819" y="6586"/>
                  </a:lnTo>
                  <a:lnTo>
                    <a:pt x="18983" y="6136"/>
                  </a:lnTo>
                  <a:lnTo>
                    <a:pt x="19105" y="5727"/>
                  </a:lnTo>
                  <a:lnTo>
                    <a:pt x="19187" y="5277"/>
                  </a:lnTo>
                  <a:lnTo>
                    <a:pt x="19228" y="4827"/>
                  </a:lnTo>
                  <a:lnTo>
                    <a:pt x="19228" y="4377"/>
                  </a:lnTo>
                  <a:lnTo>
                    <a:pt x="19187" y="3927"/>
                  </a:lnTo>
                  <a:lnTo>
                    <a:pt x="19064" y="3477"/>
                  </a:lnTo>
                  <a:lnTo>
                    <a:pt x="18942" y="3068"/>
                  </a:lnTo>
                  <a:lnTo>
                    <a:pt x="18778" y="2659"/>
                  </a:lnTo>
                  <a:lnTo>
                    <a:pt x="18573" y="2250"/>
                  </a:lnTo>
                  <a:lnTo>
                    <a:pt x="18287" y="1882"/>
                  </a:lnTo>
                  <a:lnTo>
                    <a:pt x="18001" y="1514"/>
                  </a:lnTo>
                  <a:lnTo>
                    <a:pt x="17673" y="1186"/>
                  </a:lnTo>
                  <a:lnTo>
                    <a:pt x="17305" y="900"/>
                  </a:lnTo>
                  <a:lnTo>
                    <a:pt x="16896" y="655"/>
                  </a:lnTo>
                  <a:lnTo>
                    <a:pt x="16487" y="409"/>
                  </a:lnTo>
                  <a:lnTo>
                    <a:pt x="16037" y="246"/>
                  </a:lnTo>
                  <a:lnTo>
                    <a:pt x="15628" y="123"/>
                  </a:lnTo>
                  <a:lnTo>
                    <a:pt x="15178" y="41"/>
                  </a:lnTo>
                  <a:lnTo>
                    <a:pt x="14728"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43"/>
            <p:cNvSpPr/>
            <p:nvPr/>
          </p:nvSpPr>
          <p:spPr>
            <a:xfrm>
              <a:off x="2672200" y="1511050"/>
              <a:ext cx="1392975" cy="2151850"/>
            </a:xfrm>
            <a:custGeom>
              <a:avLst/>
              <a:gdLst/>
              <a:ahLst/>
              <a:cxnLst/>
              <a:rect l="l" t="t" r="r" b="b"/>
              <a:pathLst>
                <a:path w="55719" h="86074" extrusionOk="0">
                  <a:moveTo>
                    <a:pt x="34160" y="1"/>
                  </a:moveTo>
                  <a:lnTo>
                    <a:pt x="33669" y="42"/>
                  </a:lnTo>
                  <a:lnTo>
                    <a:pt x="33219" y="123"/>
                  </a:lnTo>
                  <a:lnTo>
                    <a:pt x="3519" y="7283"/>
                  </a:lnTo>
                  <a:lnTo>
                    <a:pt x="3069" y="7446"/>
                  </a:lnTo>
                  <a:lnTo>
                    <a:pt x="2619" y="7610"/>
                  </a:lnTo>
                  <a:lnTo>
                    <a:pt x="2210" y="7814"/>
                  </a:lnTo>
                  <a:lnTo>
                    <a:pt x="1842" y="8060"/>
                  </a:lnTo>
                  <a:lnTo>
                    <a:pt x="1514" y="8346"/>
                  </a:lnTo>
                  <a:lnTo>
                    <a:pt x="1187" y="8673"/>
                  </a:lnTo>
                  <a:lnTo>
                    <a:pt x="901" y="9001"/>
                  </a:lnTo>
                  <a:lnTo>
                    <a:pt x="655" y="9369"/>
                  </a:lnTo>
                  <a:lnTo>
                    <a:pt x="451" y="9737"/>
                  </a:lnTo>
                  <a:lnTo>
                    <a:pt x="287" y="10146"/>
                  </a:lnTo>
                  <a:lnTo>
                    <a:pt x="123" y="10596"/>
                  </a:lnTo>
                  <a:lnTo>
                    <a:pt x="42" y="11005"/>
                  </a:lnTo>
                  <a:lnTo>
                    <a:pt x="1" y="11455"/>
                  </a:lnTo>
                  <a:lnTo>
                    <a:pt x="1" y="11905"/>
                  </a:lnTo>
                  <a:lnTo>
                    <a:pt x="42" y="12396"/>
                  </a:lnTo>
                  <a:lnTo>
                    <a:pt x="123" y="12846"/>
                  </a:lnTo>
                  <a:lnTo>
                    <a:pt x="16896" y="82555"/>
                  </a:lnTo>
                  <a:lnTo>
                    <a:pt x="17060" y="83005"/>
                  </a:lnTo>
                  <a:lnTo>
                    <a:pt x="17223" y="83455"/>
                  </a:lnTo>
                  <a:lnTo>
                    <a:pt x="17428" y="83864"/>
                  </a:lnTo>
                  <a:lnTo>
                    <a:pt x="17673" y="84232"/>
                  </a:lnTo>
                  <a:lnTo>
                    <a:pt x="17960" y="84560"/>
                  </a:lnTo>
                  <a:lnTo>
                    <a:pt x="18287" y="84887"/>
                  </a:lnTo>
                  <a:lnTo>
                    <a:pt x="18614" y="85173"/>
                  </a:lnTo>
                  <a:lnTo>
                    <a:pt x="18982" y="85419"/>
                  </a:lnTo>
                  <a:lnTo>
                    <a:pt x="19351" y="85623"/>
                  </a:lnTo>
                  <a:lnTo>
                    <a:pt x="19760" y="85787"/>
                  </a:lnTo>
                  <a:lnTo>
                    <a:pt x="20210" y="85951"/>
                  </a:lnTo>
                  <a:lnTo>
                    <a:pt x="20619" y="86032"/>
                  </a:lnTo>
                  <a:lnTo>
                    <a:pt x="21069" y="86073"/>
                  </a:lnTo>
                  <a:lnTo>
                    <a:pt x="21519" y="86073"/>
                  </a:lnTo>
                  <a:lnTo>
                    <a:pt x="22010" y="86032"/>
                  </a:lnTo>
                  <a:lnTo>
                    <a:pt x="22460" y="85951"/>
                  </a:lnTo>
                  <a:lnTo>
                    <a:pt x="52160" y="78792"/>
                  </a:lnTo>
                  <a:lnTo>
                    <a:pt x="52610" y="78669"/>
                  </a:lnTo>
                  <a:lnTo>
                    <a:pt x="53060" y="78505"/>
                  </a:lnTo>
                  <a:lnTo>
                    <a:pt x="53469" y="78260"/>
                  </a:lnTo>
                  <a:lnTo>
                    <a:pt x="53837" y="78014"/>
                  </a:lnTo>
                  <a:lnTo>
                    <a:pt x="54164" y="77728"/>
                  </a:lnTo>
                  <a:lnTo>
                    <a:pt x="54492" y="77442"/>
                  </a:lnTo>
                  <a:lnTo>
                    <a:pt x="54778" y="77073"/>
                  </a:lnTo>
                  <a:lnTo>
                    <a:pt x="55023" y="76746"/>
                  </a:lnTo>
                  <a:lnTo>
                    <a:pt x="55228" y="76337"/>
                  </a:lnTo>
                  <a:lnTo>
                    <a:pt x="55392" y="75928"/>
                  </a:lnTo>
                  <a:lnTo>
                    <a:pt x="55555" y="75519"/>
                  </a:lnTo>
                  <a:lnTo>
                    <a:pt x="55637" y="75069"/>
                  </a:lnTo>
                  <a:lnTo>
                    <a:pt x="55678" y="74619"/>
                  </a:lnTo>
                  <a:lnTo>
                    <a:pt x="55719" y="74169"/>
                  </a:lnTo>
                  <a:lnTo>
                    <a:pt x="55678" y="73719"/>
                  </a:lnTo>
                  <a:lnTo>
                    <a:pt x="55555" y="73228"/>
                  </a:lnTo>
                  <a:lnTo>
                    <a:pt x="38782" y="3519"/>
                  </a:lnTo>
                  <a:lnTo>
                    <a:pt x="38660" y="3069"/>
                  </a:lnTo>
                  <a:lnTo>
                    <a:pt x="38455" y="2660"/>
                  </a:lnTo>
                  <a:lnTo>
                    <a:pt x="38251" y="2251"/>
                  </a:lnTo>
                  <a:lnTo>
                    <a:pt x="38005" y="1883"/>
                  </a:lnTo>
                  <a:lnTo>
                    <a:pt x="37719" y="1514"/>
                  </a:lnTo>
                  <a:lnTo>
                    <a:pt x="37392" y="1228"/>
                  </a:lnTo>
                  <a:lnTo>
                    <a:pt x="37064" y="942"/>
                  </a:lnTo>
                  <a:lnTo>
                    <a:pt x="36696" y="696"/>
                  </a:lnTo>
                  <a:lnTo>
                    <a:pt x="36328" y="492"/>
                  </a:lnTo>
                  <a:lnTo>
                    <a:pt x="35919" y="287"/>
                  </a:lnTo>
                  <a:lnTo>
                    <a:pt x="35469" y="164"/>
                  </a:lnTo>
                  <a:lnTo>
                    <a:pt x="35060" y="83"/>
                  </a:lnTo>
                  <a:lnTo>
                    <a:pt x="346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3"/>
            <p:cNvSpPr/>
            <p:nvPr/>
          </p:nvSpPr>
          <p:spPr>
            <a:xfrm>
              <a:off x="2724375" y="1570375"/>
              <a:ext cx="1245700" cy="1865475"/>
            </a:xfrm>
            <a:custGeom>
              <a:avLst/>
              <a:gdLst/>
              <a:ahLst/>
              <a:cxnLst/>
              <a:rect l="l" t="t" r="r" b="b"/>
              <a:pathLst>
                <a:path w="49828" h="74619" extrusionOk="0">
                  <a:moveTo>
                    <a:pt x="31500" y="0"/>
                  </a:moveTo>
                  <a:lnTo>
                    <a:pt x="31132" y="41"/>
                  </a:lnTo>
                  <a:lnTo>
                    <a:pt x="30764" y="123"/>
                  </a:lnTo>
                  <a:lnTo>
                    <a:pt x="2741" y="6873"/>
                  </a:lnTo>
                  <a:lnTo>
                    <a:pt x="2373" y="6955"/>
                  </a:lnTo>
                  <a:lnTo>
                    <a:pt x="2045" y="7119"/>
                  </a:lnTo>
                  <a:lnTo>
                    <a:pt x="1759" y="7282"/>
                  </a:lnTo>
                  <a:lnTo>
                    <a:pt x="1432" y="7487"/>
                  </a:lnTo>
                  <a:lnTo>
                    <a:pt x="1186" y="7691"/>
                  </a:lnTo>
                  <a:lnTo>
                    <a:pt x="941" y="7937"/>
                  </a:lnTo>
                  <a:lnTo>
                    <a:pt x="695" y="8182"/>
                  </a:lnTo>
                  <a:lnTo>
                    <a:pt x="532" y="8469"/>
                  </a:lnTo>
                  <a:lnTo>
                    <a:pt x="368" y="8796"/>
                  </a:lnTo>
                  <a:lnTo>
                    <a:pt x="205" y="9123"/>
                  </a:lnTo>
                  <a:lnTo>
                    <a:pt x="123" y="9450"/>
                  </a:lnTo>
                  <a:lnTo>
                    <a:pt x="41" y="9778"/>
                  </a:lnTo>
                  <a:lnTo>
                    <a:pt x="0" y="10105"/>
                  </a:lnTo>
                  <a:lnTo>
                    <a:pt x="0" y="10473"/>
                  </a:lnTo>
                  <a:lnTo>
                    <a:pt x="0" y="10841"/>
                  </a:lnTo>
                  <a:lnTo>
                    <a:pt x="82" y="11210"/>
                  </a:lnTo>
                  <a:lnTo>
                    <a:pt x="14686" y="71878"/>
                  </a:lnTo>
                  <a:lnTo>
                    <a:pt x="14809" y="72205"/>
                  </a:lnTo>
                  <a:lnTo>
                    <a:pt x="14932" y="72573"/>
                  </a:lnTo>
                  <a:lnTo>
                    <a:pt x="15095" y="72859"/>
                  </a:lnTo>
                  <a:lnTo>
                    <a:pt x="15300" y="73146"/>
                  </a:lnTo>
                  <a:lnTo>
                    <a:pt x="15545" y="73432"/>
                  </a:lnTo>
                  <a:lnTo>
                    <a:pt x="15791" y="73678"/>
                  </a:lnTo>
                  <a:lnTo>
                    <a:pt x="16036" y="73882"/>
                  </a:lnTo>
                  <a:lnTo>
                    <a:pt x="16323" y="74087"/>
                  </a:lnTo>
                  <a:lnTo>
                    <a:pt x="16609" y="74250"/>
                  </a:lnTo>
                  <a:lnTo>
                    <a:pt x="16936" y="74414"/>
                  </a:lnTo>
                  <a:lnTo>
                    <a:pt x="17264" y="74496"/>
                  </a:lnTo>
                  <a:lnTo>
                    <a:pt x="17632" y="74578"/>
                  </a:lnTo>
                  <a:lnTo>
                    <a:pt x="17959" y="74619"/>
                  </a:lnTo>
                  <a:lnTo>
                    <a:pt x="18327" y="74619"/>
                  </a:lnTo>
                  <a:lnTo>
                    <a:pt x="18695" y="74578"/>
                  </a:lnTo>
                  <a:lnTo>
                    <a:pt x="19023" y="74537"/>
                  </a:lnTo>
                  <a:lnTo>
                    <a:pt x="47086" y="67787"/>
                  </a:lnTo>
                  <a:lnTo>
                    <a:pt x="47414" y="67664"/>
                  </a:lnTo>
                  <a:lnTo>
                    <a:pt x="47741" y="67541"/>
                  </a:lnTo>
                  <a:lnTo>
                    <a:pt x="48068" y="67378"/>
                  </a:lnTo>
                  <a:lnTo>
                    <a:pt x="48355" y="67173"/>
                  </a:lnTo>
                  <a:lnTo>
                    <a:pt x="48641" y="66928"/>
                  </a:lnTo>
                  <a:lnTo>
                    <a:pt x="48886" y="66682"/>
                  </a:lnTo>
                  <a:lnTo>
                    <a:pt x="49091" y="66437"/>
                  </a:lnTo>
                  <a:lnTo>
                    <a:pt x="49295" y="66150"/>
                  </a:lnTo>
                  <a:lnTo>
                    <a:pt x="49459" y="65864"/>
                  </a:lnTo>
                  <a:lnTo>
                    <a:pt x="49582" y="65537"/>
                  </a:lnTo>
                  <a:lnTo>
                    <a:pt x="49705" y="65209"/>
                  </a:lnTo>
                  <a:lnTo>
                    <a:pt x="49786" y="64841"/>
                  </a:lnTo>
                  <a:lnTo>
                    <a:pt x="49827" y="64514"/>
                  </a:lnTo>
                  <a:lnTo>
                    <a:pt x="49827" y="64146"/>
                  </a:lnTo>
                  <a:lnTo>
                    <a:pt x="49786" y="63778"/>
                  </a:lnTo>
                  <a:lnTo>
                    <a:pt x="49705" y="63450"/>
                  </a:lnTo>
                  <a:lnTo>
                    <a:pt x="35100" y="2782"/>
                  </a:lnTo>
                  <a:lnTo>
                    <a:pt x="35018" y="2414"/>
                  </a:lnTo>
                  <a:lnTo>
                    <a:pt x="34855" y="2087"/>
                  </a:lnTo>
                  <a:lnTo>
                    <a:pt x="34691" y="1760"/>
                  </a:lnTo>
                  <a:lnTo>
                    <a:pt x="34486" y="1473"/>
                  </a:lnTo>
                  <a:lnTo>
                    <a:pt x="34282" y="1187"/>
                  </a:lnTo>
                  <a:lnTo>
                    <a:pt x="34036" y="941"/>
                  </a:lnTo>
                  <a:lnTo>
                    <a:pt x="33750" y="737"/>
                  </a:lnTo>
                  <a:lnTo>
                    <a:pt x="33464" y="532"/>
                  </a:lnTo>
                  <a:lnTo>
                    <a:pt x="33177" y="369"/>
                  </a:lnTo>
                  <a:lnTo>
                    <a:pt x="32850" y="246"/>
                  </a:lnTo>
                  <a:lnTo>
                    <a:pt x="32523" y="123"/>
                  </a:lnTo>
                  <a:lnTo>
                    <a:pt x="32195" y="41"/>
                  </a:lnTo>
                  <a:lnTo>
                    <a:pt x="31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43"/>
            <p:cNvSpPr/>
            <p:nvPr/>
          </p:nvSpPr>
          <p:spPr>
            <a:xfrm>
              <a:off x="3523125" y="3401050"/>
              <a:ext cx="91025" cy="91050"/>
            </a:xfrm>
            <a:custGeom>
              <a:avLst/>
              <a:gdLst/>
              <a:ahLst/>
              <a:cxnLst/>
              <a:rect l="l" t="t" r="r" b="b"/>
              <a:pathLst>
                <a:path w="3641" h="3642" fill="none" extrusionOk="0">
                  <a:moveTo>
                    <a:pt x="3559" y="1392"/>
                  </a:moveTo>
                  <a:lnTo>
                    <a:pt x="3559" y="1392"/>
                  </a:lnTo>
                  <a:lnTo>
                    <a:pt x="3641" y="1760"/>
                  </a:lnTo>
                  <a:lnTo>
                    <a:pt x="3600" y="2128"/>
                  </a:lnTo>
                  <a:lnTo>
                    <a:pt x="3518" y="2455"/>
                  </a:lnTo>
                  <a:lnTo>
                    <a:pt x="3355" y="2782"/>
                  </a:lnTo>
                  <a:lnTo>
                    <a:pt x="3150" y="3069"/>
                  </a:lnTo>
                  <a:lnTo>
                    <a:pt x="2905" y="3273"/>
                  </a:lnTo>
                  <a:lnTo>
                    <a:pt x="2577" y="3478"/>
                  </a:lnTo>
                  <a:lnTo>
                    <a:pt x="2250" y="3601"/>
                  </a:lnTo>
                  <a:lnTo>
                    <a:pt x="2250" y="3601"/>
                  </a:lnTo>
                  <a:lnTo>
                    <a:pt x="1882" y="3642"/>
                  </a:lnTo>
                  <a:lnTo>
                    <a:pt x="1514" y="3642"/>
                  </a:lnTo>
                  <a:lnTo>
                    <a:pt x="1186" y="3519"/>
                  </a:lnTo>
                  <a:lnTo>
                    <a:pt x="859" y="3396"/>
                  </a:lnTo>
                  <a:lnTo>
                    <a:pt x="573" y="3192"/>
                  </a:lnTo>
                  <a:lnTo>
                    <a:pt x="327" y="2905"/>
                  </a:lnTo>
                  <a:lnTo>
                    <a:pt x="164" y="2619"/>
                  </a:lnTo>
                  <a:lnTo>
                    <a:pt x="41" y="2251"/>
                  </a:lnTo>
                  <a:lnTo>
                    <a:pt x="41" y="2251"/>
                  </a:lnTo>
                  <a:lnTo>
                    <a:pt x="0" y="1882"/>
                  </a:lnTo>
                  <a:lnTo>
                    <a:pt x="0" y="1514"/>
                  </a:lnTo>
                  <a:lnTo>
                    <a:pt x="82" y="1187"/>
                  </a:lnTo>
                  <a:lnTo>
                    <a:pt x="245" y="860"/>
                  </a:lnTo>
                  <a:lnTo>
                    <a:pt x="450" y="614"/>
                  </a:lnTo>
                  <a:lnTo>
                    <a:pt x="736" y="369"/>
                  </a:lnTo>
                  <a:lnTo>
                    <a:pt x="1023" y="164"/>
                  </a:lnTo>
                  <a:lnTo>
                    <a:pt x="1391" y="42"/>
                  </a:lnTo>
                  <a:lnTo>
                    <a:pt x="1391" y="42"/>
                  </a:lnTo>
                  <a:lnTo>
                    <a:pt x="1759" y="1"/>
                  </a:lnTo>
                  <a:lnTo>
                    <a:pt x="2086" y="42"/>
                  </a:lnTo>
                  <a:lnTo>
                    <a:pt x="2455" y="123"/>
                  </a:lnTo>
                  <a:lnTo>
                    <a:pt x="2741" y="287"/>
                  </a:lnTo>
                  <a:lnTo>
                    <a:pt x="3027" y="492"/>
                  </a:lnTo>
                  <a:lnTo>
                    <a:pt x="3273" y="737"/>
                  </a:lnTo>
                  <a:lnTo>
                    <a:pt x="3436" y="1064"/>
                  </a:lnTo>
                  <a:lnTo>
                    <a:pt x="3559" y="1392"/>
                  </a:lnTo>
                  <a:lnTo>
                    <a:pt x="3559" y="1392"/>
                  </a:lnTo>
                  <a:close/>
                </a:path>
              </a:pathLst>
            </a:custGeom>
            <a:noFill/>
            <a:ln w="71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43"/>
            <p:cNvSpPr/>
            <p:nvPr/>
          </p:nvSpPr>
          <p:spPr>
            <a:xfrm>
              <a:off x="2724375" y="1571400"/>
              <a:ext cx="989000" cy="1803100"/>
            </a:xfrm>
            <a:custGeom>
              <a:avLst/>
              <a:gdLst/>
              <a:ahLst/>
              <a:cxnLst/>
              <a:rect l="l" t="t" r="r" b="b"/>
              <a:pathLst>
                <a:path w="39560" h="72124" extrusionOk="0">
                  <a:moveTo>
                    <a:pt x="32359" y="0"/>
                  </a:moveTo>
                  <a:lnTo>
                    <a:pt x="15055" y="21069"/>
                  </a:lnTo>
                  <a:lnTo>
                    <a:pt x="736" y="8100"/>
                  </a:lnTo>
                  <a:lnTo>
                    <a:pt x="532" y="8387"/>
                  </a:lnTo>
                  <a:lnTo>
                    <a:pt x="368" y="8755"/>
                  </a:lnTo>
                  <a:lnTo>
                    <a:pt x="205" y="9123"/>
                  </a:lnTo>
                  <a:lnTo>
                    <a:pt x="82" y="9491"/>
                  </a:lnTo>
                  <a:lnTo>
                    <a:pt x="41" y="9900"/>
                  </a:lnTo>
                  <a:lnTo>
                    <a:pt x="0" y="10269"/>
                  </a:lnTo>
                  <a:lnTo>
                    <a:pt x="41" y="10678"/>
                  </a:lnTo>
                  <a:lnTo>
                    <a:pt x="123" y="11087"/>
                  </a:lnTo>
                  <a:lnTo>
                    <a:pt x="205" y="11537"/>
                  </a:lnTo>
                  <a:lnTo>
                    <a:pt x="13173" y="23319"/>
                  </a:lnTo>
                  <a:lnTo>
                    <a:pt x="5359" y="32850"/>
                  </a:lnTo>
                  <a:lnTo>
                    <a:pt x="6218" y="36409"/>
                  </a:lnTo>
                  <a:lnTo>
                    <a:pt x="15341" y="25282"/>
                  </a:lnTo>
                  <a:lnTo>
                    <a:pt x="24627" y="33709"/>
                  </a:lnTo>
                  <a:lnTo>
                    <a:pt x="9900" y="51669"/>
                  </a:lnTo>
                  <a:lnTo>
                    <a:pt x="10759" y="55228"/>
                  </a:lnTo>
                  <a:lnTo>
                    <a:pt x="26795" y="35673"/>
                  </a:lnTo>
                  <a:lnTo>
                    <a:pt x="35877" y="43896"/>
                  </a:lnTo>
                  <a:lnTo>
                    <a:pt x="36164" y="44223"/>
                  </a:lnTo>
                  <a:lnTo>
                    <a:pt x="36409" y="44591"/>
                  </a:lnTo>
                  <a:lnTo>
                    <a:pt x="36532" y="45000"/>
                  </a:lnTo>
                  <a:lnTo>
                    <a:pt x="36614" y="45409"/>
                  </a:lnTo>
                  <a:lnTo>
                    <a:pt x="36655" y="45819"/>
                  </a:lnTo>
                  <a:lnTo>
                    <a:pt x="36573" y="46228"/>
                  </a:lnTo>
                  <a:lnTo>
                    <a:pt x="36409" y="46637"/>
                  </a:lnTo>
                  <a:lnTo>
                    <a:pt x="36205" y="47046"/>
                  </a:lnTo>
                  <a:lnTo>
                    <a:pt x="28268" y="58132"/>
                  </a:lnTo>
                  <a:lnTo>
                    <a:pt x="27614" y="59073"/>
                  </a:lnTo>
                  <a:lnTo>
                    <a:pt x="27041" y="60055"/>
                  </a:lnTo>
                  <a:lnTo>
                    <a:pt x="26550" y="60996"/>
                  </a:lnTo>
                  <a:lnTo>
                    <a:pt x="26182" y="61937"/>
                  </a:lnTo>
                  <a:lnTo>
                    <a:pt x="25895" y="62878"/>
                  </a:lnTo>
                  <a:lnTo>
                    <a:pt x="25691" y="63778"/>
                  </a:lnTo>
                  <a:lnTo>
                    <a:pt x="25609" y="64678"/>
                  </a:lnTo>
                  <a:lnTo>
                    <a:pt x="25568" y="65578"/>
                  </a:lnTo>
                  <a:lnTo>
                    <a:pt x="25650" y="66437"/>
                  </a:lnTo>
                  <a:lnTo>
                    <a:pt x="25814" y="67296"/>
                  </a:lnTo>
                  <a:lnTo>
                    <a:pt x="26059" y="68155"/>
                  </a:lnTo>
                  <a:lnTo>
                    <a:pt x="26427" y="68973"/>
                  </a:lnTo>
                  <a:lnTo>
                    <a:pt x="26836" y="69791"/>
                  </a:lnTo>
                  <a:lnTo>
                    <a:pt x="27368" y="70568"/>
                  </a:lnTo>
                  <a:lnTo>
                    <a:pt x="27982" y="71346"/>
                  </a:lnTo>
                  <a:lnTo>
                    <a:pt x="28718" y="72123"/>
                  </a:lnTo>
                  <a:lnTo>
                    <a:pt x="32195" y="71264"/>
                  </a:lnTo>
                  <a:lnTo>
                    <a:pt x="32114" y="71182"/>
                  </a:lnTo>
                  <a:lnTo>
                    <a:pt x="32032" y="71141"/>
                  </a:lnTo>
                  <a:lnTo>
                    <a:pt x="31295" y="70528"/>
                  </a:lnTo>
                  <a:lnTo>
                    <a:pt x="30641" y="69914"/>
                  </a:lnTo>
                  <a:lnTo>
                    <a:pt x="30068" y="69259"/>
                  </a:lnTo>
                  <a:lnTo>
                    <a:pt x="29577" y="68605"/>
                  </a:lnTo>
                  <a:lnTo>
                    <a:pt x="29168" y="67991"/>
                  </a:lnTo>
                  <a:lnTo>
                    <a:pt x="28882" y="67296"/>
                  </a:lnTo>
                  <a:lnTo>
                    <a:pt x="28636" y="66641"/>
                  </a:lnTo>
                  <a:lnTo>
                    <a:pt x="28514" y="65946"/>
                  </a:lnTo>
                  <a:lnTo>
                    <a:pt x="28473" y="65250"/>
                  </a:lnTo>
                  <a:lnTo>
                    <a:pt x="28514" y="64555"/>
                  </a:lnTo>
                  <a:lnTo>
                    <a:pt x="28677" y="63818"/>
                  </a:lnTo>
                  <a:lnTo>
                    <a:pt x="28882" y="63041"/>
                  </a:lnTo>
                  <a:lnTo>
                    <a:pt x="29168" y="62264"/>
                  </a:lnTo>
                  <a:lnTo>
                    <a:pt x="29577" y="61487"/>
                  </a:lnTo>
                  <a:lnTo>
                    <a:pt x="30068" y="60668"/>
                  </a:lnTo>
                  <a:lnTo>
                    <a:pt x="30641" y="59809"/>
                  </a:lnTo>
                  <a:lnTo>
                    <a:pt x="38577" y="48723"/>
                  </a:lnTo>
                  <a:lnTo>
                    <a:pt x="38864" y="48314"/>
                  </a:lnTo>
                  <a:lnTo>
                    <a:pt x="39068" y="47905"/>
                  </a:lnTo>
                  <a:lnTo>
                    <a:pt x="39273" y="47455"/>
                  </a:lnTo>
                  <a:lnTo>
                    <a:pt x="39395" y="46964"/>
                  </a:lnTo>
                  <a:lnTo>
                    <a:pt x="39518" y="46514"/>
                  </a:lnTo>
                  <a:lnTo>
                    <a:pt x="39559" y="46023"/>
                  </a:lnTo>
                  <a:lnTo>
                    <a:pt x="39559" y="45573"/>
                  </a:lnTo>
                  <a:lnTo>
                    <a:pt x="39559" y="45082"/>
                  </a:lnTo>
                  <a:lnTo>
                    <a:pt x="39477" y="44632"/>
                  </a:lnTo>
                  <a:lnTo>
                    <a:pt x="39355" y="44182"/>
                  </a:lnTo>
                  <a:lnTo>
                    <a:pt x="39191" y="43732"/>
                  </a:lnTo>
                  <a:lnTo>
                    <a:pt x="39027" y="43282"/>
                  </a:lnTo>
                  <a:lnTo>
                    <a:pt x="38782" y="42873"/>
                  </a:lnTo>
                  <a:lnTo>
                    <a:pt x="38495" y="42464"/>
                  </a:lnTo>
                  <a:lnTo>
                    <a:pt x="38209" y="42096"/>
                  </a:lnTo>
                  <a:lnTo>
                    <a:pt x="37841" y="41769"/>
                  </a:lnTo>
                  <a:lnTo>
                    <a:pt x="28677" y="33423"/>
                  </a:lnTo>
                  <a:lnTo>
                    <a:pt x="39395" y="20373"/>
                  </a:lnTo>
                  <a:lnTo>
                    <a:pt x="38536" y="16814"/>
                  </a:lnTo>
                  <a:lnTo>
                    <a:pt x="26509" y="31459"/>
                  </a:lnTo>
                  <a:lnTo>
                    <a:pt x="17223" y="23032"/>
                  </a:lnTo>
                  <a:lnTo>
                    <a:pt x="34732" y="1678"/>
                  </a:lnTo>
                  <a:lnTo>
                    <a:pt x="34527" y="1391"/>
                  </a:lnTo>
                  <a:lnTo>
                    <a:pt x="34282" y="1064"/>
                  </a:lnTo>
                  <a:lnTo>
                    <a:pt x="34036" y="819"/>
                  </a:lnTo>
                  <a:lnTo>
                    <a:pt x="33709" y="573"/>
                  </a:lnTo>
                  <a:lnTo>
                    <a:pt x="33423" y="369"/>
                  </a:lnTo>
                  <a:lnTo>
                    <a:pt x="33055" y="205"/>
                  </a:lnTo>
                  <a:lnTo>
                    <a:pt x="32727" y="82"/>
                  </a:lnTo>
                  <a:lnTo>
                    <a:pt x="323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3"/>
            <p:cNvSpPr/>
            <p:nvPr/>
          </p:nvSpPr>
          <p:spPr>
            <a:xfrm>
              <a:off x="3240850" y="2352750"/>
              <a:ext cx="187175" cy="187200"/>
            </a:xfrm>
            <a:custGeom>
              <a:avLst/>
              <a:gdLst/>
              <a:ahLst/>
              <a:cxnLst/>
              <a:rect l="l" t="t" r="r" b="b"/>
              <a:pathLst>
                <a:path w="7487" h="7488" extrusionOk="0">
                  <a:moveTo>
                    <a:pt x="3641" y="1"/>
                  </a:moveTo>
                  <a:lnTo>
                    <a:pt x="3232" y="42"/>
                  </a:lnTo>
                  <a:lnTo>
                    <a:pt x="2864" y="124"/>
                  </a:lnTo>
                  <a:lnTo>
                    <a:pt x="2496" y="205"/>
                  </a:lnTo>
                  <a:lnTo>
                    <a:pt x="2168" y="369"/>
                  </a:lnTo>
                  <a:lnTo>
                    <a:pt x="1841" y="533"/>
                  </a:lnTo>
                  <a:lnTo>
                    <a:pt x="1514" y="737"/>
                  </a:lnTo>
                  <a:lnTo>
                    <a:pt x="1227" y="983"/>
                  </a:lnTo>
                  <a:lnTo>
                    <a:pt x="982" y="1228"/>
                  </a:lnTo>
                  <a:lnTo>
                    <a:pt x="777" y="1474"/>
                  </a:lnTo>
                  <a:lnTo>
                    <a:pt x="573" y="1801"/>
                  </a:lnTo>
                  <a:lnTo>
                    <a:pt x="368" y="2087"/>
                  </a:lnTo>
                  <a:lnTo>
                    <a:pt x="246" y="2415"/>
                  </a:lnTo>
                  <a:lnTo>
                    <a:pt x="123" y="2783"/>
                  </a:lnTo>
                  <a:lnTo>
                    <a:pt x="41" y="3151"/>
                  </a:lnTo>
                  <a:lnTo>
                    <a:pt x="0" y="3478"/>
                  </a:lnTo>
                  <a:lnTo>
                    <a:pt x="0" y="3846"/>
                  </a:lnTo>
                  <a:lnTo>
                    <a:pt x="41" y="4255"/>
                  </a:lnTo>
                  <a:lnTo>
                    <a:pt x="123" y="4624"/>
                  </a:lnTo>
                  <a:lnTo>
                    <a:pt x="205" y="4992"/>
                  </a:lnTo>
                  <a:lnTo>
                    <a:pt x="368" y="5319"/>
                  </a:lnTo>
                  <a:lnTo>
                    <a:pt x="532" y="5646"/>
                  </a:lnTo>
                  <a:lnTo>
                    <a:pt x="736" y="5974"/>
                  </a:lnTo>
                  <a:lnTo>
                    <a:pt x="982" y="6260"/>
                  </a:lnTo>
                  <a:lnTo>
                    <a:pt x="1227" y="6505"/>
                  </a:lnTo>
                  <a:lnTo>
                    <a:pt x="1514" y="6710"/>
                  </a:lnTo>
                  <a:lnTo>
                    <a:pt x="1800" y="6915"/>
                  </a:lnTo>
                  <a:lnTo>
                    <a:pt x="2127" y="7119"/>
                  </a:lnTo>
                  <a:lnTo>
                    <a:pt x="2455" y="7242"/>
                  </a:lnTo>
                  <a:lnTo>
                    <a:pt x="2782" y="7365"/>
                  </a:lnTo>
                  <a:lnTo>
                    <a:pt x="3150" y="7446"/>
                  </a:lnTo>
                  <a:lnTo>
                    <a:pt x="3518" y="7487"/>
                  </a:lnTo>
                  <a:lnTo>
                    <a:pt x="3886" y="7487"/>
                  </a:lnTo>
                  <a:lnTo>
                    <a:pt x="4255" y="7446"/>
                  </a:lnTo>
                  <a:lnTo>
                    <a:pt x="4623" y="7365"/>
                  </a:lnTo>
                  <a:lnTo>
                    <a:pt x="4991" y="7283"/>
                  </a:lnTo>
                  <a:lnTo>
                    <a:pt x="5318" y="7119"/>
                  </a:lnTo>
                  <a:lnTo>
                    <a:pt x="5646" y="6955"/>
                  </a:lnTo>
                  <a:lnTo>
                    <a:pt x="5973" y="6751"/>
                  </a:lnTo>
                  <a:lnTo>
                    <a:pt x="6259" y="6505"/>
                  </a:lnTo>
                  <a:lnTo>
                    <a:pt x="6505" y="6260"/>
                  </a:lnTo>
                  <a:lnTo>
                    <a:pt x="6750" y="5974"/>
                  </a:lnTo>
                  <a:lnTo>
                    <a:pt x="6955" y="5687"/>
                  </a:lnTo>
                  <a:lnTo>
                    <a:pt x="7118" y="5360"/>
                  </a:lnTo>
                  <a:lnTo>
                    <a:pt x="7241" y="5033"/>
                  </a:lnTo>
                  <a:lnTo>
                    <a:pt x="7364" y="4705"/>
                  </a:lnTo>
                  <a:lnTo>
                    <a:pt x="7446" y="4337"/>
                  </a:lnTo>
                  <a:lnTo>
                    <a:pt x="7486" y="3969"/>
                  </a:lnTo>
                  <a:lnTo>
                    <a:pt x="7486" y="3601"/>
                  </a:lnTo>
                  <a:lnTo>
                    <a:pt x="7446" y="3233"/>
                  </a:lnTo>
                  <a:lnTo>
                    <a:pt x="7364" y="2865"/>
                  </a:lnTo>
                  <a:lnTo>
                    <a:pt x="7282" y="2496"/>
                  </a:lnTo>
                  <a:lnTo>
                    <a:pt x="7118" y="2169"/>
                  </a:lnTo>
                  <a:lnTo>
                    <a:pt x="6955" y="1842"/>
                  </a:lnTo>
                  <a:lnTo>
                    <a:pt x="6750" y="1515"/>
                  </a:lnTo>
                  <a:lnTo>
                    <a:pt x="6546" y="1228"/>
                  </a:lnTo>
                  <a:lnTo>
                    <a:pt x="6259" y="983"/>
                  </a:lnTo>
                  <a:lnTo>
                    <a:pt x="6014" y="737"/>
                  </a:lnTo>
                  <a:lnTo>
                    <a:pt x="5686" y="533"/>
                  </a:lnTo>
                  <a:lnTo>
                    <a:pt x="5400" y="369"/>
                  </a:lnTo>
                  <a:lnTo>
                    <a:pt x="5073" y="246"/>
                  </a:lnTo>
                  <a:lnTo>
                    <a:pt x="4705" y="124"/>
                  </a:lnTo>
                  <a:lnTo>
                    <a:pt x="4336" y="42"/>
                  </a:lnTo>
                  <a:lnTo>
                    <a:pt x="4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3"/>
            <p:cNvSpPr/>
            <p:nvPr/>
          </p:nvSpPr>
          <p:spPr>
            <a:xfrm>
              <a:off x="3162100" y="2283225"/>
              <a:ext cx="351825" cy="529775"/>
            </a:xfrm>
            <a:custGeom>
              <a:avLst/>
              <a:gdLst/>
              <a:ahLst/>
              <a:cxnLst/>
              <a:rect l="l" t="t" r="r" b="b"/>
              <a:pathLst>
                <a:path w="14073" h="21191" extrusionOk="0">
                  <a:moveTo>
                    <a:pt x="7077" y="3723"/>
                  </a:moveTo>
                  <a:lnTo>
                    <a:pt x="7364" y="3764"/>
                  </a:lnTo>
                  <a:lnTo>
                    <a:pt x="7609" y="3805"/>
                  </a:lnTo>
                  <a:lnTo>
                    <a:pt x="7896" y="3886"/>
                  </a:lnTo>
                  <a:lnTo>
                    <a:pt x="8141" y="4009"/>
                  </a:lnTo>
                  <a:lnTo>
                    <a:pt x="8386" y="4132"/>
                  </a:lnTo>
                  <a:lnTo>
                    <a:pt x="8591" y="4255"/>
                  </a:lnTo>
                  <a:lnTo>
                    <a:pt x="8796" y="4459"/>
                  </a:lnTo>
                  <a:lnTo>
                    <a:pt x="9000" y="4623"/>
                  </a:lnTo>
                  <a:lnTo>
                    <a:pt x="9164" y="4868"/>
                  </a:lnTo>
                  <a:lnTo>
                    <a:pt x="9327" y="5073"/>
                  </a:lnTo>
                  <a:lnTo>
                    <a:pt x="9450" y="5318"/>
                  </a:lnTo>
                  <a:lnTo>
                    <a:pt x="9532" y="5605"/>
                  </a:lnTo>
                  <a:lnTo>
                    <a:pt x="9614" y="5850"/>
                  </a:lnTo>
                  <a:lnTo>
                    <a:pt x="9696" y="6136"/>
                  </a:lnTo>
                  <a:lnTo>
                    <a:pt x="9696" y="6423"/>
                  </a:lnTo>
                  <a:lnTo>
                    <a:pt x="9696" y="6709"/>
                  </a:lnTo>
                  <a:lnTo>
                    <a:pt x="9696" y="6996"/>
                  </a:lnTo>
                  <a:lnTo>
                    <a:pt x="9614" y="7241"/>
                  </a:lnTo>
                  <a:lnTo>
                    <a:pt x="9532" y="7486"/>
                  </a:lnTo>
                  <a:lnTo>
                    <a:pt x="9409" y="7732"/>
                  </a:lnTo>
                  <a:lnTo>
                    <a:pt x="9286" y="7977"/>
                  </a:lnTo>
                  <a:lnTo>
                    <a:pt x="9164" y="8223"/>
                  </a:lnTo>
                  <a:lnTo>
                    <a:pt x="8959" y="8427"/>
                  </a:lnTo>
                  <a:lnTo>
                    <a:pt x="8796" y="8632"/>
                  </a:lnTo>
                  <a:lnTo>
                    <a:pt x="8550" y="8796"/>
                  </a:lnTo>
                  <a:lnTo>
                    <a:pt x="8346" y="8918"/>
                  </a:lnTo>
                  <a:lnTo>
                    <a:pt x="8100" y="9082"/>
                  </a:lnTo>
                  <a:lnTo>
                    <a:pt x="7814" y="9164"/>
                  </a:lnTo>
                  <a:lnTo>
                    <a:pt x="7568" y="9246"/>
                  </a:lnTo>
                  <a:lnTo>
                    <a:pt x="7282" y="9327"/>
                  </a:lnTo>
                  <a:lnTo>
                    <a:pt x="6709" y="9327"/>
                  </a:lnTo>
                  <a:lnTo>
                    <a:pt x="6423" y="9286"/>
                  </a:lnTo>
                  <a:lnTo>
                    <a:pt x="6177" y="9246"/>
                  </a:lnTo>
                  <a:lnTo>
                    <a:pt x="5932" y="9164"/>
                  </a:lnTo>
                  <a:lnTo>
                    <a:pt x="5686" y="9041"/>
                  </a:lnTo>
                  <a:lnTo>
                    <a:pt x="5441" y="8918"/>
                  </a:lnTo>
                  <a:lnTo>
                    <a:pt x="5196" y="8755"/>
                  </a:lnTo>
                  <a:lnTo>
                    <a:pt x="4991" y="8591"/>
                  </a:lnTo>
                  <a:lnTo>
                    <a:pt x="4827" y="8386"/>
                  </a:lnTo>
                  <a:lnTo>
                    <a:pt x="4623" y="8182"/>
                  </a:lnTo>
                  <a:lnTo>
                    <a:pt x="4500" y="7977"/>
                  </a:lnTo>
                  <a:lnTo>
                    <a:pt x="4336" y="7732"/>
                  </a:lnTo>
                  <a:lnTo>
                    <a:pt x="4255" y="7446"/>
                  </a:lnTo>
                  <a:lnTo>
                    <a:pt x="4173" y="7200"/>
                  </a:lnTo>
                  <a:lnTo>
                    <a:pt x="4091" y="6914"/>
                  </a:lnTo>
                  <a:lnTo>
                    <a:pt x="4091" y="6627"/>
                  </a:lnTo>
                  <a:lnTo>
                    <a:pt x="4091" y="6341"/>
                  </a:lnTo>
                  <a:lnTo>
                    <a:pt x="4132" y="6055"/>
                  </a:lnTo>
                  <a:lnTo>
                    <a:pt x="4173" y="5809"/>
                  </a:lnTo>
                  <a:lnTo>
                    <a:pt x="4255" y="5523"/>
                  </a:lnTo>
                  <a:lnTo>
                    <a:pt x="4377" y="5277"/>
                  </a:lnTo>
                  <a:lnTo>
                    <a:pt x="4500" y="5073"/>
                  </a:lnTo>
                  <a:lnTo>
                    <a:pt x="4664" y="4827"/>
                  </a:lnTo>
                  <a:lnTo>
                    <a:pt x="4827" y="4623"/>
                  </a:lnTo>
                  <a:lnTo>
                    <a:pt x="5032" y="4418"/>
                  </a:lnTo>
                  <a:lnTo>
                    <a:pt x="5236" y="4255"/>
                  </a:lnTo>
                  <a:lnTo>
                    <a:pt x="5441" y="4091"/>
                  </a:lnTo>
                  <a:lnTo>
                    <a:pt x="5686" y="3968"/>
                  </a:lnTo>
                  <a:lnTo>
                    <a:pt x="5973" y="3886"/>
                  </a:lnTo>
                  <a:lnTo>
                    <a:pt x="6259" y="3805"/>
                  </a:lnTo>
                  <a:lnTo>
                    <a:pt x="6505" y="3723"/>
                  </a:lnTo>
                  <a:close/>
                  <a:moveTo>
                    <a:pt x="6791" y="0"/>
                  </a:moveTo>
                  <a:lnTo>
                    <a:pt x="6096" y="82"/>
                  </a:lnTo>
                  <a:lnTo>
                    <a:pt x="5359" y="205"/>
                  </a:lnTo>
                  <a:lnTo>
                    <a:pt x="4664" y="409"/>
                  </a:lnTo>
                  <a:lnTo>
                    <a:pt x="4009" y="655"/>
                  </a:lnTo>
                  <a:lnTo>
                    <a:pt x="3396" y="982"/>
                  </a:lnTo>
                  <a:lnTo>
                    <a:pt x="2823" y="1391"/>
                  </a:lnTo>
                  <a:lnTo>
                    <a:pt x="2291" y="1800"/>
                  </a:lnTo>
                  <a:lnTo>
                    <a:pt x="1841" y="2291"/>
                  </a:lnTo>
                  <a:lnTo>
                    <a:pt x="1391" y="2823"/>
                  </a:lnTo>
                  <a:lnTo>
                    <a:pt x="1023" y="3355"/>
                  </a:lnTo>
                  <a:lnTo>
                    <a:pt x="696" y="3968"/>
                  </a:lnTo>
                  <a:lnTo>
                    <a:pt x="409" y="4582"/>
                  </a:lnTo>
                  <a:lnTo>
                    <a:pt x="205" y="5236"/>
                  </a:lnTo>
                  <a:lnTo>
                    <a:pt x="82" y="5891"/>
                  </a:lnTo>
                  <a:lnTo>
                    <a:pt x="0" y="6586"/>
                  </a:lnTo>
                  <a:lnTo>
                    <a:pt x="0" y="7282"/>
                  </a:lnTo>
                  <a:lnTo>
                    <a:pt x="41" y="7977"/>
                  </a:lnTo>
                  <a:lnTo>
                    <a:pt x="164" y="8714"/>
                  </a:lnTo>
                  <a:lnTo>
                    <a:pt x="286" y="9123"/>
                  </a:lnTo>
                  <a:lnTo>
                    <a:pt x="409" y="9532"/>
                  </a:lnTo>
                  <a:lnTo>
                    <a:pt x="573" y="9900"/>
                  </a:lnTo>
                  <a:lnTo>
                    <a:pt x="777" y="10268"/>
                  </a:lnTo>
                  <a:lnTo>
                    <a:pt x="1186" y="10964"/>
                  </a:lnTo>
                  <a:lnTo>
                    <a:pt x="1677" y="11618"/>
                  </a:lnTo>
                  <a:lnTo>
                    <a:pt x="1759" y="11700"/>
                  </a:lnTo>
                  <a:lnTo>
                    <a:pt x="1841" y="11823"/>
                  </a:lnTo>
                  <a:lnTo>
                    <a:pt x="10432" y="21191"/>
                  </a:lnTo>
                  <a:lnTo>
                    <a:pt x="13827" y="8918"/>
                  </a:lnTo>
                  <a:lnTo>
                    <a:pt x="13827" y="8796"/>
                  </a:lnTo>
                  <a:lnTo>
                    <a:pt x="13868" y="8755"/>
                  </a:lnTo>
                  <a:lnTo>
                    <a:pt x="14032" y="7936"/>
                  </a:lnTo>
                  <a:lnTo>
                    <a:pt x="14073" y="7527"/>
                  </a:lnTo>
                  <a:lnTo>
                    <a:pt x="14073" y="7118"/>
                  </a:lnTo>
                  <a:lnTo>
                    <a:pt x="14073" y="6668"/>
                  </a:lnTo>
                  <a:lnTo>
                    <a:pt x="14032" y="6259"/>
                  </a:lnTo>
                  <a:lnTo>
                    <a:pt x="13950" y="5809"/>
                  </a:lnTo>
                  <a:lnTo>
                    <a:pt x="13868" y="5400"/>
                  </a:lnTo>
                  <a:lnTo>
                    <a:pt x="13664" y="4705"/>
                  </a:lnTo>
                  <a:lnTo>
                    <a:pt x="13418" y="4050"/>
                  </a:lnTo>
                  <a:lnTo>
                    <a:pt x="13091" y="3436"/>
                  </a:lnTo>
                  <a:lnTo>
                    <a:pt x="12682" y="2864"/>
                  </a:lnTo>
                  <a:lnTo>
                    <a:pt x="12273" y="2332"/>
                  </a:lnTo>
                  <a:lnTo>
                    <a:pt x="11782" y="1841"/>
                  </a:lnTo>
                  <a:lnTo>
                    <a:pt x="11250" y="1432"/>
                  </a:lnTo>
                  <a:lnTo>
                    <a:pt x="10718" y="1023"/>
                  </a:lnTo>
                  <a:lnTo>
                    <a:pt x="10105" y="696"/>
                  </a:lnTo>
                  <a:lnTo>
                    <a:pt x="9491" y="450"/>
                  </a:lnTo>
                  <a:lnTo>
                    <a:pt x="8836" y="246"/>
                  </a:lnTo>
                  <a:lnTo>
                    <a:pt x="8182" y="82"/>
                  </a:lnTo>
                  <a:lnTo>
                    <a:pt x="74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3"/>
            <p:cNvSpPr/>
            <p:nvPr/>
          </p:nvSpPr>
          <p:spPr>
            <a:xfrm>
              <a:off x="2503450" y="2202425"/>
              <a:ext cx="610600" cy="1456375"/>
            </a:xfrm>
            <a:custGeom>
              <a:avLst/>
              <a:gdLst/>
              <a:ahLst/>
              <a:cxnLst/>
              <a:rect l="l" t="t" r="r" b="b"/>
              <a:pathLst>
                <a:path w="24424" h="58255" extrusionOk="0">
                  <a:moveTo>
                    <a:pt x="16692" y="0"/>
                  </a:moveTo>
                  <a:lnTo>
                    <a:pt x="16323" y="41"/>
                  </a:lnTo>
                  <a:lnTo>
                    <a:pt x="16037" y="164"/>
                  </a:lnTo>
                  <a:lnTo>
                    <a:pt x="15710" y="368"/>
                  </a:lnTo>
                  <a:lnTo>
                    <a:pt x="15464" y="614"/>
                  </a:lnTo>
                  <a:lnTo>
                    <a:pt x="15260" y="900"/>
                  </a:lnTo>
                  <a:lnTo>
                    <a:pt x="1" y="30968"/>
                  </a:lnTo>
                  <a:lnTo>
                    <a:pt x="5401" y="35346"/>
                  </a:lnTo>
                  <a:lnTo>
                    <a:pt x="21355" y="58255"/>
                  </a:lnTo>
                  <a:lnTo>
                    <a:pt x="21764" y="57437"/>
                  </a:lnTo>
                  <a:lnTo>
                    <a:pt x="22132" y="56659"/>
                  </a:lnTo>
                  <a:lnTo>
                    <a:pt x="22460" y="55882"/>
                  </a:lnTo>
                  <a:lnTo>
                    <a:pt x="22787" y="55064"/>
                  </a:lnTo>
                  <a:lnTo>
                    <a:pt x="23073" y="54287"/>
                  </a:lnTo>
                  <a:lnTo>
                    <a:pt x="23319" y="53509"/>
                  </a:lnTo>
                  <a:lnTo>
                    <a:pt x="23523" y="52732"/>
                  </a:lnTo>
                  <a:lnTo>
                    <a:pt x="23728" y="51955"/>
                  </a:lnTo>
                  <a:lnTo>
                    <a:pt x="23892" y="51177"/>
                  </a:lnTo>
                  <a:lnTo>
                    <a:pt x="24055" y="50400"/>
                  </a:lnTo>
                  <a:lnTo>
                    <a:pt x="24260" y="48887"/>
                  </a:lnTo>
                  <a:lnTo>
                    <a:pt x="24382" y="47373"/>
                  </a:lnTo>
                  <a:lnTo>
                    <a:pt x="24423" y="45900"/>
                  </a:lnTo>
                  <a:lnTo>
                    <a:pt x="24382" y="44427"/>
                  </a:lnTo>
                  <a:lnTo>
                    <a:pt x="24260" y="42996"/>
                  </a:lnTo>
                  <a:lnTo>
                    <a:pt x="24096" y="41605"/>
                  </a:lnTo>
                  <a:lnTo>
                    <a:pt x="23851" y="40255"/>
                  </a:lnTo>
                  <a:lnTo>
                    <a:pt x="23564" y="38946"/>
                  </a:lnTo>
                  <a:lnTo>
                    <a:pt x="23196" y="37637"/>
                  </a:lnTo>
                  <a:lnTo>
                    <a:pt x="22828" y="36409"/>
                  </a:lnTo>
                  <a:lnTo>
                    <a:pt x="22419" y="35223"/>
                  </a:lnTo>
                  <a:lnTo>
                    <a:pt x="21969" y="34077"/>
                  </a:lnTo>
                  <a:lnTo>
                    <a:pt x="21519" y="33014"/>
                  </a:lnTo>
                  <a:lnTo>
                    <a:pt x="21069" y="31991"/>
                  </a:lnTo>
                  <a:lnTo>
                    <a:pt x="20578" y="31009"/>
                  </a:lnTo>
                  <a:lnTo>
                    <a:pt x="20087" y="30109"/>
                  </a:lnTo>
                  <a:lnTo>
                    <a:pt x="19637" y="29250"/>
                  </a:lnTo>
                  <a:lnTo>
                    <a:pt x="18737" y="27737"/>
                  </a:lnTo>
                  <a:lnTo>
                    <a:pt x="17960" y="26550"/>
                  </a:lnTo>
                  <a:lnTo>
                    <a:pt x="17305" y="25691"/>
                  </a:lnTo>
                  <a:lnTo>
                    <a:pt x="16773" y="24955"/>
                  </a:lnTo>
                  <a:lnTo>
                    <a:pt x="17469" y="23359"/>
                  </a:lnTo>
                  <a:lnTo>
                    <a:pt x="18123" y="21887"/>
                  </a:lnTo>
                  <a:lnTo>
                    <a:pt x="18696" y="20455"/>
                  </a:lnTo>
                  <a:lnTo>
                    <a:pt x="19187" y="19105"/>
                  </a:lnTo>
                  <a:lnTo>
                    <a:pt x="19637" y="17796"/>
                  </a:lnTo>
                  <a:lnTo>
                    <a:pt x="20046" y="16528"/>
                  </a:lnTo>
                  <a:lnTo>
                    <a:pt x="20373" y="15341"/>
                  </a:lnTo>
                  <a:lnTo>
                    <a:pt x="20660" y="14196"/>
                  </a:lnTo>
                  <a:lnTo>
                    <a:pt x="20905" y="13132"/>
                  </a:lnTo>
                  <a:lnTo>
                    <a:pt x="21110" y="12109"/>
                  </a:lnTo>
                  <a:lnTo>
                    <a:pt x="21232" y="11128"/>
                  </a:lnTo>
                  <a:lnTo>
                    <a:pt x="21355" y="10187"/>
                  </a:lnTo>
                  <a:lnTo>
                    <a:pt x="21396" y="9328"/>
                  </a:lnTo>
                  <a:lnTo>
                    <a:pt x="21437" y="8509"/>
                  </a:lnTo>
                  <a:lnTo>
                    <a:pt x="21396" y="7732"/>
                  </a:lnTo>
                  <a:lnTo>
                    <a:pt x="21355" y="6996"/>
                  </a:lnTo>
                  <a:lnTo>
                    <a:pt x="21273" y="6300"/>
                  </a:lnTo>
                  <a:lnTo>
                    <a:pt x="21151" y="5646"/>
                  </a:lnTo>
                  <a:lnTo>
                    <a:pt x="21028" y="5032"/>
                  </a:lnTo>
                  <a:lnTo>
                    <a:pt x="20864" y="4500"/>
                  </a:lnTo>
                  <a:lnTo>
                    <a:pt x="20660" y="3968"/>
                  </a:lnTo>
                  <a:lnTo>
                    <a:pt x="20455" y="3478"/>
                  </a:lnTo>
                  <a:lnTo>
                    <a:pt x="20210" y="2987"/>
                  </a:lnTo>
                  <a:lnTo>
                    <a:pt x="19964" y="2578"/>
                  </a:lnTo>
                  <a:lnTo>
                    <a:pt x="19719" y="2209"/>
                  </a:lnTo>
                  <a:lnTo>
                    <a:pt x="19432" y="1841"/>
                  </a:lnTo>
                  <a:lnTo>
                    <a:pt x="19146" y="1514"/>
                  </a:lnTo>
                  <a:lnTo>
                    <a:pt x="18860" y="1228"/>
                  </a:lnTo>
                  <a:lnTo>
                    <a:pt x="18287" y="696"/>
                  </a:lnTo>
                  <a:lnTo>
                    <a:pt x="17673" y="287"/>
                  </a:lnTo>
                  <a:lnTo>
                    <a:pt x="17346" y="123"/>
                  </a:lnTo>
                  <a:lnTo>
                    <a:pt x="17019"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4">
          <a:extLst>
            <a:ext uri="{FF2B5EF4-FFF2-40B4-BE49-F238E27FC236}">
              <a16:creationId xmlns:a16="http://schemas.microsoft.com/office/drawing/2014/main" id="{E9DF2AE1-EDDA-A024-9A66-D05E5966F09D}"/>
            </a:ext>
          </a:extLst>
        </p:cNvPr>
        <p:cNvGrpSpPr/>
        <p:nvPr/>
      </p:nvGrpSpPr>
      <p:grpSpPr>
        <a:xfrm>
          <a:off x="0" y="0"/>
          <a:ext cx="0" cy="0"/>
          <a:chOff x="0" y="0"/>
          <a:chExt cx="0" cy="0"/>
        </a:xfrm>
      </p:grpSpPr>
      <p:sp>
        <p:nvSpPr>
          <p:cNvPr id="846" name="Google Shape;846;p22">
            <a:extLst>
              <a:ext uri="{FF2B5EF4-FFF2-40B4-BE49-F238E27FC236}">
                <a16:creationId xmlns:a16="http://schemas.microsoft.com/office/drawing/2014/main" id="{E52786D6-82A6-5694-29C7-BBD6928CCF7C}"/>
              </a:ext>
            </a:extLst>
          </p:cNvPr>
          <p:cNvSpPr txBox="1">
            <a:spLocks noGrp="1"/>
          </p:cNvSpPr>
          <p:nvPr>
            <p:ph type="title"/>
          </p:nvPr>
        </p:nvSpPr>
        <p:spPr>
          <a:xfrm>
            <a:off x="457200" y="209963"/>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Data Structure &amp; Exploration</a:t>
            </a:r>
          </a:p>
        </p:txBody>
      </p:sp>
      <p:sp>
        <p:nvSpPr>
          <p:cNvPr id="849" name="Google Shape;849;p22">
            <a:extLst>
              <a:ext uri="{FF2B5EF4-FFF2-40B4-BE49-F238E27FC236}">
                <a16:creationId xmlns:a16="http://schemas.microsoft.com/office/drawing/2014/main" id="{BA2EA462-A646-41E7-2D1E-02108F783C4E}"/>
              </a:ext>
            </a:extLst>
          </p:cNvPr>
          <p:cNvSpPr txBox="1"/>
          <p:nvPr/>
        </p:nvSpPr>
        <p:spPr>
          <a:xfrm>
            <a:off x="186076" y="1019408"/>
            <a:ext cx="8724040" cy="343500"/>
          </a:xfrm>
          <a:prstGeom prst="rect">
            <a:avLst/>
          </a:prstGeom>
          <a:noFill/>
          <a:ln>
            <a:noFill/>
          </a:ln>
        </p:spPr>
        <p:txBody>
          <a:bodyPr spcFirstLastPara="1" wrap="square" lIns="91425" tIns="91425" rIns="91425" bIns="91425" anchor="ctr" anchorCtr="0">
            <a:noAutofit/>
          </a:bodyPr>
          <a:lstStyle/>
          <a:p>
            <a:pPr algn="l" rtl="0">
              <a:lnSpc>
                <a:spcPct val="107000"/>
              </a:lnSpc>
              <a:spcAft>
                <a:spcPts val="800"/>
              </a:spcAft>
            </a:pPr>
            <a:r>
              <a:rPr lang="en-US" kern="100" dirty="0">
                <a:effectLst/>
                <a:latin typeface="Roboto" panose="02000000000000000000" pitchFamily="2" charset="0"/>
                <a:ea typeface="Roboto" panose="02000000000000000000" pitchFamily="2" charset="0"/>
                <a:cs typeface="Roboto" panose="02000000000000000000" pitchFamily="2" charset="0"/>
              </a:rPr>
              <a:t>This dataset provides a </a:t>
            </a:r>
            <a:r>
              <a:rPr lang="en-US" b="1" kern="100" dirty="0">
                <a:effectLst/>
                <a:latin typeface="Roboto" panose="02000000000000000000" pitchFamily="2" charset="0"/>
                <a:ea typeface="Roboto" panose="02000000000000000000" pitchFamily="2" charset="0"/>
                <a:cs typeface="Roboto" panose="02000000000000000000" pitchFamily="2" charset="0"/>
              </a:rPr>
              <a:t>rich combination of temporal, geospatial, and categorical data</a:t>
            </a:r>
            <a:r>
              <a:rPr lang="en-US" kern="100" dirty="0">
                <a:effectLst/>
                <a:latin typeface="Roboto" panose="02000000000000000000" pitchFamily="2" charset="0"/>
                <a:ea typeface="Roboto" panose="02000000000000000000" pitchFamily="2" charset="0"/>
                <a:cs typeface="Roboto" panose="02000000000000000000" pitchFamily="2" charset="0"/>
              </a:rPr>
              <a:t>, making it highly valuable for </a:t>
            </a:r>
            <a:r>
              <a:rPr lang="en-US" b="1" kern="100" dirty="0">
                <a:effectLst/>
                <a:latin typeface="Roboto" panose="02000000000000000000" pitchFamily="2" charset="0"/>
                <a:ea typeface="Roboto" panose="02000000000000000000" pitchFamily="2" charset="0"/>
                <a:cs typeface="Roboto" panose="02000000000000000000" pitchFamily="2" charset="0"/>
              </a:rPr>
              <a:t>predictive analysis, pricing strategies, and ride demand forecasting.</a:t>
            </a:r>
            <a:endParaRPr lang="en-US" kern="100" dirty="0">
              <a:effectLst/>
              <a:latin typeface="Roboto" panose="02000000000000000000" pitchFamily="2" charset="0"/>
              <a:ea typeface="Roboto" panose="02000000000000000000" pitchFamily="2" charset="0"/>
              <a:cs typeface="Roboto" panose="02000000000000000000" pitchFamily="2" charset="0"/>
            </a:endParaRPr>
          </a:p>
        </p:txBody>
      </p:sp>
      <p:graphicFrame>
        <p:nvGraphicFramePr>
          <p:cNvPr id="2" name="Table 1">
            <a:extLst>
              <a:ext uri="{FF2B5EF4-FFF2-40B4-BE49-F238E27FC236}">
                <a16:creationId xmlns:a16="http://schemas.microsoft.com/office/drawing/2014/main" id="{224095C8-A6BC-0F2C-49F5-23E2BCBAFA24}"/>
              </a:ext>
            </a:extLst>
          </p:cNvPr>
          <p:cNvGraphicFramePr>
            <a:graphicFrameLocks noGrp="1"/>
          </p:cNvGraphicFramePr>
          <p:nvPr>
            <p:extLst>
              <p:ext uri="{D42A27DB-BD31-4B8C-83A1-F6EECF244321}">
                <p14:modId xmlns:p14="http://schemas.microsoft.com/office/powerpoint/2010/main" val="2419069776"/>
              </p:ext>
            </p:extLst>
          </p:nvPr>
        </p:nvGraphicFramePr>
        <p:xfrm>
          <a:off x="275901" y="1550013"/>
          <a:ext cx="7811051" cy="2773176"/>
        </p:xfrm>
        <a:graphic>
          <a:graphicData uri="http://schemas.openxmlformats.org/drawingml/2006/table">
            <a:tbl>
              <a:tblPr firstRow="1" bandRow="1">
                <a:tableStyleId>{5C22544A-7EE6-4342-B048-85BDC9FD1C3A}</a:tableStyleId>
              </a:tblPr>
              <a:tblGrid>
                <a:gridCol w="1455696">
                  <a:extLst>
                    <a:ext uri="{9D8B030D-6E8A-4147-A177-3AD203B41FA5}">
                      <a16:colId xmlns:a16="http://schemas.microsoft.com/office/drawing/2014/main" val="20000"/>
                    </a:ext>
                  </a:extLst>
                </a:gridCol>
                <a:gridCol w="1562210">
                  <a:extLst>
                    <a:ext uri="{9D8B030D-6E8A-4147-A177-3AD203B41FA5}">
                      <a16:colId xmlns:a16="http://schemas.microsoft.com/office/drawing/2014/main" val="20001"/>
                    </a:ext>
                  </a:extLst>
                </a:gridCol>
                <a:gridCol w="852115">
                  <a:extLst>
                    <a:ext uri="{9D8B030D-6E8A-4147-A177-3AD203B41FA5}">
                      <a16:colId xmlns:a16="http://schemas.microsoft.com/office/drawing/2014/main" val="20002"/>
                    </a:ext>
                  </a:extLst>
                </a:gridCol>
                <a:gridCol w="3941030">
                  <a:extLst>
                    <a:ext uri="{9D8B030D-6E8A-4147-A177-3AD203B41FA5}">
                      <a16:colId xmlns:a16="http://schemas.microsoft.com/office/drawing/2014/main" val="20003"/>
                    </a:ext>
                  </a:extLst>
                </a:gridCol>
              </a:tblGrid>
              <a:tr h="396168">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Column Name</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Non-Null Count</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Dtype</a:t>
                      </a:r>
                      <a:endPar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Description</a:t>
                      </a:r>
                    </a:p>
                  </a:txBody>
                  <a:tcPr anchor="ctr">
                    <a:solidFill>
                      <a:srgbClr val="434343"/>
                    </a:solidFill>
                  </a:tcPr>
                </a:tc>
                <a:extLst>
                  <a:ext uri="{0D108BD9-81ED-4DB2-BD59-A6C34878D82A}">
                    <a16:rowId xmlns:a16="http://schemas.microsoft.com/office/drawing/2014/main" val="10000"/>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User ID</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Unique identifier for each user</a:t>
                      </a:r>
                    </a:p>
                  </a:txBody>
                  <a:tcPr anchor="ctr">
                    <a:solidFill>
                      <a:srgbClr val="D9D9D9"/>
                    </a:solidFill>
                  </a:tcPr>
                </a:tc>
                <a:extLst>
                  <a:ext uri="{0D108BD9-81ED-4DB2-BD59-A6C34878D82A}">
                    <a16:rowId xmlns:a16="http://schemas.microsoft.com/office/drawing/2014/main" val="10001"/>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User Name</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Name of the user</a:t>
                      </a:r>
                    </a:p>
                  </a:txBody>
                  <a:tcPr anchor="ctr">
                    <a:solidFill>
                      <a:srgbClr val="D9D9D9"/>
                    </a:solidFill>
                  </a:tcPr>
                </a:tc>
                <a:extLst>
                  <a:ext uri="{0D108BD9-81ED-4DB2-BD59-A6C34878D82A}">
                    <a16:rowId xmlns:a16="http://schemas.microsoft.com/office/drawing/2014/main" val="10002"/>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Driver Name</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Name of the taxi driver</a:t>
                      </a:r>
                    </a:p>
                  </a:txBody>
                  <a:tcPr anchor="ctr">
                    <a:solidFill>
                      <a:srgbClr val="D9D9D9"/>
                    </a:solidFill>
                  </a:tcPr>
                </a:tc>
                <a:extLst>
                  <a:ext uri="{0D108BD9-81ED-4DB2-BD59-A6C34878D82A}">
                    <a16:rowId xmlns:a16="http://schemas.microsoft.com/office/drawing/2014/main" val="10003"/>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Car Condition</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Condition of the taxi car</a:t>
                      </a:r>
                    </a:p>
                  </a:txBody>
                  <a:tcPr anchor="ctr">
                    <a:solidFill>
                      <a:srgbClr val="D9D9D9"/>
                    </a:solidFill>
                  </a:tcPr>
                </a:tc>
                <a:extLst>
                  <a:ext uri="{0D108BD9-81ED-4DB2-BD59-A6C34878D82A}">
                    <a16:rowId xmlns:a16="http://schemas.microsoft.com/office/drawing/2014/main" val="10004"/>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Weather</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Weather conditions during the trip</a:t>
                      </a:r>
                    </a:p>
                  </a:txBody>
                  <a:tcPr anchor="ctr">
                    <a:solidFill>
                      <a:srgbClr val="D9D9D9"/>
                    </a:solidFill>
                  </a:tcPr>
                </a:tc>
                <a:extLst>
                  <a:ext uri="{0D108BD9-81ED-4DB2-BD59-A6C34878D82A}">
                    <a16:rowId xmlns:a16="http://schemas.microsoft.com/office/drawing/2014/main" val="10005"/>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Traffic Condition</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Traffic conditions during the trip</a:t>
                      </a:r>
                    </a:p>
                  </a:txBody>
                  <a:tcPr anchor="ctr">
                    <a:solidFill>
                      <a:srgbClr val="D9D9D9"/>
                    </a:solidFill>
                  </a:tcPr>
                </a:tc>
                <a:extLst>
                  <a:ext uri="{0D108BD9-81ED-4DB2-BD59-A6C34878D82A}">
                    <a16:rowId xmlns:a16="http://schemas.microsoft.com/office/drawing/2014/main" val="10006"/>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a:solidFill>
                            <a:schemeClr val="bg1"/>
                          </a:solidFill>
                          <a:latin typeface="Roboto"/>
                          <a:ea typeface="Roboto"/>
                          <a:cs typeface="Roboto"/>
                          <a:sym typeface="Arial"/>
                        </a:rPr>
                        <a:t>key</a:t>
                      </a: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object</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Unique identifier for each trip</a:t>
                      </a:r>
                    </a:p>
                  </a:txBody>
                  <a:tcPr anchor="ctr">
                    <a:solidFill>
                      <a:srgbClr val="D9D9D9"/>
                    </a:solidFill>
                  </a:tcPr>
                </a:tc>
                <a:extLst>
                  <a:ext uri="{0D108BD9-81ED-4DB2-BD59-A6C34878D82A}">
                    <a16:rowId xmlns:a16="http://schemas.microsoft.com/office/drawing/2014/main" val="10007"/>
                  </a:ext>
                </a:extLst>
              </a:tr>
              <a:tr h="297126">
                <a:tc>
                  <a:txBody>
                    <a:bodyPr/>
                    <a:lstStyle/>
                    <a:p>
                      <a:pPr marL="0" marR="0" lvl="0" indent="0" algn="ctr" rtl="0">
                        <a:lnSpc>
                          <a:spcPct val="100000"/>
                        </a:lnSpc>
                        <a:spcBef>
                          <a:spcPts val="0"/>
                        </a:spcBef>
                        <a:spcAft>
                          <a:spcPts val="0"/>
                        </a:spcAft>
                        <a:buClr>
                          <a:srgbClr val="000000"/>
                        </a:buClr>
                        <a:buFont typeface="Arial"/>
                        <a:buNone/>
                      </a:pPr>
                      <a:r>
                        <a:rPr sz="1200" b="1" i="0" u="none" strike="noStrike" cap="none" dirty="0" err="1">
                          <a:solidFill>
                            <a:schemeClr val="bg1"/>
                          </a:solidFill>
                          <a:latin typeface="Roboto"/>
                          <a:ea typeface="Roboto"/>
                          <a:cs typeface="Roboto"/>
                          <a:sym typeface="Arial"/>
                        </a:rPr>
                        <a:t>fare_amount</a:t>
                      </a:r>
                      <a:endParaRPr sz="1200" b="1" i="0" u="none" strike="noStrike" cap="none" dirty="0">
                        <a:solidFill>
                          <a:schemeClr val="bg1"/>
                        </a:solidFill>
                        <a:latin typeface="Roboto"/>
                        <a:ea typeface="Roboto"/>
                        <a:cs typeface="Roboto"/>
                        <a:sym typeface="Arial"/>
                      </a:endParaRPr>
                    </a:p>
                  </a:txBody>
                  <a:tcPr anchor="ctr">
                    <a:solidFill>
                      <a:schemeClr val="accent1"/>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float64</a:t>
                      </a:r>
                    </a:p>
                  </a:txBody>
                  <a:tcPr anchor="ctr">
                    <a:solidFill>
                      <a:srgbClr val="D9D9D9"/>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The fare amount charged for the trip</a:t>
                      </a:r>
                    </a:p>
                  </a:txBody>
                  <a:tcPr anchor="ctr">
                    <a:solidFill>
                      <a:srgbClr val="D9D9D9"/>
                    </a:solidFill>
                  </a:tcPr>
                </a:tc>
                <a:extLst>
                  <a:ext uri="{0D108BD9-81ED-4DB2-BD59-A6C34878D82A}">
                    <a16:rowId xmlns:a16="http://schemas.microsoft.com/office/drawing/2014/main" val="10008"/>
                  </a:ext>
                </a:extLst>
              </a:tr>
            </a:tbl>
          </a:graphicData>
        </a:graphic>
      </p:graphicFrame>
      <p:grpSp>
        <p:nvGrpSpPr>
          <p:cNvPr id="869" name="Google Shape;869;p22">
            <a:extLst>
              <a:ext uri="{FF2B5EF4-FFF2-40B4-BE49-F238E27FC236}">
                <a16:creationId xmlns:a16="http://schemas.microsoft.com/office/drawing/2014/main" id="{A7BC7F99-B22D-FCBC-58CA-094422A9289C}"/>
              </a:ext>
            </a:extLst>
          </p:cNvPr>
          <p:cNvGrpSpPr/>
          <p:nvPr/>
        </p:nvGrpSpPr>
        <p:grpSpPr>
          <a:xfrm>
            <a:off x="7426052" y="3728214"/>
            <a:ext cx="1565564" cy="1300679"/>
            <a:chOff x="5610544" y="2868800"/>
            <a:chExt cx="2215799" cy="1863014"/>
          </a:xfrm>
        </p:grpSpPr>
        <p:sp>
          <p:nvSpPr>
            <p:cNvPr id="870" name="Google Shape;870;p22">
              <a:extLst>
                <a:ext uri="{FF2B5EF4-FFF2-40B4-BE49-F238E27FC236}">
                  <a16:creationId xmlns:a16="http://schemas.microsoft.com/office/drawing/2014/main" id="{0C738279-D0B6-6EDC-F56A-3ED0A1271E74}"/>
                </a:ext>
              </a:extLst>
            </p:cNvPr>
            <p:cNvSpPr/>
            <p:nvPr/>
          </p:nvSpPr>
          <p:spPr>
            <a:xfrm>
              <a:off x="6516100" y="2868800"/>
              <a:ext cx="404700" cy="205500"/>
            </a:xfrm>
            <a:prstGeom prst="round2SameRect">
              <a:avLst>
                <a:gd name="adj1" fmla="val 47457"/>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2">
              <a:extLst>
                <a:ext uri="{FF2B5EF4-FFF2-40B4-BE49-F238E27FC236}">
                  <a16:creationId xmlns:a16="http://schemas.microsoft.com/office/drawing/2014/main" id="{74473497-2BB3-847B-0AF6-CCBEDE2CFAD0}"/>
                </a:ext>
              </a:extLst>
            </p:cNvPr>
            <p:cNvSpPr/>
            <p:nvPr/>
          </p:nvSpPr>
          <p:spPr>
            <a:xfrm>
              <a:off x="5610544" y="4460084"/>
              <a:ext cx="2215799" cy="271730"/>
            </a:xfrm>
            <a:custGeom>
              <a:avLst/>
              <a:gdLst/>
              <a:ahLst/>
              <a:cxnLst/>
              <a:rect l="l" t="t" r="r" b="b"/>
              <a:pathLst>
                <a:path w="247299" h="30327" extrusionOk="0">
                  <a:moveTo>
                    <a:pt x="117259" y="0"/>
                  </a:moveTo>
                  <a:lnTo>
                    <a:pt x="110987" y="40"/>
                  </a:lnTo>
                  <a:lnTo>
                    <a:pt x="104794" y="159"/>
                  </a:lnTo>
                  <a:lnTo>
                    <a:pt x="98721" y="278"/>
                  </a:lnTo>
                  <a:lnTo>
                    <a:pt x="92727" y="476"/>
                  </a:lnTo>
                  <a:lnTo>
                    <a:pt x="86852" y="675"/>
                  </a:lnTo>
                  <a:lnTo>
                    <a:pt x="81136" y="913"/>
                  </a:lnTo>
                  <a:lnTo>
                    <a:pt x="75500" y="1191"/>
                  </a:lnTo>
                  <a:lnTo>
                    <a:pt x="70022" y="1469"/>
                  </a:lnTo>
                  <a:lnTo>
                    <a:pt x="64703" y="1826"/>
                  </a:lnTo>
                  <a:lnTo>
                    <a:pt x="59503" y="2183"/>
                  </a:lnTo>
                  <a:lnTo>
                    <a:pt x="54501" y="2580"/>
                  </a:lnTo>
                  <a:lnTo>
                    <a:pt x="49658" y="2977"/>
                  </a:lnTo>
                  <a:lnTo>
                    <a:pt x="44974" y="3453"/>
                  </a:lnTo>
                  <a:lnTo>
                    <a:pt x="40489" y="3930"/>
                  </a:lnTo>
                  <a:lnTo>
                    <a:pt x="36202" y="4446"/>
                  </a:lnTo>
                  <a:lnTo>
                    <a:pt x="32113" y="4962"/>
                  </a:lnTo>
                  <a:lnTo>
                    <a:pt x="28223" y="5518"/>
                  </a:lnTo>
                  <a:lnTo>
                    <a:pt x="24531" y="6073"/>
                  </a:lnTo>
                  <a:lnTo>
                    <a:pt x="21118" y="6669"/>
                  </a:lnTo>
                  <a:lnTo>
                    <a:pt x="17902" y="7304"/>
                  </a:lnTo>
                  <a:lnTo>
                    <a:pt x="14925" y="7939"/>
                  </a:lnTo>
                  <a:lnTo>
                    <a:pt x="12186" y="8574"/>
                  </a:lnTo>
                  <a:lnTo>
                    <a:pt x="9686" y="9249"/>
                  </a:lnTo>
                  <a:lnTo>
                    <a:pt x="7502" y="9924"/>
                  </a:lnTo>
                  <a:lnTo>
                    <a:pt x="6470" y="10281"/>
                  </a:lnTo>
                  <a:lnTo>
                    <a:pt x="5557" y="10638"/>
                  </a:lnTo>
                  <a:lnTo>
                    <a:pt x="4684" y="10996"/>
                  </a:lnTo>
                  <a:lnTo>
                    <a:pt x="3890" y="11353"/>
                  </a:lnTo>
                  <a:lnTo>
                    <a:pt x="3136" y="11750"/>
                  </a:lnTo>
                  <a:lnTo>
                    <a:pt x="2501" y="12107"/>
                  </a:lnTo>
                  <a:lnTo>
                    <a:pt x="1905" y="12464"/>
                  </a:lnTo>
                  <a:lnTo>
                    <a:pt x="1389" y="12861"/>
                  </a:lnTo>
                  <a:lnTo>
                    <a:pt x="992" y="13218"/>
                  </a:lnTo>
                  <a:lnTo>
                    <a:pt x="635" y="13615"/>
                  </a:lnTo>
                  <a:lnTo>
                    <a:pt x="357" y="13973"/>
                  </a:lnTo>
                  <a:lnTo>
                    <a:pt x="159" y="14370"/>
                  </a:lnTo>
                  <a:lnTo>
                    <a:pt x="40" y="14767"/>
                  </a:lnTo>
                  <a:lnTo>
                    <a:pt x="0" y="15164"/>
                  </a:lnTo>
                  <a:lnTo>
                    <a:pt x="40" y="15560"/>
                  </a:lnTo>
                  <a:lnTo>
                    <a:pt x="159" y="15957"/>
                  </a:lnTo>
                  <a:lnTo>
                    <a:pt x="357" y="16315"/>
                  </a:lnTo>
                  <a:lnTo>
                    <a:pt x="635" y="16712"/>
                  </a:lnTo>
                  <a:lnTo>
                    <a:pt x="992" y="17109"/>
                  </a:lnTo>
                  <a:lnTo>
                    <a:pt x="1389" y="17466"/>
                  </a:lnTo>
                  <a:lnTo>
                    <a:pt x="1905" y="17863"/>
                  </a:lnTo>
                  <a:lnTo>
                    <a:pt x="2501" y="18220"/>
                  </a:lnTo>
                  <a:lnTo>
                    <a:pt x="3136" y="18577"/>
                  </a:lnTo>
                  <a:lnTo>
                    <a:pt x="3890" y="18935"/>
                  </a:lnTo>
                  <a:lnTo>
                    <a:pt x="4684" y="19331"/>
                  </a:lnTo>
                  <a:lnTo>
                    <a:pt x="5557" y="19689"/>
                  </a:lnTo>
                  <a:lnTo>
                    <a:pt x="6470" y="20006"/>
                  </a:lnTo>
                  <a:lnTo>
                    <a:pt x="7502" y="20364"/>
                  </a:lnTo>
                  <a:lnTo>
                    <a:pt x="9686" y="21078"/>
                  </a:lnTo>
                  <a:lnTo>
                    <a:pt x="12186" y="21753"/>
                  </a:lnTo>
                  <a:lnTo>
                    <a:pt x="14925" y="22388"/>
                  </a:lnTo>
                  <a:lnTo>
                    <a:pt x="17902" y="23023"/>
                  </a:lnTo>
                  <a:lnTo>
                    <a:pt x="21118" y="23658"/>
                  </a:lnTo>
                  <a:lnTo>
                    <a:pt x="24531" y="24254"/>
                  </a:lnTo>
                  <a:lnTo>
                    <a:pt x="28223" y="24809"/>
                  </a:lnTo>
                  <a:lnTo>
                    <a:pt x="32113" y="25365"/>
                  </a:lnTo>
                  <a:lnTo>
                    <a:pt x="36202" y="25881"/>
                  </a:lnTo>
                  <a:lnTo>
                    <a:pt x="40489" y="26397"/>
                  </a:lnTo>
                  <a:lnTo>
                    <a:pt x="44974" y="26874"/>
                  </a:lnTo>
                  <a:lnTo>
                    <a:pt x="49658" y="27310"/>
                  </a:lnTo>
                  <a:lnTo>
                    <a:pt x="54501" y="27747"/>
                  </a:lnTo>
                  <a:lnTo>
                    <a:pt x="59503" y="28144"/>
                  </a:lnTo>
                  <a:lnTo>
                    <a:pt x="64703" y="28501"/>
                  </a:lnTo>
                  <a:lnTo>
                    <a:pt x="70022" y="28858"/>
                  </a:lnTo>
                  <a:lnTo>
                    <a:pt x="75500" y="29136"/>
                  </a:lnTo>
                  <a:lnTo>
                    <a:pt x="81136" y="29414"/>
                  </a:lnTo>
                  <a:lnTo>
                    <a:pt x="86852" y="29652"/>
                  </a:lnTo>
                  <a:lnTo>
                    <a:pt x="92727" y="29851"/>
                  </a:lnTo>
                  <a:lnTo>
                    <a:pt x="98721" y="30009"/>
                  </a:lnTo>
                  <a:lnTo>
                    <a:pt x="104794" y="30168"/>
                  </a:lnTo>
                  <a:lnTo>
                    <a:pt x="110987" y="30248"/>
                  </a:lnTo>
                  <a:lnTo>
                    <a:pt x="117259" y="30327"/>
                  </a:lnTo>
                  <a:lnTo>
                    <a:pt x="130001" y="30327"/>
                  </a:lnTo>
                  <a:lnTo>
                    <a:pt x="136272" y="30248"/>
                  </a:lnTo>
                  <a:lnTo>
                    <a:pt x="142465" y="30168"/>
                  </a:lnTo>
                  <a:lnTo>
                    <a:pt x="148578" y="30009"/>
                  </a:lnTo>
                  <a:lnTo>
                    <a:pt x="154532" y="29851"/>
                  </a:lnTo>
                  <a:lnTo>
                    <a:pt x="160407" y="29652"/>
                  </a:lnTo>
                  <a:lnTo>
                    <a:pt x="166163" y="29414"/>
                  </a:lnTo>
                  <a:lnTo>
                    <a:pt x="171760" y="29136"/>
                  </a:lnTo>
                  <a:lnTo>
                    <a:pt x="177238" y="28858"/>
                  </a:lnTo>
                  <a:lnTo>
                    <a:pt x="182596" y="28501"/>
                  </a:lnTo>
                  <a:lnTo>
                    <a:pt x="187757" y="28144"/>
                  </a:lnTo>
                  <a:lnTo>
                    <a:pt x="192758" y="27747"/>
                  </a:lnTo>
                  <a:lnTo>
                    <a:pt x="197641" y="27310"/>
                  </a:lnTo>
                  <a:lnTo>
                    <a:pt x="202285" y="26874"/>
                  </a:lnTo>
                  <a:lnTo>
                    <a:pt x="206771" y="26397"/>
                  </a:lnTo>
                  <a:lnTo>
                    <a:pt x="211058" y="25881"/>
                  </a:lnTo>
                  <a:lnTo>
                    <a:pt x="215186" y="25365"/>
                  </a:lnTo>
                  <a:lnTo>
                    <a:pt x="219076" y="24809"/>
                  </a:lnTo>
                  <a:lnTo>
                    <a:pt x="222728" y="24254"/>
                  </a:lnTo>
                  <a:lnTo>
                    <a:pt x="226181" y="23658"/>
                  </a:lnTo>
                  <a:lnTo>
                    <a:pt x="229397" y="23023"/>
                  </a:lnTo>
                  <a:lnTo>
                    <a:pt x="232374" y="22388"/>
                  </a:lnTo>
                  <a:lnTo>
                    <a:pt x="235113" y="21753"/>
                  </a:lnTo>
                  <a:lnTo>
                    <a:pt x="237574" y="21078"/>
                  </a:lnTo>
                  <a:lnTo>
                    <a:pt x="239797" y="20364"/>
                  </a:lnTo>
                  <a:lnTo>
                    <a:pt x="240789" y="20006"/>
                  </a:lnTo>
                  <a:lnTo>
                    <a:pt x="241742" y="19689"/>
                  </a:lnTo>
                  <a:lnTo>
                    <a:pt x="242615" y="19331"/>
                  </a:lnTo>
                  <a:lnTo>
                    <a:pt x="243409" y="18935"/>
                  </a:lnTo>
                  <a:lnTo>
                    <a:pt x="244123" y="18577"/>
                  </a:lnTo>
                  <a:lnTo>
                    <a:pt x="244798" y="18220"/>
                  </a:lnTo>
                  <a:lnTo>
                    <a:pt x="245354" y="17863"/>
                  </a:lnTo>
                  <a:lnTo>
                    <a:pt x="245870" y="17466"/>
                  </a:lnTo>
                  <a:lnTo>
                    <a:pt x="246307" y="17109"/>
                  </a:lnTo>
                  <a:lnTo>
                    <a:pt x="246664" y="16712"/>
                  </a:lnTo>
                  <a:lnTo>
                    <a:pt x="246942" y="16315"/>
                  </a:lnTo>
                  <a:lnTo>
                    <a:pt x="247140" y="15957"/>
                  </a:lnTo>
                  <a:lnTo>
                    <a:pt x="247259" y="15560"/>
                  </a:lnTo>
                  <a:lnTo>
                    <a:pt x="247299" y="15164"/>
                  </a:lnTo>
                  <a:lnTo>
                    <a:pt x="247259" y="14767"/>
                  </a:lnTo>
                  <a:lnTo>
                    <a:pt x="247140" y="14370"/>
                  </a:lnTo>
                  <a:lnTo>
                    <a:pt x="246942" y="13973"/>
                  </a:lnTo>
                  <a:lnTo>
                    <a:pt x="246664" y="13615"/>
                  </a:lnTo>
                  <a:lnTo>
                    <a:pt x="246307" y="13218"/>
                  </a:lnTo>
                  <a:lnTo>
                    <a:pt x="245870" y="12861"/>
                  </a:lnTo>
                  <a:lnTo>
                    <a:pt x="245354" y="12464"/>
                  </a:lnTo>
                  <a:lnTo>
                    <a:pt x="244798" y="12107"/>
                  </a:lnTo>
                  <a:lnTo>
                    <a:pt x="244123" y="11750"/>
                  </a:lnTo>
                  <a:lnTo>
                    <a:pt x="243409" y="11353"/>
                  </a:lnTo>
                  <a:lnTo>
                    <a:pt x="242615" y="10996"/>
                  </a:lnTo>
                  <a:lnTo>
                    <a:pt x="241742" y="10638"/>
                  </a:lnTo>
                  <a:lnTo>
                    <a:pt x="240789" y="10281"/>
                  </a:lnTo>
                  <a:lnTo>
                    <a:pt x="239797" y="9924"/>
                  </a:lnTo>
                  <a:lnTo>
                    <a:pt x="237574" y="9249"/>
                  </a:lnTo>
                  <a:lnTo>
                    <a:pt x="235113" y="8574"/>
                  </a:lnTo>
                  <a:lnTo>
                    <a:pt x="232374" y="7939"/>
                  </a:lnTo>
                  <a:lnTo>
                    <a:pt x="229397" y="7304"/>
                  </a:lnTo>
                  <a:lnTo>
                    <a:pt x="226181" y="6669"/>
                  </a:lnTo>
                  <a:lnTo>
                    <a:pt x="222728" y="6073"/>
                  </a:lnTo>
                  <a:lnTo>
                    <a:pt x="219076" y="5518"/>
                  </a:lnTo>
                  <a:lnTo>
                    <a:pt x="215186" y="4962"/>
                  </a:lnTo>
                  <a:lnTo>
                    <a:pt x="211058" y="4446"/>
                  </a:lnTo>
                  <a:lnTo>
                    <a:pt x="206771" y="3930"/>
                  </a:lnTo>
                  <a:lnTo>
                    <a:pt x="202285" y="3453"/>
                  </a:lnTo>
                  <a:lnTo>
                    <a:pt x="197641" y="2977"/>
                  </a:lnTo>
                  <a:lnTo>
                    <a:pt x="192758" y="2580"/>
                  </a:lnTo>
                  <a:lnTo>
                    <a:pt x="187757" y="2183"/>
                  </a:lnTo>
                  <a:lnTo>
                    <a:pt x="182596" y="1826"/>
                  </a:lnTo>
                  <a:lnTo>
                    <a:pt x="177238" y="1469"/>
                  </a:lnTo>
                  <a:lnTo>
                    <a:pt x="171760" y="1191"/>
                  </a:lnTo>
                  <a:lnTo>
                    <a:pt x="166163" y="913"/>
                  </a:lnTo>
                  <a:lnTo>
                    <a:pt x="160407" y="675"/>
                  </a:lnTo>
                  <a:lnTo>
                    <a:pt x="154532" y="476"/>
                  </a:lnTo>
                  <a:lnTo>
                    <a:pt x="148578" y="278"/>
                  </a:lnTo>
                  <a:lnTo>
                    <a:pt x="142465" y="159"/>
                  </a:lnTo>
                  <a:lnTo>
                    <a:pt x="136272" y="40"/>
                  </a:lnTo>
                  <a:lnTo>
                    <a:pt x="130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2">
              <a:extLst>
                <a:ext uri="{FF2B5EF4-FFF2-40B4-BE49-F238E27FC236}">
                  <a16:creationId xmlns:a16="http://schemas.microsoft.com/office/drawing/2014/main" id="{A368A967-3530-DFCD-AF1B-523FE097E1D0}"/>
                </a:ext>
              </a:extLst>
            </p:cNvPr>
            <p:cNvSpPr/>
            <p:nvPr/>
          </p:nvSpPr>
          <p:spPr>
            <a:xfrm>
              <a:off x="5610544" y="4460084"/>
              <a:ext cx="2215799" cy="271730"/>
            </a:xfrm>
            <a:custGeom>
              <a:avLst/>
              <a:gdLst/>
              <a:ahLst/>
              <a:cxnLst/>
              <a:rect l="l" t="t" r="r" b="b"/>
              <a:pathLst>
                <a:path w="247299" h="30327" fill="none" extrusionOk="0">
                  <a:moveTo>
                    <a:pt x="123650" y="0"/>
                  </a:moveTo>
                  <a:lnTo>
                    <a:pt x="123650" y="0"/>
                  </a:lnTo>
                  <a:lnTo>
                    <a:pt x="117259" y="0"/>
                  </a:lnTo>
                  <a:lnTo>
                    <a:pt x="110987" y="40"/>
                  </a:lnTo>
                  <a:lnTo>
                    <a:pt x="104794" y="159"/>
                  </a:lnTo>
                  <a:lnTo>
                    <a:pt x="98721" y="278"/>
                  </a:lnTo>
                  <a:lnTo>
                    <a:pt x="92727" y="476"/>
                  </a:lnTo>
                  <a:lnTo>
                    <a:pt x="86852" y="675"/>
                  </a:lnTo>
                  <a:lnTo>
                    <a:pt x="81136" y="913"/>
                  </a:lnTo>
                  <a:lnTo>
                    <a:pt x="75500" y="1191"/>
                  </a:lnTo>
                  <a:lnTo>
                    <a:pt x="70022" y="1469"/>
                  </a:lnTo>
                  <a:lnTo>
                    <a:pt x="64703" y="1826"/>
                  </a:lnTo>
                  <a:lnTo>
                    <a:pt x="59503" y="2183"/>
                  </a:lnTo>
                  <a:lnTo>
                    <a:pt x="54501" y="2580"/>
                  </a:lnTo>
                  <a:lnTo>
                    <a:pt x="49658" y="2977"/>
                  </a:lnTo>
                  <a:lnTo>
                    <a:pt x="44974" y="3453"/>
                  </a:lnTo>
                  <a:lnTo>
                    <a:pt x="40489" y="3930"/>
                  </a:lnTo>
                  <a:lnTo>
                    <a:pt x="36202" y="4446"/>
                  </a:lnTo>
                  <a:lnTo>
                    <a:pt x="32113" y="4962"/>
                  </a:lnTo>
                  <a:lnTo>
                    <a:pt x="28223" y="5518"/>
                  </a:lnTo>
                  <a:lnTo>
                    <a:pt x="24531" y="6073"/>
                  </a:lnTo>
                  <a:lnTo>
                    <a:pt x="21118" y="6669"/>
                  </a:lnTo>
                  <a:lnTo>
                    <a:pt x="17902" y="7304"/>
                  </a:lnTo>
                  <a:lnTo>
                    <a:pt x="14925" y="7939"/>
                  </a:lnTo>
                  <a:lnTo>
                    <a:pt x="12186" y="8574"/>
                  </a:lnTo>
                  <a:lnTo>
                    <a:pt x="9686" y="9249"/>
                  </a:lnTo>
                  <a:lnTo>
                    <a:pt x="7502" y="9924"/>
                  </a:lnTo>
                  <a:lnTo>
                    <a:pt x="6470" y="10281"/>
                  </a:lnTo>
                  <a:lnTo>
                    <a:pt x="5557" y="10638"/>
                  </a:lnTo>
                  <a:lnTo>
                    <a:pt x="4684" y="10996"/>
                  </a:lnTo>
                  <a:lnTo>
                    <a:pt x="3890" y="11353"/>
                  </a:lnTo>
                  <a:lnTo>
                    <a:pt x="3136" y="11750"/>
                  </a:lnTo>
                  <a:lnTo>
                    <a:pt x="2501" y="12107"/>
                  </a:lnTo>
                  <a:lnTo>
                    <a:pt x="1905" y="12464"/>
                  </a:lnTo>
                  <a:lnTo>
                    <a:pt x="1389" y="12861"/>
                  </a:lnTo>
                  <a:lnTo>
                    <a:pt x="992" y="13218"/>
                  </a:lnTo>
                  <a:lnTo>
                    <a:pt x="635" y="13615"/>
                  </a:lnTo>
                  <a:lnTo>
                    <a:pt x="357" y="13973"/>
                  </a:lnTo>
                  <a:lnTo>
                    <a:pt x="159" y="14370"/>
                  </a:lnTo>
                  <a:lnTo>
                    <a:pt x="40" y="14767"/>
                  </a:lnTo>
                  <a:lnTo>
                    <a:pt x="0" y="15164"/>
                  </a:lnTo>
                  <a:lnTo>
                    <a:pt x="0" y="15164"/>
                  </a:lnTo>
                  <a:lnTo>
                    <a:pt x="40" y="15560"/>
                  </a:lnTo>
                  <a:lnTo>
                    <a:pt x="159" y="15957"/>
                  </a:lnTo>
                  <a:lnTo>
                    <a:pt x="357" y="16315"/>
                  </a:lnTo>
                  <a:lnTo>
                    <a:pt x="635" y="16712"/>
                  </a:lnTo>
                  <a:lnTo>
                    <a:pt x="992" y="17109"/>
                  </a:lnTo>
                  <a:lnTo>
                    <a:pt x="1389" y="17466"/>
                  </a:lnTo>
                  <a:lnTo>
                    <a:pt x="1905" y="17863"/>
                  </a:lnTo>
                  <a:lnTo>
                    <a:pt x="2501" y="18220"/>
                  </a:lnTo>
                  <a:lnTo>
                    <a:pt x="3136" y="18577"/>
                  </a:lnTo>
                  <a:lnTo>
                    <a:pt x="3890" y="18935"/>
                  </a:lnTo>
                  <a:lnTo>
                    <a:pt x="4684" y="19331"/>
                  </a:lnTo>
                  <a:lnTo>
                    <a:pt x="5557" y="19689"/>
                  </a:lnTo>
                  <a:lnTo>
                    <a:pt x="6470" y="20006"/>
                  </a:lnTo>
                  <a:lnTo>
                    <a:pt x="7502" y="20364"/>
                  </a:lnTo>
                  <a:lnTo>
                    <a:pt x="9686" y="21078"/>
                  </a:lnTo>
                  <a:lnTo>
                    <a:pt x="12186" y="21753"/>
                  </a:lnTo>
                  <a:lnTo>
                    <a:pt x="14925" y="22388"/>
                  </a:lnTo>
                  <a:lnTo>
                    <a:pt x="17902" y="23023"/>
                  </a:lnTo>
                  <a:lnTo>
                    <a:pt x="21118" y="23658"/>
                  </a:lnTo>
                  <a:lnTo>
                    <a:pt x="24531" y="24254"/>
                  </a:lnTo>
                  <a:lnTo>
                    <a:pt x="28223" y="24809"/>
                  </a:lnTo>
                  <a:lnTo>
                    <a:pt x="32113" y="25365"/>
                  </a:lnTo>
                  <a:lnTo>
                    <a:pt x="36202" y="25881"/>
                  </a:lnTo>
                  <a:lnTo>
                    <a:pt x="40489" y="26397"/>
                  </a:lnTo>
                  <a:lnTo>
                    <a:pt x="44974" y="26874"/>
                  </a:lnTo>
                  <a:lnTo>
                    <a:pt x="49658" y="27310"/>
                  </a:lnTo>
                  <a:lnTo>
                    <a:pt x="54501" y="27747"/>
                  </a:lnTo>
                  <a:lnTo>
                    <a:pt x="59503" y="28144"/>
                  </a:lnTo>
                  <a:lnTo>
                    <a:pt x="64703" y="28501"/>
                  </a:lnTo>
                  <a:lnTo>
                    <a:pt x="70022" y="28858"/>
                  </a:lnTo>
                  <a:lnTo>
                    <a:pt x="75500" y="29136"/>
                  </a:lnTo>
                  <a:lnTo>
                    <a:pt x="81136" y="29414"/>
                  </a:lnTo>
                  <a:lnTo>
                    <a:pt x="86852" y="29652"/>
                  </a:lnTo>
                  <a:lnTo>
                    <a:pt x="92727" y="29851"/>
                  </a:lnTo>
                  <a:lnTo>
                    <a:pt x="98721" y="30009"/>
                  </a:lnTo>
                  <a:lnTo>
                    <a:pt x="104794" y="30168"/>
                  </a:lnTo>
                  <a:lnTo>
                    <a:pt x="110987" y="30248"/>
                  </a:lnTo>
                  <a:lnTo>
                    <a:pt x="117259" y="30327"/>
                  </a:lnTo>
                  <a:lnTo>
                    <a:pt x="123650" y="30327"/>
                  </a:lnTo>
                  <a:lnTo>
                    <a:pt x="123650" y="30327"/>
                  </a:lnTo>
                  <a:lnTo>
                    <a:pt x="130001" y="30327"/>
                  </a:lnTo>
                  <a:lnTo>
                    <a:pt x="136272" y="30248"/>
                  </a:lnTo>
                  <a:lnTo>
                    <a:pt x="142465" y="30168"/>
                  </a:lnTo>
                  <a:lnTo>
                    <a:pt x="148578" y="30009"/>
                  </a:lnTo>
                  <a:lnTo>
                    <a:pt x="154532" y="29851"/>
                  </a:lnTo>
                  <a:lnTo>
                    <a:pt x="160407" y="29652"/>
                  </a:lnTo>
                  <a:lnTo>
                    <a:pt x="166163" y="29414"/>
                  </a:lnTo>
                  <a:lnTo>
                    <a:pt x="171760" y="29136"/>
                  </a:lnTo>
                  <a:lnTo>
                    <a:pt x="177238" y="28858"/>
                  </a:lnTo>
                  <a:lnTo>
                    <a:pt x="182596" y="28501"/>
                  </a:lnTo>
                  <a:lnTo>
                    <a:pt x="187757" y="28144"/>
                  </a:lnTo>
                  <a:lnTo>
                    <a:pt x="192758" y="27747"/>
                  </a:lnTo>
                  <a:lnTo>
                    <a:pt x="197641" y="27310"/>
                  </a:lnTo>
                  <a:lnTo>
                    <a:pt x="202285" y="26874"/>
                  </a:lnTo>
                  <a:lnTo>
                    <a:pt x="206771" y="26397"/>
                  </a:lnTo>
                  <a:lnTo>
                    <a:pt x="211058" y="25881"/>
                  </a:lnTo>
                  <a:lnTo>
                    <a:pt x="215186" y="25365"/>
                  </a:lnTo>
                  <a:lnTo>
                    <a:pt x="219076" y="24809"/>
                  </a:lnTo>
                  <a:lnTo>
                    <a:pt x="222728" y="24254"/>
                  </a:lnTo>
                  <a:lnTo>
                    <a:pt x="226181" y="23658"/>
                  </a:lnTo>
                  <a:lnTo>
                    <a:pt x="229397" y="23023"/>
                  </a:lnTo>
                  <a:lnTo>
                    <a:pt x="232374" y="22388"/>
                  </a:lnTo>
                  <a:lnTo>
                    <a:pt x="235113" y="21753"/>
                  </a:lnTo>
                  <a:lnTo>
                    <a:pt x="237574" y="21078"/>
                  </a:lnTo>
                  <a:lnTo>
                    <a:pt x="239797" y="20364"/>
                  </a:lnTo>
                  <a:lnTo>
                    <a:pt x="240789" y="20006"/>
                  </a:lnTo>
                  <a:lnTo>
                    <a:pt x="241742" y="19689"/>
                  </a:lnTo>
                  <a:lnTo>
                    <a:pt x="242615" y="19331"/>
                  </a:lnTo>
                  <a:lnTo>
                    <a:pt x="243409" y="18935"/>
                  </a:lnTo>
                  <a:lnTo>
                    <a:pt x="244123" y="18577"/>
                  </a:lnTo>
                  <a:lnTo>
                    <a:pt x="244798" y="18220"/>
                  </a:lnTo>
                  <a:lnTo>
                    <a:pt x="245354" y="17863"/>
                  </a:lnTo>
                  <a:lnTo>
                    <a:pt x="245870" y="17466"/>
                  </a:lnTo>
                  <a:lnTo>
                    <a:pt x="246307" y="17109"/>
                  </a:lnTo>
                  <a:lnTo>
                    <a:pt x="246664" y="16712"/>
                  </a:lnTo>
                  <a:lnTo>
                    <a:pt x="246942" y="16315"/>
                  </a:lnTo>
                  <a:lnTo>
                    <a:pt x="247140" y="15957"/>
                  </a:lnTo>
                  <a:lnTo>
                    <a:pt x="247259" y="15560"/>
                  </a:lnTo>
                  <a:lnTo>
                    <a:pt x="247299" y="15164"/>
                  </a:lnTo>
                  <a:lnTo>
                    <a:pt x="247299" y="15164"/>
                  </a:lnTo>
                  <a:lnTo>
                    <a:pt x="247259" y="14767"/>
                  </a:lnTo>
                  <a:lnTo>
                    <a:pt x="247140" y="14370"/>
                  </a:lnTo>
                  <a:lnTo>
                    <a:pt x="246942" y="13973"/>
                  </a:lnTo>
                  <a:lnTo>
                    <a:pt x="246664" y="13615"/>
                  </a:lnTo>
                  <a:lnTo>
                    <a:pt x="246307" y="13218"/>
                  </a:lnTo>
                  <a:lnTo>
                    <a:pt x="245870" y="12861"/>
                  </a:lnTo>
                  <a:lnTo>
                    <a:pt x="245354" y="12464"/>
                  </a:lnTo>
                  <a:lnTo>
                    <a:pt x="244798" y="12107"/>
                  </a:lnTo>
                  <a:lnTo>
                    <a:pt x="244123" y="11750"/>
                  </a:lnTo>
                  <a:lnTo>
                    <a:pt x="243409" y="11353"/>
                  </a:lnTo>
                  <a:lnTo>
                    <a:pt x="242615" y="10996"/>
                  </a:lnTo>
                  <a:lnTo>
                    <a:pt x="241742" y="10638"/>
                  </a:lnTo>
                  <a:lnTo>
                    <a:pt x="240789" y="10281"/>
                  </a:lnTo>
                  <a:lnTo>
                    <a:pt x="239797" y="9924"/>
                  </a:lnTo>
                  <a:lnTo>
                    <a:pt x="237574" y="9249"/>
                  </a:lnTo>
                  <a:lnTo>
                    <a:pt x="235113" y="8574"/>
                  </a:lnTo>
                  <a:lnTo>
                    <a:pt x="232374" y="7939"/>
                  </a:lnTo>
                  <a:lnTo>
                    <a:pt x="229397" y="7304"/>
                  </a:lnTo>
                  <a:lnTo>
                    <a:pt x="226181" y="6669"/>
                  </a:lnTo>
                  <a:lnTo>
                    <a:pt x="222728" y="6073"/>
                  </a:lnTo>
                  <a:lnTo>
                    <a:pt x="219076" y="5518"/>
                  </a:lnTo>
                  <a:lnTo>
                    <a:pt x="215186" y="4962"/>
                  </a:lnTo>
                  <a:lnTo>
                    <a:pt x="211058" y="4446"/>
                  </a:lnTo>
                  <a:lnTo>
                    <a:pt x="206771" y="3930"/>
                  </a:lnTo>
                  <a:lnTo>
                    <a:pt x="202285" y="3453"/>
                  </a:lnTo>
                  <a:lnTo>
                    <a:pt x="197641" y="2977"/>
                  </a:lnTo>
                  <a:lnTo>
                    <a:pt x="192758" y="2580"/>
                  </a:lnTo>
                  <a:lnTo>
                    <a:pt x="187757" y="2183"/>
                  </a:lnTo>
                  <a:lnTo>
                    <a:pt x="182596" y="1826"/>
                  </a:lnTo>
                  <a:lnTo>
                    <a:pt x="177238" y="1469"/>
                  </a:lnTo>
                  <a:lnTo>
                    <a:pt x="171760" y="1191"/>
                  </a:lnTo>
                  <a:lnTo>
                    <a:pt x="166163" y="913"/>
                  </a:lnTo>
                  <a:lnTo>
                    <a:pt x="160407" y="675"/>
                  </a:lnTo>
                  <a:lnTo>
                    <a:pt x="154532" y="476"/>
                  </a:lnTo>
                  <a:lnTo>
                    <a:pt x="148578" y="278"/>
                  </a:lnTo>
                  <a:lnTo>
                    <a:pt x="142465" y="159"/>
                  </a:lnTo>
                  <a:lnTo>
                    <a:pt x="136272" y="40"/>
                  </a:lnTo>
                  <a:lnTo>
                    <a:pt x="130001" y="0"/>
                  </a:lnTo>
                  <a:lnTo>
                    <a:pt x="12365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3" name="Google Shape;873;p22">
              <a:extLst>
                <a:ext uri="{FF2B5EF4-FFF2-40B4-BE49-F238E27FC236}">
                  <a16:creationId xmlns:a16="http://schemas.microsoft.com/office/drawing/2014/main" id="{CAA70EB8-BC76-A2FD-45EF-C3FCC4B5B79B}"/>
                </a:ext>
              </a:extLst>
            </p:cNvPr>
            <p:cNvGrpSpPr/>
            <p:nvPr/>
          </p:nvGrpSpPr>
          <p:grpSpPr>
            <a:xfrm>
              <a:off x="6597864" y="2924305"/>
              <a:ext cx="245782" cy="84305"/>
              <a:chOff x="6597864" y="2924305"/>
              <a:chExt cx="245782" cy="84305"/>
            </a:xfrm>
          </p:grpSpPr>
          <p:sp>
            <p:nvSpPr>
              <p:cNvPr id="874" name="Google Shape;874;p22">
                <a:extLst>
                  <a:ext uri="{FF2B5EF4-FFF2-40B4-BE49-F238E27FC236}">
                    <a16:creationId xmlns:a16="http://schemas.microsoft.com/office/drawing/2014/main" id="{4892F32B-6F0A-8E67-A282-1FC1DA0B9264}"/>
                  </a:ext>
                </a:extLst>
              </p:cNvPr>
              <p:cNvSpPr/>
              <p:nvPr/>
            </p:nvSpPr>
            <p:spPr>
              <a:xfrm>
                <a:off x="6597864" y="2924305"/>
                <a:ext cx="69010" cy="84305"/>
              </a:xfrm>
              <a:custGeom>
                <a:avLst/>
                <a:gdLst/>
                <a:ahLst/>
                <a:cxnLst/>
                <a:rect l="l" t="t" r="r" b="b"/>
                <a:pathLst>
                  <a:path w="7702" h="9409" extrusionOk="0">
                    <a:moveTo>
                      <a:pt x="1" y="1"/>
                    </a:moveTo>
                    <a:lnTo>
                      <a:pt x="1" y="1748"/>
                    </a:lnTo>
                    <a:lnTo>
                      <a:pt x="2819" y="1748"/>
                    </a:lnTo>
                    <a:lnTo>
                      <a:pt x="2819" y="9409"/>
                    </a:lnTo>
                    <a:lnTo>
                      <a:pt x="4883" y="9409"/>
                    </a:lnTo>
                    <a:lnTo>
                      <a:pt x="4883" y="1748"/>
                    </a:lnTo>
                    <a:lnTo>
                      <a:pt x="7702" y="1748"/>
                    </a:lnTo>
                    <a:lnTo>
                      <a:pt x="7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2">
                <a:extLst>
                  <a:ext uri="{FF2B5EF4-FFF2-40B4-BE49-F238E27FC236}">
                    <a16:creationId xmlns:a16="http://schemas.microsoft.com/office/drawing/2014/main" id="{5CE3698B-5E40-BC9C-A5C0-34ADF98098B6}"/>
                  </a:ext>
                </a:extLst>
              </p:cNvPr>
              <p:cNvSpPr/>
              <p:nvPr/>
            </p:nvSpPr>
            <p:spPr>
              <a:xfrm>
                <a:off x="6656911" y="2924305"/>
                <a:ext cx="82163" cy="84305"/>
              </a:xfrm>
              <a:custGeom>
                <a:avLst/>
                <a:gdLst/>
                <a:ahLst/>
                <a:cxnLst/>
                <a:rect l="l" t="t" r="r" b="b"/>
                <a:pathLst>
                  <a:path w="9170" h="9409" extrusionOk="0">
                    <a:moveTo>
                      <a:pt x="4605" y="2303"/>
                    </a:moveTo>
                    <a:lnTo>
                      <a:pt x="5796" y="5757"/>
                    </a:lnTo>
                    <a:lnTo>
                      <a:pt x="3335" y="5757"/>
                    </a:lnTo>
                    <a:lnTo>
                      <a:pt x="4565" y="2303"/>
                    </a:lnTo>
                    <a:close/>
                    <a:moveTo>
                      <a:pt x="3533" y="1"/>
                    </a:moveTo>
                    <a:lnTo>
                      <a:pt x="0" y="9409"/>
                    </a:lnTo>
                    <a:lnTo>
                      <a:pt x="2064" y="9409"/>
                    </a:lnTo>
                    <a:lnTo>
                      <a:pt x="2819" y="7305"/>
                    </a:lnTo>
                    <a:lnTo>
                      <a:pt x="6312" y="7305"/>
                    </a:lnTo>
                    <a:lnTo>
                      <a:pt x="7026" y="9409"/>
                    </a:lnTo>
                    <a:lnTo>
                      <a:pt x="9170" y="9409"/>
                    </a:lnTo>
                    <a:lnTo>
                      <a:pt x="56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2">
                <a:extLst>
                  <a:ext uri="{FF2B5EF4-FFF2-40B4-BE49-F238E27FC236}">
                    <a16:creationId xmlns:a16="http://schemas.microsoft.com/office/drawing/2014/main" id="{1CB5032C-73B9-7899-2D67-2CF421B0B98E}"/>
                  </a:ext>
                </a:extLst>
              </p:cNvPr>
              <p:cNvSpPr/>
              <p:nvPr/>
            </p:nvSpPr>
            <p:spPr>
              <a:xfrm>
                <a:off x="6737649" y="2924305"/>
                <a:ext cx="80031" cy="84305"/>
              </a:xfrm>
              <a:custGeom>
                <a:avLst/>
                <a:gdLst/>
                <a:ahLst/>
                <a:cxnLst/>
                <a:rect l="l" t="t" r="r" b="b"/>
                <a:pathLst>
                  <a:path w="8932" h="9409" extrusionOk="0">
                    <a:moveTo>
                      <a:pt x="278" y="1"/>
                    </a:moveTo>
                    <a:lnTo>
                      <a:pt x="3295" y="4486"/>
                    </a:lnTo>
                    <a:lnTo>
                      <a:pt x="0" y="9409"/>
                    </a:lnTo>
                    <a:lnTo>
                      <a:pt x="2342" y="9409"/>
                    </a:lnTo>
                    <a:lnTo>
                      <a:pt x="4406" y="6154"/>
                    </a:lnTo>
                    <a:lnTo>
                      <a:pt x="6470" y="9409"/>
                    </a:lnTo>
                    <a:lnTo>
                      <a:pt x="8931" y="9409"/>
                    </a:lnTo>
                    <a:lnTo>
                      <a:pt x="5676" y="4486"/>
                    </a:lnTo>
                    <a:lnTo>
                      <a:pt x="8693" y="1"/>
                    </a:lnTo>
                    <a:lnTo>
                      <a:pt x="6391" y="1"/>
                    </a:lnTo>
                    <a:lnTo>
                      <a:pt x="4486" y="2978"/>
                    </a:lnTo>
                    <a:lnTo>
                      <a:pt x="26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2">
                <a:extLst>
                  <a:ext uri="{FF2B5EF4-FFF2-40B4-BE49-F238E27FC236}">
                    <a16:creationId xmlns:a16="http://schemas.microsoft.com/office/drawing/2014/main" id="{12058DBD-3EBE-8469-B3D7-D3AA4B999FF8}"/>
                  </a:ext>
                </a:extLst>
              </p:cNvPr>
              <p:cNvSpPr/>
              <p:nvPr/>
            </p:nvSpPr>
            <p:spPr>
              <a:xfrm>
                <a:off x="6825135" y="2924305"/>
                <a:ext cx="18511" cy="84305"/>
              </a:xfrm>
              <a:custGeom>
                <a:avLst/>
                <a:gdLst/>
                <a:ahLst/>
                <a:cxnLst/>
                <a:rect l="l" t="t" r="r" b="b"/>
                <a:pathLst>
                  <a:path w="2066" h="9409" extrusionOk="0">
                    <a:moveTo>
                      <a:pt x="1" y="1"/>
                    </a:moveTo>
                    <a:lnTo>
                      <a:pt x="1" y="9409"/>
                    </a:lnTo>
                    <a:lnTo>
                      <a:pt x="2065" y="9409"/>
                    </a:lnTo>
                    <a:lnTo>
                      <a:pt x="20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22">
              <a:extLst>
                <a:ext uri="{FF2B5EF4-FFF2-40B4-BE49-F238E27FC236}">
                  <a16:creationId xmlns:a16="http://schemas.microsoft.com/office/drawing/2014/main" id="{A208F1B0-1C7F-8701-EC84-FFB8989658BC}"/>
                </a:ext>
              </a:extLst>
            </p:cNvPr>
            <p:cNvSpPr/>
            <p:nvPr/>
          </p:nvSpPr>
          <p:spPr>
            <a:xfrm>
              <a:off x="5975449" y="4187279"/>
              <a:ext cx="288100" cy="428951"/>
            </a:xfrm>
            <a:custGeom>
              <a:avLst/>
              <a:gdLst/>
              <a:ahLst/>
              <a:cxnLst/>
              <a:rect l="l" t="t" r="r" b="b"/>
              <a:pathLst>
                <a:path w="32154" h="47874" extrusionOk="0">
                  <a:moveTo>
                    <a:pt x="8972" y="1"/>
                  </a:moveTo>
                  <a:lnTo>
                    <a:pt x="8059" y="80"/>
                  </a:lnTo>
                  <a:lnTo>
                    <a:pt x="7146" y="199"/>
                  </a:lnTo>
                  <a:lnTo>
                    <a:pt x="6273" y="438"/>
                  </a:lnTo>
                  <a:lnTo>
                    <a:pt x="5479" y="715"/>
                  </a:lnTo>
                  <a:lnTo>
                    <a:pt x="4685" y="1112"/>
                  </a:lnTo>
                  <a:lnTo>
                    <a:pt x="3931" y="1549"/>
                  </a:lnTo>
                  <a:lnTo>
                    <a:pt x="3256" y="2065"/>
                  </a:lnTo>
                  <a:lnTo>
                    <a:pt x="2621" y="2661"/>
                  </a:lnTo>
                  <a:lnTo>
                    <a:pt x="2025" y="3296"/>
                  </a:lnTo>
                  <a:lnTo>
                    <a:pt x="1509" y="3970"/>
                  </a:lnTo>
                  <a:lnTo>
                    <a:pt x="1073" y="4725"/>
                  </a:lnTo>
                  <a:lnTo>
                    <a:pt x="676" y="5479"/>
                  </a:lnTo>
                  <a:lnTo>
                    <a:pt x="398" y="6312"/>
                  </a:lnTo>
                  <a:lnTo>
                    <a:pt x="160" y="7186"/>
                  </a:lnTo>
                  <a:lnTo>
                    <a:pt x="41" y="8059"/>
                  </a:lnTo>
                  <a:lnTo>
                    <a:pt x="1" y="8972"/>
                  </a:lnTo>
                  <a:lnTo>
                    <a:pt x="1" y="38902"/>
                  </a:lnTo>
                  <a:lnTo>
                    <a:pt x="41" y="39815"/>
                  </a:lnTo>
                  <a:lnTo>
                    <a:pt x="160" y="40728"/>
                  </a:lnTo>
                  <a:lnTo>
                    <a:pt x="398" y="41562"/>
                  </a:lnTo>
                  <a:lnTo>
                    <a:pt x="676" y="42395"/>
                  </a:lnTo>
                  <a:lnTo>
                    <a:pt x="1073" y="43189"/>
                  </a:lnTo>
                  <a:lnTo>
                    <a:pt x="1509" y="43904"/>
                  </a:lnTo>
                  <a:lnTo>
                    <a:pt x="2025" y="44618"/>
                  </a:lnTo>
                  <a:lnTo>
                    <a:pt x="2621" y="45253"/>
                  </a:lnTo>
                  <a:lnTo>
                    <a:pt x="3256" y="45809"/>
                  </a:lnTo>
                  <a:lnTo>
                    <a:pt x="3931" y="46325"/>
                  </a:lnTo>
                  <a:lnTo>
                    <a:pt x="4685" y="46801"/>
                  </a:lnTo>
                  <a:lnTo>
                    <a:pt x="5479" y="47159"/>
                  </a:lnTo>
                  <a:lnTo>
                    <a:pt x="6273" y="47476"/>
                  </a:lnTo>
                  <a:lnTo>
                    <a:pt x="7146" y="47675"/>
                  </a:lnTo>
                  <a:lnTo>
                    <a:pt x="8059" y="47833"/>
                  </a:lnTo>
                  <a:lnTo>
                    <a:pt x="8972" y="47873"/>
                  </a:lnTo>
                  <a:lnTo>
                    <a:pt x="23183" y="47873"/>
                  </a:lnTo>
                  <a:lnTo>
                    <a:pt x="24096" y="47833"/>
                  </a:lnTo>
                  <a:lnTo>
                    <a:pt x="24969" y="47675"/>
                  </a:lnTo>
                  <a:lnTo>
                    <a:pt x="25842" y="47476"/>
                  </a:lnTo>
                  <a:lnTo>
                    <a:pt x="26676" y="47159"/>
                  </a:lnTo>
                  <a:lnTo>
                    <a:pt x="27430" y="46801"/>
                  </a:lnTo>
                  <a:lnTo>
                    <a:pt x="28184" y="46325"/>
                  </a:lnTo>
                  <a:lnTo>
                    <a:pt x="28859" y="45809"/>
                  </a:lnTo>
                  <a:lnTo>
                    <a:pt x="29494" y="45253"/>
                  </a:lnTo>
                  <a:lnTo>
                    <a:pt x="30090" y="44618"/>
                  </a:lnTo>
                  <a:lnTo>
                    <a:pt x="30606" y="43904"/>
                  </a:lnTo>
                  <a:lnTo>
                    <a:pt x="31042" y="43189"/>
                  </a:lnTo>
                  <a:lnTo>
                    <a:pt x="31439" y="42395"/>
                  </a:lnTo>
                  <a:lnTo>
                    <a:pt x="31717" y="41562"/>
                  </a:lnTo>
                  <a:lnTo>
                    <a:pt x="31955" y="40728"/>
                  </a:lnTo>
                  <a:lnTo>
                    <a:pt x="32074" y="39815"/>
                  </a:lnTo>
                  <a:lnTo>
                    <a:pt x="32154" y="38902"/>
                  </a:lnTo>
                  <a:lnTo>
                    <a:pt x="32154" y="8972"/>
                  </a:lnTo>
                  <a:lnTo>
                    <a:pt x="32074" y="8059"/>
                  </a:lnTo>
                  <a:lnTo>
                    <a:pt x="31955" y="7186"/>
                  </a:lnTo>
                  <a:lnTo>
                    <a:pt x="31717" y="6312"/>
                  </a:lnTo>
                  <a:lnTo>
                    <a:pt x="31439" y="5479"/>
                  </a:lnTo>
                  <a:lnTo>
                    <a:pt x="31042" y="4725"/>
                  </a:lnTo>
                  <a:lnTo>
                    <a:pt x="30606" y="3970"/>
                  </a:lnTo>
                  <a:lnTo>
                    <a:pt x="30090" y="3296"/>
                  </a:lnTo>
                  <a:lnTo>
                    <a:pt x="29494" y="2661"/>
                  </a:lnTo>
                  <a:lnTo>
                    <a:pt x="28859" y="2065"/>
                  </a:lnTo>
                  <a:lnTo>
                    <a:pt x="28184" y="1549"/>
                  </a:lnTo>
                  <a:lnTo>
                    <a:pt x="27430" y="1112"/>
                  </a:lnTo>
                  <a:lnTo>
                    <a:pt x="26676" y="715"/>
                  </a:lnTo>
                  <a:lnTo>
                    <a:pt x="25842" y="438"/>
                  </a:lnTo>
                  <a:lnTo>
                    <a:pt x="24969" y="199"/>
                  </a:lnTo>
                  <a:lnTo>
                    <a:pt x="24096" y="80"/>
                  </a:lnTo>
                  <a:lnTo>
                    <a:pt x="23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2">
              <a:extLst>
                <a:ext uri="{FF2B5EF4-FFF2-40B4-BE49-F238E27FC236}">
                  <a16:creationId xmlns:a16="http://schemas.microsoft.com/office/drawing/2014/main" id="{B13551F4-F118-E289-2F4D-2183FB1F4340}"/>
                </a:ext>
              </a:extLst>
            </p:cNvPr>
            <p:cNvSpPr/>
            <p:nvPr/>
          </p:nvSpPr>
          <p:spPr>
            <a:xfrm>
              <a:off x="7170847" y="4187279"/>
              <a:ext cx="288449" cy="428951"/>
            </a:xfrm>
            <a:custGeom>
              <a:avLst/>
              <a:gdLst/>
              <a:ahLst/>
              <a:cxnLst/>
              <a:rect l="l" t="t" r="r" b="b"/>
              <a:pathLst>
                <a:path w="32193" h="47874" extrusionOk="0">
                  <a:moveTo>
                    <a:pt x="9011" y="1"/>
                  </a:moveTo>
                  <a:lnTo>
                    <a:pt x="8058" y="80"/>
                  </a:lnTo>
                  <a:lnTo>
                    <a:pt x="7185" y="199"/>
                  </a:lnTo>
                  <a:lnTo>
                    <a:pt x="6312" y="438"/>
                  </a:lnTo>
                  <a:lnTo>
                    <a:pt x="5518" y="715"/>
                  </a:lnTo>
                  <a:lnTo>
                    <a:pt x="4724" y="1112"/>
                  </a:lnTo>
                  <a:lnTo>
                    <a:pt x="3970" y="1549"/>
                  </a:lnTo>
                  <a:lnTo>
                    <a:pt x="3295" y="2065"/>
                  </a:lnTo>
                  <a:lnTo>
                    <a:pt x="2660" y="2661"/>
                  </a:lnTo>
                  <a:lnTo>
                    <a:pt x="2065" y="3296"/>
                  </a:lnTo>
                  <a:lnTo>
                    <a:pt x="1548" y="3970"/>
                  </a:lnTo>
                  <a:lnTo>
                    <a:pt x="1112" y="4725"/>
                  </a:lnTo>
                  <a:lnTo>
                    <a:pt x="715" y="5479"/>
                  </a:lnTo>
                  <a:lnTo>
                    <a:pt x="437" y="6312"/>
                  </a:lnTo>
                  <a:lnTo>
                    <a:pt x="199" y="7186"/>
                  </a:lnTo>
                  <a:lnTo>
                    <a:pt x="80" y="8059"/>
                  </a:lnTo>
                  <a:lnTo>
                    <a:pt x="0" y="8972"/>
                  </a:lnTo>
                  <a:lnTo>
                    <a:pt x="0" y="38902"/>
                  </a:lnTo>
                  <a:lnTo>
                    <a:pt x="80" y="39815"/>
                  </a:lnTo>
                  <a:lnTo>
                    <a:pt x="199" y="40728"/>
                  </a:lnTo>
                  <a:lnTo>
                    <a:pt x="437" y="41562"/>
                  </a:lnTo>
                  <a:lnTo>
                    <a:pt x="715" y="42395"/>
                  </a:lnTo>
                  <a:lnTo>
                    <a:pt x="1112" y="43189"/>
                  </a:lnTo>
                  <a:lnTo>
                    <a:pt x="1548" y="43904"/>
                  </a:lnTo>
                  <a:lnTo>
                    <a:pt x="2065" y="44618"/>
                  </a:lnTo>
                  <a:lnTo>
                    <a:pt x="2660" y="45253"/>
                  </a:lnTo>
                  <a:lnTo>
                    <a:pt x="3295" y="45809"/>
                  </a:lnTo>
                  <a:lnTo>
                    <a:pt x="3970" y="46325"/>
                  </a:lnTo>
                  <a:lnTo>
                    <a:pt x="4724" y="46801"/>
                  </a:lnTo>
                  <a:lnTo>
                    <a:pt x="5518" y="47159"/>
                  </a:lnTo>
                  <a:lnTo>
                    <a:pt x="6312" y="47476"/>
                  </a:lnTo>
                  <a:lnTo>
                    <a:pt x="7185" y="47675"/>
                  </a:lnTo>
                  <a:lnTo>
                    <a:pt x="8058" y="47833"/>
                  </a:lnTo>
                  <a:lnTo>
                    <a:pt x="9011" y="47873"/>
                  </a:lnTo>
                  <a:lnTo>
                    <a:pt x="23182" y="47873"/>
                  </a:lnTo>
                  <a:lnTo>
                    <a:pt x="24135" y="47833"/>
                  </a:lnTo>
                  <a:lnTo>
                    <a:pt x="25008" y="47675"/>
                  </a:lnTo>
                  <a:lnTo>
                    <a:pt x="25881" y="47476"/>
                  </a:lnTo>
                  <a:lnTo>
                    <a:pt x="26675" y="47159"/>
                  </a:lnTo>
                  <a:lnTo>
                    <a:pt x="27469" y="46801"/>
                  </a:lnTo>
                  <a:lnTo>
                    <a:pt x="28223" y="46325"/>
                  </a:lnTo>
                  <a:lnTo>
                    <a:pt x="28898" y="45809"/>
                  </a:lnTo>
                  <a:lnTo>
                    <a:pt x="29533" y="45253"/>
                  </a:lnTo>
                  <a:lnTo>
                    <a:pt x="30129" y="44618"/>
                  </a:lnTo>
                  <a:lnTo>
                    <a:pt x="30645" y="43904"/>
                  </a:lnTo>
                  <a:lnTo>
                    <a:pt x="31081" y="43189"/>
                  </a:lnTo>
                  <a:lnTo>
                    <a:pt x="31478" y="42395"/>
                  </a:lnTo>
                  <a:lnTo>
                    <a:pt x="31756" y="41562"/>
                  </a:lnTo>
                  <a:lnTo>
                    <a:pt x="31994" y="40728"/>
                  </a:lnTo>
                  <a:lnTo>
                    <a:pt x="32114" y="39815"/>
                  </a:lnTo>
                  <a:lnTo>
                    <a:pt x="32193" y="38902"/>
                  </a:lnTo>
                  <a:lnTo>
                    <a:pt x="32193" y="8972"/>
                  </a:lnTo>
                  <a:lnTo>
                    <a:pt x="32114" y="8059"/>
                  </a:lnTo>
                  <a:lnTo>
                    <a:pt x="31994" y="7186"/>
                  </a:lnTo>
                  <a:lnTo>
                    <a:pt x="31756" y="6312"/>
                  </a:lnTo>
                  <a:lnTo>
                    <a:pt x="31478" y="5479"/>
                  </a:lnTo>
                  <a:lnTo>
                    <a:pt x="31081" y="4725"/>
                  </a:lnTo>
                  <a:lnTo>
                    <a:pt x="30645" y="3970"/>
                  </a:lnTo>
                  <a:lnTo>
                    <a:pt x="30129" y="3296"/>
                  </a:lnTo>
                  <a:lnTo>
                    <a:pt x="29533" y="2661"/>
                  </a:lnTo>
                  <a:lnTo>
                    <a:pt x="28898" y="2065"/>
                  </a:lnTo>
                  <a:lnTo>
                    <a:pt x="28223" y="1549"/>
                  </a:lnTo>
                  <a:lnTo>
                    <a:pt x="27469" y="1112"/>
                  </a:lnTo>
                  <a:lnTo>
                    <a:pt x="26675" y="715"/>
                  </a:lnTo>
                  <a:lnTo>
                    <a:pt x="25881" y="438"/>
                  </a:lnTo>
                  <a:lnTo>
                    <a:pt x="25008" y="199"/>
                  </a:lnTo>
                  <a:lnTo>
                    <a:pt x="24135" y="80"/>
                  </a:lnTo>
                  <a:lnTo>
                    <a:pt x="231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2">
              <a:extLst>
                <a:ext uri="{FF2B5EF4-FFF2-40B4-BE49-F238E27FC236}">
                  <a16:creationId xmlns:a16="http://schemas.microsoft.com/office/drawing/2014/main" id="{DE577132-5057-83FA-E441-06064B70BA7F}"/>
                </a:ext>
              </a:extLst>
            </p:cNvPr>
            <p:cNvSpPr/>
            <p:nvPr/>
          </p:nvSpPr>
          <p:spPr>
            <a:xfrm>
              <a:off x="7390296" y="3569487"/>
              <a:ext cx="118801" cy="111686"/>
            </a:xfrm>
            <a:custGeom>
              <a:avLst/>
              <a:gdLst/>
              <a:ahLst/>
              <a:cxnLst/>
              <a:rect l="l" t="t" r="r" b="b"/>
              <a:pathLst>
                <a:path w="13259" h="12465" extrusionOk="0">
                  <a:moveTo>
                    <a:pt x="9051" y="1"/>
                  </a:moveTo>
                  <a:lnTo>
                    <a:pt x="0" y="7185"/>
                  </a:lnTo>
                  <a:lnTo>
                    <a:pt x="4208" y="12465"/>
                  </a:lnTo>
                  <a:lnTo>
                    <a:pt x="13258" y="5280"/>
                  </a:lnTo>
                  <a:lnTo>
                    <a:pt x="90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2">
              <a:extLst>
                <a:ext uri="{FF2B5EF4-FFF2-40B4-BE49-F238E27FC236}">
                  <a16:creationId xmlns:a16="http://schemas.microsoft.com/office/drawing/2014/main" id="{8F5DC96C-07D4-EECA-4713-C65E7E318BF4}"/>
                </a:ext>
              </a:extLst>
            </p:cNvPr>
            <p:cNvSpPr/>
            <p:nvPr/>
          </p:nvSpPr>
          <p:spPr>
            <a:xfrm>
              <a:off x="7446484" y="3454253"/>
              <a:ext cx="190292" cy="190292"/>
            </a:xfrm>
            <a:custGeom>
              <a:avLst/>
              <a:gdLst/>
              <a:ahLst/>
              <a:cxnLst/>
              <a:rect l="l" t="t" r="r" b="b"/>
              <a:pathLst>
                <a:path w="21238" h="21238" extrusionOk="0">
                  <a:moveTo>
                    <a:pt x="10083" y="0"/>
                  </a:moveTo>
                  <a:lnTo>
                    <a:pt x="9528" y="40"/>
                  </a:lnTo>
                  <a:lnTo>
                    <a:pt x="9012" y="120"/>
                  </a:lnTo>
                  <a:lnTo>
                    <a:pt x="8496" y="199"/>
                  </a:lnTo>
                  <a:lnTo>
                    <a:pt x="7980" y="318"/>
                  </a:lnTo>
                  <a:lnTo>
                    <a:pt x="7464" y="477"/>
                  </a:lnTo>
                  <a:lnTo>
                    <a:pt x="6987" y="636"/>
                  </a:lnTo>
                  <a:lnTo>
                    <a:pt x="6471" y="834"/>
                  </a:lnTo>
                  <a:lnTo>
                    <a:pt x="6035" y="1033"/>
                  </a:lnTo>
                  <a:lnTo>
                    <a:pt x="5558" y="1271"/>
                  </a:lnTo>
                  <a:lnTo>
                    <a:pt x="5122" y="1549"/>
                  </a:lnTo>
                  <a:lnTo>
                    <a:pt x="4685" y="1826"/>
                  </a:lnTo>
                  <a:lnTo>
                    <a:pt x="4288" y="2104"/>
                  </a:lnTo>
                  <a:lnTo>
                    <a:pt x="3851" y="2422"/>
                  </a:lnTo>
                  <a:lnTo>
                    <a:pt x="3494" y="2739"/>
                  </a:lnTo>
                  <a:lnTo>
                    <a:pt x="3097" y="3097"/>
                  </a:lnTo>
                  <a:lnTo>
                    <a:pt x="2780" y="3494"/>
                  </a:lnTo>
                  <a:lnTo>
                    <a:pt x="2422" y="3851"/>
                  </a:lnTo>
                  <a:lnTo>
                    <a:pt x="2105" y="4248"/>
                  </a:lnTo>
                  <a:lnTo>
                    <a:pt x="1827" y="4685"/>
                  </a:lnTo>
                  <a:lnTo>
                    <a:pt x="1549" y="5121"/>
                  </a:lnTo>
                  <a:lnTo>
                    <a:pt x="1271" y="5558"/>
                  </a:lnTo>
                  <a:lnTo>
                    <a:pt x="1033" y="5994"/>
                  </a:lnTo>
                  <a:lnTo>
                    <a:pt x="834" y="6471"/>
                  </a:lnTo>
                  <a:lnTo>
                    <a:pt x="636" y="6947"/>
                  </a:lnTo>
                  <a:lnTo>
                    <a:pt x="477" y="7463"/>
                  </a:lnTo>
                  <a:lnTo>
                    <a:pt x="358" y="7940"/>
                  </a:lnTo>
                  <a:lnTo>
                    <a:pt x="239" y="8456"/>
                  </a:lnTo>
                  <a:lnTo>
                    <a:pt x="120" y="9011"/>
                  </a:lnTo>
                  <a:lnTo>
                    <a:pt x="80" y="9527"/>
                  </a:lnTo>
                  <a:lnTo>
                    <a:pt x="1" y="10083"/>
                  </a:lnTo>
                  <a:lnTo>
                    <a:pt x="1" y="10599"/>
                  </a:lnTo>
                  <a:lnTo>
                    <a:pt x="1" y="11155"/>
                  </a:lnTo>
                  <a:lnTo>
                    <a:pt x="80" y="11711"/>
                  </a:lnTo>
                  <a:lnTo>
                    <a:pt x="120" y="12227"/>
                  </a:lnTo>
                  <a:lnTo>
                    <a:pt x="239" y="12743"/>
                  </a:lnTo>
                  <a:lnTo>
                    <a:pt x="358" y="13259"/>
                  </a:lnTo>
                  <a:lnTo>
                    <a:pt x="477" y="13775"/>
                  </a:lnTo>
                  <a:lnTo>
                    <a:pt x="636" y="14251"/>
                  </a:lnTo>
                  <a:lnTo>
                    <a:pt x="834" y="14727"/>
                  </a:lnTo>
                  <a:lnTo>
                    <a:pt x="1033" y="15204"/>
                  </a:lnTo>
                  <a:lnTo>
                    <a:pt x="1271" y="15680"/>
                  </a:lnTo>
                  <a:lnTo>
                    <a:pt x="1549" y="16117"/>
                  </a:lnTo>
                  <a:lnTo>
                    <a:pt x="1827" y="16553"/>
                  </a:lnTo>
                  <a:lnTo>
                    <a:pt x="2105" y="16950"/>
                  </a:lnTo>
                  <a:lnTo>
                    <a:pt x="2422" y="17347"/>
                  </a:lnTo>
                  <a:lnTo>
                    <a:pt x="2780" y="17744"/>
                  </a:lnTo>
                  <a:lnTo>
                    <a:pt x="3097" y="18101"/>
                  </a:lnTo>
                  <a:lnTo>
                    <a:pt x="3494" y="18459"/>
                  </a:lnTo>
                  <a:lnTo>
                    <a:pt x="3851" y="18816"/>
                  </a:lnTo>
                  <a:lnTo>
                    <a:pt x="4288" y="19133"/>
                  </a:lnTo>
                  <a:lnTo>
                    <a:pt x="4685" y="19411"/>
                  </a:lnTo>
                  <a:lnTo>
                    <a:pt x="5122" y="19689"/>
                  </a:lnTo>
                  <a:lnTo>
                    <a:pt x="5558" y="19927"/>
                  </a:lnTo>
                  <a:lnTo>
                    <a:pt x="6035" y="20166"/>
                  </a:lnTo>
                  <a:lnTo>
                    <a:pt x="6471" y="20404"/>
                  </a:lnTo>
                  <a:lnTo>
                    <a:pt x="6987" y="20563"/>
                  </a:lnTo>
                  <a:lnTo>
                    <a:pt x="7464" y="20761"/>
                  </a:lnTo>
                  <a:lnTo>
                    <a:pt x="7980" y="20880"/>
                  </a:lnTo>
                  <a:lnTo>
                    <a:pt x="8496" y="20999"/>
                  </a:lnTo>
                  <a:lnTo>
                    <a:pt x="9012" y="21118"/>
                  </a:lnTo>
                  <a:lnTo>
                    <a:pt x="9528" y="21158"/>
                  </a:lnTo>
                  <a:lnTo>
                    <a:pt x="10083" y="21198"/>
                  </a:lnTo>
                  <a:lnTo>
                    <a:pt x="10599" y="21237"/>
                  </a:lnTo>
                  <a:lnTo>
                    <a:pt x="11155" y="21198"/>
                  </a:lnTo>
                  <a:lnTo>
                    <a:pt x="11711" y="21158"/>
                  </a:lnTo>
                  <a:lnTo>
                    <a:pt x="12227" y="21118"/>
                  </a:lnTo>
                  <a:lnTo>
                    <a:pt x="12743" y="20999"/>
                  </a:lnTo>
                  <a:lnTo>
                    <a:pt x="13259" y="20880"/>
                  </a:lnTo>
                  <a:lnTo>
                    <a:pt x="13775" y="20761"/>
                  </a:lnTo>
                  <a:lnTo>
                    <a:pt x="14251" y="20563"/>
                  </a:lnTo>
                  <a:lnTo>
                    <a:pt x="14728" y="20404"/>
                  </a:lnTo>
                  <a:lnTo>
                    <a:pt x="15204" y="20166"/>
                  </a:lnTo>
                  <a:lnTo>
                    <a:pt x="15680" y="19927"/>
                  </a:lnTo>
                  <a:lnTo>
                    <a:pt x="16117" y="19689"/>
                  </a:lnTo>
                  <a:lnTo>
                    <a:pt x="16554" y="19411"/>
                  </a:lnTo>
                  <a:lnTo>
                    <a:pt x="16951" y="19133"/>
                  </a:lnTo>
                  <a:lnTo>
                    <a:pt x="17348" y="18816"/>
                  </a:lnTo>
                  <a:lnTo>
                    <a:pt x="17744" y="18459"/>
                  </a:lnTo>
                  <a:lnTo>
                    <a:pt x="18102" y="18101"/>
                  </a:lnTo>
                  <a:lnTo>
                    <a:pt x="18459" y="17744"/>
                  </a:lnTo>
                  <a:lnTo>
                    <a:pt x="18816" y="17347"/>
                  </a:lnTo>
                  <a:lnTo>
                    <a:pt x="19134" y="16950"/>
                  </a:lnTo>
                  <a:lnTo>
                    <a:pt x="19412" y="16553"/>
                  </a:lnTo>
                  <a:lnTo>
                    <a:pt x="19690" y="16117"/>
                  </a:lnTo>
                  <a:lnTo>
                    <a:pt x="19928" y="15680"/>
                  </a:lnTo>
                  <a:lnTo>
                    <a:pt x="20166" y="15204"/>
                  </a:lnTo>
                  <a:lnTo>
                    <a:pt x="20404" y="14727"/>
                  </a:lnTo>
                  <a:lnTo>
                    <a:pt x="20603" y="14251"/>
                  </a:lnTo>
                  <a:lnTo>
                    <a:pt x="20761" y="13775"/>
                  </a:lnTo>
                  <a:lnTo>
                    <a:pt x="20880" y="13259"/>
                  </a:lnTo>
                  <a:lnTo>
                    <a:pt x="20999" y="12743"/>
                  </a:lnTo>
                  <a:lnTo>
                    <a:pt x="21119" y="12227"/>
                  </a:lnTo>
                  <a:lnTo>
                    <a:pt x="21158" y="11711"/>
                  </a:lnTo>
                  <a:lnTo>
                    <a:pt x="21198" y="11155"/>
                  </a:lnTo>
                  <a:lnTo>
                    <a:pt x="21238" y="10599"/>
                  </a:lnTo>
                  <a:lnTo>
                    <a:pt x="21198" y="10083"/>
                  </a:lnTo>
                  <a:lnTo>
                    <a:pt x="21158" y="9527"/>
                  </a:lnTo>
                  <a:lnTo>
                    <a:pt x="21119" y="9011"/>
                  </a:lnTo>
                  <a:lnTo>
                    <a:pt x="20999" y="8456"/>
                  </a:lnTo>
                  <a:lnTo>
                    <a:pt x="20880" y="7940"/>
                  </a:lnTo>
                  <a:lnTo>
                    <a:pt x="20761" y="7463"/>
                  </a:lnTo>
                  <a:lnTo>
                    <a:pt x="20603" y="6947"/>
                  </a:lnTo>
                  <a:lnTo>
                    <a:pt x="20404" y="6471"/>
                  </a:lnTo>
                  <a:lnTo>
                    <a:pt x="20166" y="5994"/>
                  </a:lnTo>
                  <a:lnTo>
                    <a:pt x="19928" y="5558"/>
                  </a:lnTo>
                  <a:lnTo>
                    <a:pt x="19690" y="5121"/>
                  </a:lnTo>
                  <a:lnTo>
                    <a:pt x="19412" y="4685"/>
                  </a:lnTo>
                  <a:lnTo>
                    <a:pt x="19134" y="4248"/>
                  </a:lnTo>
                  <a:lnTo>
                    <a:pt x="18816" y="3851"/>
                  </a:lnTo>
                  <a:lnTo>
                    <a:pt x="18459" y="3494"/>
                  </a:lnTo>
                  <a:lnTo>
                    <a:pt x="18102" y="3097"/>
                  </a:lnTo>
                  <a:lnTo>
                    <a:pt x="17744" y="2739"/>
                  </a:lnTo>
                  <a:lnTo>
                    <a:pt x="17348" y="2422"/>
                  </a:lnTo>
                  <a:lnTo>
                    <a:pt x="16951" y="2104"/>
                  </a:lnTo>
                  <a:lnTo>
                    <a:pt x="16554" y="1826"/>
                  </a:lnTo>
                  <a:lnTo>
                    <a:pt x="16117" y="1549"/>
                  </a:lnTo>
                  <a:lnTo>
                    <a:pt x="15680" y="1271"/>
                  </a:lnTo>
                  <a:lnTo>
                    <a:pt x="15204" y="1033"/>
                  </a:lnTo>
                  <a:lnTo>
                    <a:pt x="14728" y="834"/>
                  </a:lnTo>
                  <a:lnTo>
                    <a:pt x="14251" y="636"/>
                  </a:lnTo>
                  <a:lnTo>
                    <a:pt x="13775" y="477"/>
                  </a:lnTo>
                  <a:lnTo>
                    <a:pt x="13259" y="318"/>
                  </a:lnTo>
                  <a:lnTo>
                    <a:pt x="12743" y="199"/>
                  </a:lnTo>
                  <a:lnTo>
                    <a:pt x="12227" y="120"/>
                  </a:lnTo>
                  <a:lnTo>
                    <a:pt x="11711" y="40"/>
                  </a:lnTo>
                  <a:lnTo>
                    <a:pt x="1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2">
              <a:extLst>
                <a:ext uri="{FF2B5EF4-FFF2-40B4-BE49-F238E27FC236}">
                  <a16:creationId xmlns:a16="http://schemas.microsoft.com/office/drawing/2014/main" id="{42AA2228-AFA1-6FB2-6C7E-A70B76E719D1}"/>
                </a:ext>
              </a:extLst>
            </p:cNvPr>
            <p:cNvSpPr/>
            <p:nvPr/>
          </p:nvSpPr>
          <p:spPr>
            <a:xfrm>
              <a:off x="5925300" y="3569487"/>
              <a:ext cx="118810" cy="111686"/>
            </a:xfrm>
            <a:custGeom>
              <a:avLst/>
              <a:gdLst/>
              <a:ahLst/>
              <a:cxnLst/>
              <a:rect l="l" t="t" r="r" b="b"/>
              <a:pathLst>
                <a:path w="13260" h="12465" extrusionOk="0">
                  <a:moveTo>
                    <a:pt x="4209" y="1"/>
                  </a:moveTo>
                  <a:lnTo>
                    <a:pt x="1" y="5280"/>
                  </a:lnTo>
                  <a:lnTo>
                    <a:pt x="9051" y="12465"/>
                  </a:lnTo>
                  <a:lnTo>
                    <a:pt x="13259" y="7185"/>
                  </a:lnTo>
                  <a:lnTo>
                    <a:pt x="42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2">
              <a:extLst>
                <a:ext uri="{FF2B5EF4-FFF2-40B4-BE49-F238E27FC236}">
                  <a16:creationId xmlns:a16="http://schemas.microsoft.com/office/drawing/2014/main" id="{04A581B3-8AA9-E6CB-AD51-017CC92368DC}"/>
                </a:ext>
              </a:extLst>
            </p:cNvPr>
            <p:cNvSpPr/>
            <p:nvPr/>
          </p:nvSpPr>
          <p:spPr>
            <a:xfrm>
              <a:off x="5797620" y="3454253"/>
              <a:ext cx="190292" cy="190292"/>
            </a:xfrm>
            <a:custGeom>
              <a:avLst/>
              <a:gdLst/>
              <a:ahLst/>
              <a:cxnLst/>
              <a:rect l="l" t="t" r="r" b="b"/>
              <a:pathLst>
                <a:path w="21238" h="21238" extrusionOk="0">
                  <a:moveTo>
                    <a:pt x="10083" y="0"/>
                  </a:moveTo>
                  <a:lnTo>
                    <a:pt x="9527" y="40"/>
                  </a:lnTo>
                  <a:lnTo>
                    <a:pt x="9011" y="120"/>
                  </a:lnTo>
                  <a:lnTo>
                    <a:pt x="8495" y="199"/>
                  </a:lnTo>
                  <a:lnTo>
                    <a:pt x="7979" y="318"/>
                  </a:lnTo>
                  <a:lnTo>
                    <a:pt x="7463" y="477"/>
                  </a:lnTo>
                  <a:lnTo>
                    <a:pt x="6987" y="636"/>
                  </a:lnTo>
                  <a:lnTo>
                    <a:pt x="6510" y="834"/>
                  </a:lnTo>
                  <a:lnTo>
                    <a:pt x="6034" y="1033"/>
                  </a:lnTo>
                  <a:lnTo>
                    <a:pt x="5558" y="1271"/>
                  </a:lnTo>
                  <a:lnTo>
                    <a:pt x="5121" y="1549"/>
                  </a:lnTo>
                  <a:lnTo>
                    <a:pt x="4684" y="1826"/>
                  </a:lnTo>
                  <a:lnTo>
                    <a:pt x="4288" y="2104"/>
                  </a:lnTo>
                  <a:lnTo>
                    <a:pt x="3891" y="2422"/>
                  </a:lnTo>
                  <a:lnTo>
                    <a:pt x="3494" y="2739"/>
                  </a:lnTo>
                  <a:lnTo>
                    <a:pt x="3136" y="3097"/>
                  </a:lnTo>
                  <a:lnTo>
                    <a:pt x="2779" y="3494"/>
                  </a:lnTo>
                  <a:lnTo>
                    <a:pt x="2422" y="3851"/>
                  </a:lnTo>
                  <a:lnTo>
                    <a:pt x="2104" y="4248"/>
                  </a:lnTo>
                  <a:lnTo>
                    <a:pt x="1826" y="4685"/>
                  </a:lnTo>
                  <a:lnTo>
                    <a:pt x="1549" y="5121"/>
                  </a:lnTo>
                  <a:lnTo>
                    <a:pt x="1310" y="5558"/>
                  </a:lnTo>
                  <a:lnTo>
                    <a:pt x="1072" y="5994"/>
                  </a:lnTo>
                  <a:lnTo>
                    <a:pt x="834" y="6471"/>
                  </a:lnTo>
                  <a:lnTo>
                    <a:pt x="675" y="6947"/>
                  </a:lnTo>
                  <a:lnTo>
                    <a:pt x="477" y="7463"/>
                  </a:lnTo>
                  <a:lnTo>
                    <a:pt x="358" y="7940"/>
                  </a:lnTo>
                  <a:lnTo>
                    <a:pt x="239" y="8456"/>
                  </a:lnTo>
                  <a:lnTo>
                    <a:pt x="120" y="9011"/>
                  </a:lnTo>
                  <a:lnTo>
                    <a:pt x="80" y="9527"/>
                  </a:lnTo>
                  <a:lnTo>
                    <a:pt x="40" y="10083"/>
                  </a:lnTo>
                  <a:lnTo>
                    <a:pt x="1" y="10599"/>
                  </a:lnTo>
                  <a:lnTo>
                    <a:pt x="40" y="11155"/>
                  </a:lnTo>
                  <a:lnTo>
                    <a:pt x="80" y="11711"/>
                  </a:lnTo>
                  <a:lnTo>
                    <a:pt x="120" y="12227"/>
                  </a:lnTo>
                  <a:lnTo>
                    <a:pt x="239" y="12743"/>
                  </a:lnTo>
                  <a:lnTo>
                    <a:pt x="358" y="13259"/>
                  </a:lnTo>
                  <a:lnTo>
                    <a:pt x="477" y="13775"/>
                  </a:lnTo>
                  <a:lnTo>
                    <a:pt x="675" y="14251"/>
                  </a:lnTo>
                  <a:lnTo>
                    <a:pt x="834" y="14727"/>
                  </a:lnTo>
                  <a:lnTo>
                    <a:pt x="1072" y="15204"/>
                  </a:lnTo>
                  <a:lnTo>
                    <a:pt x="1310" y="15680"/>
                  </a:lnTo>
                  <a:lnTo>
                    <a:pt x="1549" y="16117"/>
                  </a:lnTo>
                  <a:lnTo>
                    <a:pt x="1826" y="16553"/>
                  </a:lnTo>
                  <a:lnTo>
                    <a:pt x="2104" y="16950"/>
                  </a:lnTo>
                  <a:lnTo>
                    <a:pt x="2422" y="17347"/>
                  </a:lnTo>
                  <a:lnTo>
                    <a:pt x="2779" y="17744"/>
                  </a:lnTo>
                  <a:lnTo>
                    <a:pt x="3136" y="18101"/>
                  </a:lnTo>
                  <a:lnTo>
                    <a:pt x="3494" y="18459"/>
                  </a:lnTo>
                  <a:lnTo>
                    <a:pt x="3891" y="18816"/>
                  </a:lnTo>
                  <a:lnTo>
                    <a:pt x="4288" y="19133"/>
                  </a:lnTo>
                  <a:lnTo>
                    <a:pt x="4684" y="19411"/>
                  </a:lnTo>
                  <a:lnTo>
                    <a:pt x="5121" y="19689"/>
                  </a:lnTo>
                  <a:lnTo>
                    <a:pt x="5558" y="19927"/>
                  </a:lnTo>
                  <a:lnTo>
                    <a:pt x="6034" y="20166"/>
                  </a:lnTo>
                  <a:lnTo>
                    <a:pt x="6510" y="20404"/>
                  </a:lnTo>
                  <a:lnTo>
                    <a:pt x="6987" y="20563"/>
                  </a:lnTo>
                  <a:lnTo>
                    <a:pt x="7463" y="20761"/>
                  </a:lnTo>
                  <a:lnTo>
                    <a:pt x="7979" y="20880"/>
                  </a:lnTo>
                  <a:lnTo>
                    <a:pt x="8495" y="20999"/>
                  </a:lnTo>
                  <a:lnTo>
                    <a:pt x="9011" y="21118"/>
                  </a:lnTo>
                  <a:lnTo>
                    <a:pt x="9527" y="21158"/>
                  </a:lnTo>
                  <a:lnTo>
                    <a:pt x="10083" y="21198"/>
                  </a:lnTo>
                  <a:lnTo>
                    <a:pt x="10639" y="21237"/>
                  </a:lnTo>
                  <a:lnTo>
                    <a:pt x="11155" y="21198"/>
                  </a:lnTo>
                  <a:lnTo>
                    <a:pt x="11710" y="21158"/>
                  </a:lnTo>
                  <a:lnTo>
                    <a:pt x="12227" y="21118"/>
                  </a:lnTo>
                  <a:lnTo>
                    <a:pt x="12782" y="20999"/>
                  </a:lnTo>
                  <a:lnTo>
                    <a:pt x="13259" y="20880"/>
                  </a:lnTo>
                  <a:lnTo>
                    <a:pt x="13775" y="20761"/>
                  </a:lnTo>
                  <a:lnTo>
                    <a:pt x="14291" y="20563"/>
                  </a:lnTo>
                  <a:lnTo>
                    <a:pt x="14767" y="20404"/>
                  </a:lnTo>
                  <a:lnTo>
                    <a:pt x="15243" y="20166"/>
                  </a:lnTo>
                  <a:lnTo>
                    <a:pt x="15680" y="19927"/>
                  </a:lnTo>
                  <a:lnTo>
                    <a:pt x="16117" y="19689"/>
                  </a:lnTo>
                  <a:lnTo>
                    <a:pt x="16553" y="19411"/>
                  </a:lnTo>
                  <a:lnTo>
                    <a:pt x="16990" y="19133"/>
                  </a:lnTo>
                  <a:lnTo>
                    <a:pt x="17387" y="18816"/>
                  </a:lnTo>
                  <a:lnTo>
                    <a:pt x="17744" y="18459"/>
                  </a:lnTo>
                  <a:lnTo>
                    <a:pt x="18141" y="18101"/>
                  </a:lnTo>
                  <a:lnTo>
                    <a:pt x="18498" y="17744"/>
                  </a:lnTo>
                  <a:lnTo>
                    <a:pt x="18816" y="17347"/>
                  </a:lnTo>
                  <a:lnTo>
                    <a:pt x="19133" y="16950"/>
                  </a:lnTo>
                  <a:lnTo>
                    <a:pt x="19411" y="16553"/>
                  </a:lnTo>
                  <a:lnTo>
                    <a:pt x="19689" y="16117"/>
                  </a:lnTo>
                  <a:lnTo>
                    <a:pt x="19967" y="15680"/>
                  </a:lnTo>
                  <a:lnTo>
                    <a:pt x="20205" y="15204"/>
                  </a:lnTo>
                  <a:lnTo>
                    <a:pt x="20404" y="14727"/>
                  </a:lnTo>
                  <a:lnTo>
                    <a:pt x="20602" y="14251"/>
                  </a:lnTo>
                  <a:lnTo>
                    <a:pt x="20761" y="13775"/>
                  </a:lnTo>
                  <a:lnTo>
                    <a:pt x="20920" y="13259"/>
                  </a:lnTo>
                  <a:lnTo>
                    <a:pt x="21039" y="12743"/>
                  </a:lnTo>
                  <a:lnTo>
                    <a:pt x="21118" y="12227"/>
                  </a:lnTo>
                  <a:lnTo>
                    <a:pt x="21198" y="11711"/>
                  </a:lnTo>
                  <a:lnTo>
                    <a:pt x="21237" y="11155"/>
                  </a:lnTo>
                  <a:lnTo>
                    <a:pt x="21237" y="10599"/>
                  </a:lnTo>
                  <a:lnTo>
                    <a:pt x="21237" y="10083"/>
                  </a:lnTo>
                  <a:lnTo>
                    <a:pt x="21198" y="9527"/>
                  </a:lnTo>
                  <a:lnTo>
                    <a:pt x="21118" y="9011"/>
                  </a:lnTo>
                  <a:lnTo>
                    <a:pt x="21039" y="8456"/>
                  </a:lnTo>
                  <a:lnTo>
                    <a:pt x="20920" y="7940"/>
                  </a:lnTo>
                  <a:lnTo>
                    <a:pt x="20761" y="7463"/>
                  </a:lnTo>
                  <a:lnTo>
                    <a:pt x="20602" y="6947"/>
                  </a:lnTo>
                  <a:lnTo>
                    <a:pt x="20404" y="6471"/>
                  </a:lnTo>
                  <a:lnTo>
                    <a:pt x="20205" y="5994"/>
                  </a:lnTo>
                  <a:lnTo>
                    <a:pt x="19967" y="5558"/>
                  </a:lnTo>
                  <a:lnTo>
                    <a:pt x="19689" y="5121"/>
                  </a:lnTo>
                  <a:lnTo>
                    <a:pt x="19411" y="4685"/>
                  </a:lnTo>
                  <a:lnTo>
                    <a:pt x="19133" y="4248"/>
                  </a:lnTo>
                  <a:lnTo>
                    <a:pt x="18816" y="3851"/>
                  </a:lnTo>
                  <a:lnTo>
                    <a:pt x="18498" y="3494"/>
                  </a:lnTo>
                  <a:lnTo>
                    <a:pt x="18141" y="3097"/>
                  </a:lnTo>
                  <a:lnTo>
                    <a:pt x="17744" y="2739"/>
                  </a:lnTo>
                  <a:lnTo>
                    <a:pt x="17387" y="2422"/>
                  </a:lnTo>
                  <a:lnTo>
                    <a:pt x="16990" y="2104"/>
                  </a:lnTo>
                  <a:lnTo>
                    <a:pt x="16553" y="1826"/>
                  </a:lnTo>
                  <a:lnTo>
                    <a:pt x="16117" y="1549"/>
                  </a:lnTo>
                  <a:lnTo>
                    <a:pt x="15680" y="1271"/>
                  </a:lnTo>
                  <a:lnTo>
                    <a:pt x="15243" y="1033"/>
                  </a:lnTo>
                  <a:lnTo>
                    <a:pt x="14767" y="834"/>
                  </a:lnTo>
                  <a:lnTo>
                    <a:pt x="14291" y="636"/>
                  </a:lnTo>
                  <a:lnTo>
                    <a:pt x="13775" y="477"/>
                  </a:lnTo>
                  <a:lnTo>
                    <a:pt x="13259" y="318"/>
                  </a:lnTo>
                  <a:lnTo>
                    <a:pt x="12782" y="199"/>
                  </a:lnTo>
                  <a:lnTo>
                    <a:pt x="12227" y="120"/>
                  </a:lnTo>
                  <a:lnTo>
                    <a:pt x="11710" y="40"/>
                  </a:lnTo>
                  <a:lnTo>
                    <a:pt x="1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2">
              <a:extLst>
                <a:ext uri="{FF2B5EF4-FFF2-40B4-BE49-F238E27FC236}">
                  <a16:creationId xmlns:a16="http://schemas.microsoft.com/office/drawing/2014/main" id="{1C85272A-D565-7A71-3C8A-C59696215F0E}"/>
                </a:ext>
              </a:extLst>
            </p:cNvPr>
            <p:cNvSpPr/>
            <p:nvPr/>
          </p:nvSpPr>
          <p:spPr>
            <a:xfrm>
              <a:off x="6002481" y="3050210"/>
              <a:ext cx="1431566" cy="646975"/>
            </a:xfrm>
            <a:custGeom>
              <a:avLst/>
              <a:gdLst/>
              <a:ahLst/>
              <a:cxnLst/>
              <a:rect l="l" t="t" r="r" b="b"/>
              <a:pathLst>
                <a:path w="159773" h="72207" extrusionOk="0">
                  <a:moveTo>
                    <a:pt x="80343" y="1"/>
                  </a:moveTo>
                  <a:lnTo>
                    <a:pt x="77128" y="80"/>
                  </a:lnTo>
                  <a:lnTo>
                    <a:pt x="73436" y="199"/>
                  </a:lnTo>
                  <a:lnTo>
                    <a:pt x="69387" y="477"/>
                  </a:lnTo>
                  <a:lnTo>
                    <a:pt x="65021" y="835"/>
                  </a:lnTo>
                  <a:lnTo>
                    <a:pt x="62758" y="1073"/>
                  </a:lnTo>
                  <a:lnTo>
                    <a:pt x="60456" y="1351"/>
                  </a:lnTo>
                  <a:lnTo>
                    <a:pt x="58114" y="1628"/>
                  </a:lnTo>
                  <a:lnTo>
                    <a:pt x="55772" y="1946"/>
                  </a:lnTo>
                  <a:lnTo>
                    <a:pt x="53351" y="2303"/>
                  </a:lnTo>
                  <a:lnTo>
                    <a:pt x="50969" y="2700"/>
                  </a:lnTo>
                  <a:lnTo>
                    <a:pt x="48548" y="3137"/>
                  </a:lnTo>
                  <a:lnTo>
                    <a:pt x="46166" y="3574"/>
                  </a:lnTo>
                  <a:lnTo>
                    <a:pt x="43784" y="4090"/>
                  </a:lnTo>
                  <a:lnTo>
                    <a:pt x="41442" y="4606"/>
                  </a:lnTo>
                  <a:lnTo>
                    <a:pt x="39140" y="5161"/>
                  </a:lnTo>
                  <a:lnTo>
                    <a:pt x="36877" y="5757"/>
                  </a:lnTo>
                  <a:lnTo>
                    <a:pt x="34654" y="6392"/>
                  </a:lnTo>
                  <a:lnTo>
                    <a:pt x="32511" y="7067"/>
                  </a:lnTo>
                  <a:lnTo>
                    <a:pt x="30447" y="7781"/>
                  </a:lnTo>
                  <a:lnTo>
                    <a:pt x="28462" y="8535"/>
                  </a:lnTo>
                  <a:lnTo>
                    <a:pt x="26557" y="9329"/>
                  </a:lnTo>
                  <a:lnTo>
                    <a:pt x="24731" y="10163"/>
                  </a:lnTo>
                  <a:lnTo>
                    <a:pt x="23024" y="11036"/>
                  </a:lnTo>
                  <a:lnTo>
                    <a:pt x="22230" y="11473"/>
                  </a:lnTo>
                  <a:lnTo>
                    <a:pt x="21436" y="11949"/>
                  </a:lnTo>
                  <a:lnTo>
                    <a:pt x="20721" y="12425"/>
                  </a:lnTo>
                  <a:lnTo>
                    <a:pt x="20007" y="12902"/>
                  </a:lnTo>
                  <a:lnTo>
                    <a:pt x="19332" y="13378"/>
                  </a:lnTo>
                  <a:lnTo>
                    <a:pt x="18697" y="13894"/>
                  </a:lnTo>
                  <a:lnTo>
                    <a:pt x="18062" y="14410"/>
                  </a:lnTo>
                  <a:lnTo>
                    <a:pt x="17506" y="14966"/>
                  </a:lnTo>
                  <a:lnTo>
                    <a:pt x="16990" y="15482"/>
                  </a:lnTo>
                  <a:lnTo>
                    <a:pt x="16474" y="16038"/>
                  </a:lnTo>
                  <a:lnTo>
                    <a:pt x="15442" y="17308"/>
                  </a:lnTo>
                  <a:lnTo>
                    <a:pt x="14450" y="18697"/>
                  </a:lnTo>
                  <a:lnTo>
                    <a:pt x="13497" y="20126"/>
                  </a:lnTo>
                  <a:lnTo>
                    <a:pt x="12624" y="21635"/>
                  </a:lnTo>
                  <a:lnTo>
                    <a:pt x="11750" y="23183"/>
                  </a:lnTo>
                  <a:lnTo>
                    <a:pt x="10917" y="24810"/>
                  </a:lnTo>
                  <a:lnTo>
                    <a:pt x="10083" y="26478"/>
                  </a:lnTo>
                  <a:lnTo>
                    <a:pt x="9329" y="28224"/>
                  </a:lnTo>
                  <a:lnTo>
                    <a:pt x="8615" y="29971"/>
                  </a:lnTo>
                  <a:lnTo>
                    <a:pt x="7940" y="31797"/>
                  </a:lnTo>
                  <a:lnTo>
                    <a:pt x="7265" y="33662"/>
                  </a:lnTo>
                  <a:lnTo>
                    <a:pt x="6669" y="35528"/>
                  </a:lnTo>
                  <a:lnTo>
                    <a:pt x="6074" y="37433"/>
                  </a:lnTo>
                  <a:lnTo>
                    <a:pt x="5518" y="39339"/>
                  </a:lnTo>
                  <a:lnTo>
                    <a:pt x="4963" y="41284"/>
                  </a:lnTo>
                  <a:lnTo>
                    <a:pt x="4486" y="43229"/>
                  </a:lnTo>
                  <a:lnTo>
                    <a:pt x="4010" y="45214"/>
                  </a:lnTo>
                  <a:lnTo>
                    <a:pt x="3573" y="47159"/>
                  </a:lnTo>
                  <a:lnTo>
                    <a:pt x="3176" y="49104"/>
                  </a:lnTo>
                  <a:lnTo>
                    <a:pt x="2779" y="51088"/>
                  </a:lnTo>
                  <a:lnTo>
                    <a:pt x="2105" y="54939"/>
                  </a:lnTo>
                  <a:lnTo>
                    <a:pt x="1509" y="58710"/>
                  </a:lnTo>
                  <a:lnTo>
                    <a:pt x="993" y="62362"/>
                  </a:lnTo>
                  <a:lnTo>
                    <a:pt x="596" y="65855"/>
                  </a:lnTo>
                  <a:lnTo>
                    <a:pt x="279" y="69150"/>
                  </a:lnTo>
                  <a:lnTo>
                    <a:pt x="1" y="72206"/>
                  </a:lnTo>
                  <a:lnTo>
                    <a:pt x="1033" y="72206"/>
                  </a:lnTo>
                  <a:lnTo>
                    <a:pt x="3692" y="72167"/>
                  </a:lnTo>
                  <a:lnTo>
                    <a:pt x="12941" y="72127"/>
                  </a:lnTo>
                  <a:lnTo>
                    <a:pt x="40847" y="72167"/>
                  </a:lnTo>
                  <a:lnTo>
                    <a:pt x="81216" y="72206"/>
                  </a:lnTo>
                  <a:lnTo>
                    <a:pt x="93204" y="72127"/>
                  </a:lnTo>
                  <a:lnTo>
                    <a:pt x="119800" y="72008"/>
                  </a:lnTo>
                  <a:lnTo>
                    <a:pt x="134130" y="71968"/>
                  </a:lnTo>
                  <a:lnTo>
                    <a:pt x="146713" y="71968"/>
                  </a:lnTo>
                  <a:lnTo>
                    <a:pt x="151834" y="72008"/>
                  </a:lnTo>
                  <a:lnTo>
                    <a:pt x="155882" y="72047"/>
                  </a:lnTo>
                  <a:lnTo>
                    <a:pt x="158582" y="72127"/>
                  </a:lnTo>
                  <a:lnTo>
                    <a:pt x="159376" y="72167"/>
                  </a:lnTo>
                  <a:lnTo>
                    <a:pt x="159773" y="72206"/>
                  </a:lnTo>
                  <a:lnTo>
                    <a:pt x="159534" y="69150"/>
                  </a:lnTo>
                  <a:lnTo>
                    <a:pt x="159177" y="65855"/>
                  </a:lnTo>
                  <a:lnTo>
                    <a:pt x="158780" y="62362"/>
                  </a:lnTo>
                  <a:lnTo>
                    <a:pt x="158304" y="58710"/>
                  </a:lnTo>
                  <a:lnTo>
                    <a:pt x="157708" y="54939"/>
                  </a:lnTo>
                  <a:lnTo>
                    <a:pt x="156994" y="51088"/>
                  </a:lnTo>
                  <a:lnTo>
                    <a:pt x="156637" y="49104"/>
                  </a:lnTo>
                  <a:lnTo>
                    <a:pt x="156200" y="47159"/>
                  </a:lnTo>
                  <a:lnTo>
                    <a:pt x="155763" y="45214"/>
                  </a:lnTo>
                  <a:lnTo>
                    <a:pt x="155327" y="43229"/>
                  </a:lnTo>
                  <a:lnTo>
                    <a:pt x="154811" y="41284"/>
                  </a:lnTo>
                  <a:lnTo>
                    <a:pt x="154295" y="39339"/>
                  </a:lnTo>
                  <a:lnTo>
                    <a:pt x="153739" y="37433"/>
                  </a:lnTo>
                  <a:lnTo>
                    <a:pt x="153144" y="35528"/>
                  </a:lnTo>
                  <a:lnTo>
                    <a:pt x="152508" y="33662"/>
                  </a:lnTo>
                  <a:lnTo>
                    <a:pt x="151873" y="31797"/>
                  </a:lnTo>
                  <a:lnTo>
                    <a:pt x="151159" y="29971"/>
                  </a:lnTo>
                  <a:lnTo>
                    <a:pt x="150444" y="28224"/>
                  </a:lnTo>
                  <a:lnTo>
                    <a:pt x="149690" y="26478"/>
                  </a:lnTo>
                  <a:lnTo>
                    <a:pt x="148896" y="24810"/>
                  </a:lnTo>
                  <a:lnTo>
                    <a:pt x="148063" y="23183"/>
                  </a:lnTo>
                  <a:lnTo>
                    <a:pt x="147189" y="21635"/>
                  </a:lnTo>
                  <a:lnTo>
                    <a:pt x="146276" y="20126"/>
                  </a:lnTo>
                  <a:lnTo>
                    <a:pt x="145324" y="18697"/>
                  </a:lnTo>
                  <a:lnTo>
                    <a:pt x="144331" y="17308"/>
                  </a:lnTo>
                  <a:lnTo>
                    <a:pt x="143299" y="16038"/>
                  </a:lnTo>
                  <a:lnTo>
                    <a:pt x="142823" y="15482"/>
                  </a:lnTo>
                  <a:lnTo>
                    <a:pt x="142267" y="14966"/>
                  </a:lnTo>
                  <a:lnTo>
                    <a:pt x="141711" y="14410"/>
                  </a:lnTo>
                  <a:lnTo>
                    <a:pt x="141116" y="13894"/>
                  </a:lnTo>
                  <a:lnTo>
                    <a:pt x="140481" y="13378"/>
                  </a:lnTo>
                  <a:lnTo>
                    <a:pt x="139806" y="12902"/>
                  </a:lnTo>
                  <a:lnTo>
                    <a:pt x="139092" y="12425"/>
                  </a:lnTo>
                  <a:lnTo>
                    <a:pt x="138377" y="11949"/>
                  </a:lnTo>
                  <a:lnTo>
                    <a:pt x="137623" y="11473"/>
                  </a:lnTo>
                  <a:lnTo>
                    <a:pt x="136829" y="11036"/>
                  </a:lnTo>
                  <a:lnTo>
                    <a:pt x="135162" y="10163"/>
                  </a:lnTo>
                  <a:lnTo>
                    <a:pt x="133375" y="9329"/>
                  </a:lnTo>
                  <a:lnTo>
                    <a:pt x="131510" y="8535"/>
                  </a:lnTo>
                  <a:lnTo>
                    <a:pt x="129525" y="7781"/>
                  </a:lnTo>
                  <a:lnTo>
                    <a:pt x="127501" y="7067"/>
                  </a:lnTo>
                  <a:lnTo>
                    <a:pt x="125357" y="6392"/>
                  </a:lnTo>
                  <a:lnTo>
                    <a:pt x="123214" y="5757"/>
                  </a:lnTo>
                  <a:lnTo>
                    <a:pt x="120991" y="5161"/>
                  </a:lnTo>
                  <a:lnTo>
                    <a:pt x="118728" y="4606"/>
                  </a:lnTo>
                  <a:lnTo>
                    <a:pt x="116426" y="4090"/>
                  </a:lnTo>
                  <a:lnTo>
                    <a:pt x="114084" y="3574"/>
                  </a:lnTo>
                  <a:lnTo>
                    <a:pt x="111742" y="3137"/>
                  </a:lnTo>
                  <a:lnTo>
                    <a:pt x="109360" y="2700"/>
                  </a:lnTo>
                  <a:lnTo>
                    <a:pt x="107018" y="2303"/>
                  </a:lnTo>
                  <a:lnTo>
                    <a:pt x="104676" y="1946"/>
                  </a:lnTo>
                  <a:lnTo>
                    <a:pt x="102334" y="1628"/>
                  </a:lnTo>
                  <a:lnTo>
                    <a:pt x="100032" y="1351"/>
                  </a:lnTo>
                  <a:lnTo>
                    <a:pt x="97769" y="1073"/>
                  </a:lnTo>
                  <a:lnTo>
                    <a:pt x="95546" y="835"/>
                  </a:lnTo>
                  <a:lnTo>
                    <a:pt x="93363" y="636"/>
                  </a:lnTo>
                  <a:lnTo>
                    <a:pt x="91259" y="477"/>
                  </a:lnTo>
                  <a:lnTo>
                    <a:pt x="87250" y="199"/>
                  </a:lnTo>
                  <a:lnTo>
                    <a:pt x="83598" y="80"/>
                  </a:lnTo>
                  <a:lnTo>
                    <a:pt x="803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2">
              <a:extLst>
                <a:ext uri="{FF2B5EF4-FFF2-40B4-BE49-F238E27FC236}">
                  <a16:creationId xmlns:a16="http://schemas.microsoft.com/office/drawing/2014/main" id="{FED0CD22-C462-E36F-0188-25EB9E2495F9}"/>
                </a:ext>
              </a:extLst>
            </p:cNvPr>
            <p:cNvSpPr/>
            <p:nvPr/>
          </p:nvSpPr>
          <p:spPr>
            <a:xfrm>
              <a:off x="6113451" y="3130600"/>
              <a:ext cx="1209627" cy="538836"/>
            </a:xfrm>
            <a:custGeom>
              <a:avLst/>
              <a:gdLst/>
              <a:ahLst/>
              <a:cxnLst/>
              <a:rect l="l" t="t" r="r" b="b"/>
              <a:pathLst>
                <a:path w="135003" h="60138" extrusionOk="0">
                  <a:moveTo>
                    <a:pt x="67522" y="0"/>
                  </a:moveTo>
                  <a:lnTo>
                    <a:pt x="64386" y="40"/>
                  </a:lnTo>
                  <a:lnTo>
                    <a:pt x="60972" y="199"/>
                  </a:lnTo>
                  <a:lnTo>
                    <a:pt x="57320" y="437"/>
                  </a:lnTo>
                  <a:lnTo>
                    <a:pt x="53470" y="754"/>
                  </a:lnTo>
                  <a:lnTo>
                    <a:pt x="49500" y="1191"/>
                  </a:lnTo>
                  <a:lnTo>
                    <a:pt x="45491" y="1707"/>
                  </a:lnTo>
                  <a:lnTo>
                    <a:pt x="43466" y="1985"/>
                  </a:lnTo>
                  <a:lnTo>
                    <a:pt x="41442" y="2342"/>
                  </a:lnTo>
                  <a:lnTo>
                    <a:pt x="39418" y="2660"/>
                  </a:lnTo>
                  <a:lnTo>
                    <a:pt x="37433" y="3057"/>
                  </a:lnTo>
                  <a:lnTo>
                    <a:pt x="35448" y="3453"/>
                  </a:lnTo>
                  <a:lnTo>
                    <a:pt x="33503" y="3890"/>
                  </a:lnTo>
                  <a:lnTo>
                    <a:pt x="31637" y="4327"/>
                  </a:lnTo>
                  <a:lnTo>
                    <a:pt x="29772" y="4803"/>
                  </a:lnTo>
                  <a:lnTo>
                    <a:pt x="27985" y="5319"/>
                  </a:lnTo>
                  <a:lnTo>
                    <a:pt x="26239" y="5875"/>
                  </a:lnTo>
                  <a:lnTo>
                    <a:pt x="24532" y="6431"/>
                  </a:lnTo>
                  <a:lnTo>
                    <a:pt x="22944" y="7026"/>
                  </a:lnTo>
                  <a:lnTo>
                    <a:pt x="21436" y="7621"/>
                  </a:lnTo>
                  <a:lnTo>
                    <a:pt x="19967" y="8257"/>
                  </a:lnTo>
                  <a:lnTo>
                    <a:pt x="18657" y="8931"/>
                  </a:lnTo>
                  <a:lnTo>
                    <a:pt x="17387" y="9646"/>
                  </a:lnTo>
                  <a:lnTo>
                    <a:pt x="16275" y="10360"/>
                  </a:lnTo>
                  <a:lnTo>
                    <a:pt x="15243" y="11115"/>
                  </a:lnTo>
                  <a:lnTo>
                    <a:pt x="14807" y="11512"/>
                  </a:lnTo>
                  <a:lnTo>
                    <a:pt x="14370" y="11909"/>
                  </a:lnTo>
                  <a:lnTo>
                    <a:pt x="13973" y="12305"/>
                  </a:lnTo>
                  <a:lnTo>
                    <a:pt x="13576" y="12742"/>
                  </a:lnTo>
                  <a:lnTo>
                    <a:pt x="13100" y="13338"/>
                  </a:lnTo>
                  <a:lnTo>
                    <a:pt x="12584" y="13973"/>
                  </a:lnTo>
                  <a:lnTo>
                    <a:pt x="11631" y="15362"/>
                  </a:lnTo>
                  <a:lnTo>
                    <a:pt x="10758" y="16791"/>
                  </a:lnTo>
                  <a:lnTo>
                    <a:pt x="9885" y="18339"/>
                  </a:lnTo>
                  <a:lnTo>
                    <a:pt x="9091" y="19927"/>
                  </a:lnTo>
                  <a:lnTo>
                    <a:pt x="8297" y="21594"/>
                  </a:lnTo>
                  <a:lnTo>
                    <a:pt x="7582" y="23341"/>
                  </a:lnTo>
                  <a:lnTo>
                    <a:pt x="6907" y="25127"/>
                  </a:lnTo>
                  <a:lnTo>
                    <a:pt x="6272" y="26953"/>
                  </a:lnTo>
                  <a:lnTo>
                    <a:pt x="5637" y="28779"/>
                  </a:lnTo>
                  <a:lnTo>
                    <a:pt x="5081" y="30645"/>
                  </a:lnTo>
                  <a:lnTo>
                    <a:pt x="4565" y="32550"/>
                  </a:lnTo>
                  <a:lnTo>
                    <a:pt x="4049" y="34455"/>
                  </a:lnTo>
                  <a:lnTo>
                    <a:pt x="3613" y="36321"/>
                  </a:lnTo>
                  <a:lnTo>
                    <a:pt x="3176" y="38226"/>
                  </a:lnTo>
                  <a:lnTo>
                    <a:pt x="2779" y="40052"/>
                  </a:lnTo>
                  <a:lnTo>
                    <a:pt x="2104" y="43665"/>
                  </a:lnTo>
                  <a:lnTo>
                    <a:pt x="1509" y="47118"/>
                  </a:lnTo>
                  <a:lnTo>
                    <a:pt x="1033" y="50294"/>
                  </a:lnTo>
                  <a:lnTo>
                    <a:pt x="675" y="53152"/>
                  </a:lnTo>
                  <a:lnTo>
                    <a:pt x="397" y="55613"/>
                  </a:lnTo>
                  <a:lnTo>
                    <a:pt x="199" y="57598"/>
                  </a:lnTo>
                  <a:lnTo>
                    <a:pt x="1" y="59900"/>
                  </a:lnTo>
                  <a:lnTo>
                    <a:pt x="1" y="59940"/>
                  </a:lnTo>
                  <a:lnTo>
                    <a:pt x="199" y="59940"/>
                  </a:lnTo>
                  <a:lnTo>
                    <a:pt x="1191" y="59979"/>
                  </a:lnTo>
                  <a:lnTo>
                    <a:pt x="5240" y="60019"/>
                  </a:lnTo>
                  <a:lnTo>
                    <a:pt x="20404" y="60098"/>
                  </a:lnTo>
                  <a:lnTo>
                    <a:pt x="42156" y="60138"/>
                  </a:lnTo>
                  <a:lnTo>
                    <a:pt x="92410" y="60138"/>
                  </a:lnTo>
                  <a:lnTo>
                    <a:pt x="114242" y="60059"/>
                  </a:lnTo>
                  <a:lnTo>
                    <a:pt x="129565" y="59979"/>
                  </a:lnTo>
                  <a:lnTo>
                    <a:pt x="133733" y="59940"/>
                  </a:lnTo>
                  <a:lnTo>
                    <a:pt x="134765" y="59940"/>
                  </a:lnTo>
                  <a:lnTo>
                    <a:pt x="135003" y="59900"/>
                  </a:lnTo>
                  <a:lnTo>
                    <a:pt x="134844" y="57598"/>
                  </a:lnTo>
                  <a:lnTo>
                    <a:pt x="134646" y="55613"/>
                  </a:lnTo>
                  <a:lnTo>
                    <a:pt x="134368" y="53152"/>
                  </a:lnTo>
                  <a:lnTo>
                    <a:pt x="134010" y="50294"/>
                  </a:lnTo>
                  <a:lnTo>
                    <a:pt x="133534" y="47118"/>
                  </a:lnTo>
                  <a:lnTo>
                    <a:pt x="132939" y="43665"/>
                  </a:lnTo>
                  <a:lnTo>
                    <a:pt x="132264" y="40052"/>
                  </a:lnTo>
                  <a:lnTo>
                    <a:pt x="131867" y="38226"/>
                  </a:lnTo>
                  <a:lnTo>
                    <a:pt x="131430" y="36321"/>
                  </a:lnTo>
                  <a:lnTo>
                    <a:pt x="130954" y="34455"/>
                  </a:lnTo>
                  <a:lnTo>
                    <a:pt x="130478" y="32550"/>
                  </a:lnTo>
                  <a:lnTo>
                    <a:pt x="129962" y="30645"/>
                  </a:lnTo>
                  <a:lnTo>
                    <a:pt x="129366" y="28779"/>
                  </a:lnTo>
                  <a:lnTo>
                    <a:pt x="128771" y="26953"/>
                  </a:lnTo>
                  <a:lnTo>
                    <a:pt x="128136" y="25127"/>
                  </a:lnTo>
                  <a:lnTo>
                    <a:pt x="127461" y="23341"/>
                  </a:lnTo>
                  <a:lnTo>
                    <a:pt x="126707" y="21594"/>
                  </a:lnTo>
                  <a:lnTo>
                    <a:pt x="125952" y="19927"/>
                  </a:lnTo>
                  <a:lnTo>
                    <a:pt x="125158" y="18339"/>
                  </a:lnTo>
                  <a:lnTo>
                    <a:pt x="124285" y="16791"/>
                  </a:lnTo>
                  <a:lnTo>
                    <a:pt x="123372" y="15362"/>
                  </a:lnTo>
                  <a:lnTo>
                    <a:pt x="122459" y="13973"/>
                  </a:lnTo>
                  <a:lnTo>
                    <a:pt x="121943" y="13338"/>
                  </a:lnTo>
                  <a:lnTo>
                    <a:pt x="121427" y="12742"/>
                  </a:lnTo>
                  <a:lnTo>
                    <a:pt x="121070" y="12305"/>
                  </a:lnTo>
                  <a:lnTo>
                    <a:pt x="120673" y="11909"/>
                  </a:lnTo>
                  <a:lnTo>
                    <a:pt x="120236" y="11512"/>
                  </a:lnTo>
                  <a:lnTo>
                    <a:pt x="119800" y="11115"/>
                  </a:lnTo>
                  <a:lnTo>
                    <a:pt x="118768" y="10360"/>
                  </a:lnTo>
                  <a:lnTo>
                    <a:pt x="117616" y="9646"/>
                  </a:lnTo>
                  <a:lnTo>
                    <a:pt x="116386" y="8931"/>
                  </a:lnTo>
                  <a:lnTo>
                    <a:pt x="115036" y="8257"/>
                  </a:lnTo>
                  <a:lnTo>
                    <a:pt x="113607" y="7621"/>
                  </a:lnTo>
                  <a:lnTo>
                    <a:pt x="112099" y="7026"/>
                  </a:lnTo>
                  <a:lnTo>
                    <a:pt x="110471" y="6431"/>
                  </a:lnTo>
                  <a:lnTo>
                    <a:pt x="108804" y="5875"/>
                  </a:lnTo>
                  <a:lnTo>
                    <a:pt x="107058" y="5319"/>
                  </a:lnTo>
                  <a:lnTo>
                    <a:pt x="105271" y="4803"/>
                  </a:lnTo>
                  <a:lnTo>
                    <a:pt x="103406" y="4327"/>
                  </a:lnTo>
                  <a:lnTo>
                    <a:pt x="101500" y="3890"/>
                  </a:lnTo>
                  <a:lnTo>
                    <a:pt x="99595" y="3453"/>
                  </a:lnTo>
                  <a:lnTo>
                    <a:pt x="97610" y="3057"/>
                  </a:lnTo>
                  <a:lnTo>
                    <a:pt x="95625" y="2660"/>
                  </a:lnTo>
                  <a:lnTo>
                    <a:pt x="93601" y="2342"/>
                  </a:lnTo>
                  <a:lnTo>
                    <a:pt x="91577" y="1985"/>
                  </a:lnTo>
                  <a:lnTo>
                    <a:pt x="89552" y="1707"/>
                  </a:lnTo>
                  <a:lnTo>
                    <a:pt x="85543" y="1191"/>
                  </a:lnTo>
                  <a:lnTo>
                    <a:pt x="81573" y="754"/>
                  </a:lnTo>
                  <a:lnTo>
                    <a:pt x="77723" y="437"/>
                  </a:lnTo>
                  <a:lnTo>
                    <a:pt x="74071" y="199"/>
                  </a:lnTo>
                  <a:lnTo>
                    <a:pt x="70657" y="40"/>
                  </a:lnTo>
                  <a:lnTo>
                    <a:pt x="675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2">
              <a:extLst>
                <a:ext uri="{FF2B5EF4-FFF2-40B4-BE49-F238E27FC236}">
                  <a16:creationId xmlns:a16="http://schemas.microsoft.com/office/drawing/2014/main" id="{5A04956E-4769-F6DA-164A-FCA734E354DE}"/>
                </a:ext>
              </a:extLst>
            </p:cNvPr>
            <p:cNvSpPr/>
            <p:nvPr/>
          </p:nvSpPr>
          <p:spPr>
            <a:xfrm>
              <a:off x="5960163" y="3586914"/>
              <a:ext cx="1477083" cy="172157"/>
            </a:xfrm>
            <a:custGeom>
              <a:avLst/>
              <a:gdLst/>
              <a:ahLst/>
              <a:cxnLst/>
              <a:rect l="l" t="t" r="r" b="b"/>
              <a:pathLst>
                <a:path w="164853" h="19214" extrusionOk="0">
                  <a:moveTo>
                    <a:pt x="79588" y="1"/>
                  </a:moveTo>
                  <a:lnTo>
                    <a:pt x="74745" y="120"/>
                  </a:lnTo>
                  <a:lnTo>
                    <a:pt x="70061" y="239"/>
                  </a:lnTo>
                  <a:lnTo>
                    <a:pt x="65576" y="437"/>
                  </a:lnTo>
                  <a:lnTo>
                    <a:pt x="61289" y="676"/>
                  </a:lnTo>
                  <a:lnTo>
                    <a:pt x="57161" y="953"/>
                  </a:lnTo>
                  <a:lnTo>
                    <a:pt x="53231" y="1271"/>
                  </a:lnTo>
                  <a:lnTo>
                    <a:pt x="49500" y="1628"/>
                  </a:lnTo>
                  <a:lnTo>
                    <a:pt x="45887" y="2025"/>
                  </a:lnTo>
                  <a:lnTo>
                    <a:pt x="42513" y="2422"/>
                  </a:lnTo>
                  <a:lnTo>
                    <a:pt x="39258" y="2859"/>
                  </a:lnTo>
                  <a:lnTo>
                    <a:pt x="36162" y="3335"/>
                  </a:lnTo>
                  <a:lnTo>
                    <a:pt x="33264" y="3811"/>
                  </a:lnTo>
                  <a:lnTo>
                    <a:pt x="30525" y="4288"/>
                  </a:lnTo>
                  <a:lnTo>
                    <a:pt x="27906" y="4804"/>
                  </a:lnTo>
                  <a:lnTo>
                    <a:pt x="25484" y="5320"/>
                  </a:lnTo>
                  <a:lnTo>
                    <a:pt x="23182" y="5836"/>
                  </a:lnTo>
                  <a:lnTo>
                    <a:pt x="21038" y="6312"/>
                  </a:lnTo>
                  <a:lnTo>
                    <a:pt x="19014" y="6828"/>
                  </a:lnTo>
                  <a:lnTo>
                    <a:pt x="17148" y="7344"/>
                  </a:lnTo>
                  <a:lnTo>
                    <a:pt x="15441" y="7821"/>
                  </a:lnTo>
                  <a:lnTo>
                    <a:pt x="13854" y="8297"/>
                  </a:lnTo>
                  <a:lnTo>
                    <a:pt x="11075" y="9210"/>
                  </a:lnTo>
                  <a:lnTo>
                    <a:pt x="8773" y="10004"/>
                  </a:lnTo>
                  <a:lnTo>
                    <a:pt x="6986" y="10639"/>
                  </a:lnTo>
                  <a:lnTo>
                    <a:pt x="5637" y="11155"/>
                  </a:lnTo>
                  <a:lnTo>
                    <a:pt x="4724" y="11473"/>
                  </a:lnTo>
                  <a:lnTo>
                    <a:pt x="4486" y="15363"/>
                  </a:lnTo>
                  <a:lnTo>
                    <a:pt x="4366" y="17308"/>
                  </a:lnTo>
                  <a:lnTo>
                    <a:pt x="3215" y="17705"/>
                  </a:lnTo>
                  <a:lnTo>
                    <a:pt x="2104" y="18181"/>
                  </a:lnTo>
                  <a:lnTo>
                    <a:pt x="1032" y="18657"/>
                  </a:lnTo>
                  <a:lnTo>
                    <a:pt x="0" y="19213"/>
                  </a:lnTo>
                  <a:lnTo>
                    <a:pt x="3176" y="18300"/>
                  </a:lnTo>
                  <a:lnTo>
                    <a:pt x="6391" y="17467"/>
                  </a:lnTo>
                  <a:lnTo>
                    <a:pt x="9646" y="16633"/>
                  </a:lnTo>
                  <a:lnTo>
                    <a:pt x="12861" y="15879"/>
                  </a:lnTo>
                  <a:lnTo>
                    <a:pt x="16116" y="15125"/>
                  </a:lnTo>
                  <a:lnTo>
                    <a:pt x="19371" y="14450"/>
                  </a:lnTo>
                  <a:lnTo>
                    <a:pt x="22626" y="13815"/>
                  </a:lnTo>
                  <a:lnTo>
                    <a:pt x="25881" y="13179"/>
                  </a:lnTo>
                  <a:lnTo>
                    <a:pt x="29136" y="12624"/>
                  </a:lnTo>
                  <a:lnTo>
                    <a:pt x="32431" y="12068"/>
                  </a:lnTo>
                  <a:lnTo>
                    <a:pt x="35725" y="11552"/>
                  </a:lnTo>
                  <a:lnTo>
                    <a:pt x="38980" y="11076"/>
                  </a:lnTo>
                  <a:lnTo>
                    <a:pt x="42275" y="10679"/>
                  </a:lnTo>
                  <a:lnTo>
                    <a:pt x="45609" y="10282"/>
                  </a:lnTo>
                  <a:lnTo>
                    <a:pt x="48904" y="9885"/>
                  </a:lnTo>
                  <a:lnTo>
                    <a:pt x="52199" y="9567"/>
                  </a:lnTo>
                  <a:lnTo>
                    <a:pt x="55493" y="9250"/>
                  </a:lnTo>
                  <a:lnTo>
                    <a:pt x="58828" y="9012"/>
                  </a:lnTo>
                  <a:lnTo>
                    <a:pt x="62123" y="8773"/>
                  </a:lnTo>
                  <a:lnTo>
                    <a:pt x="65457" y="8575"/>
                  </a:lnTo>
                  <a:lnTo>
                    <a:pt x="68791" y="8376"/>
                  </a:lnTo>
                  <a:lnTo>
                    <a:pt x="72086" y="8218"/>
                  </a:lnTo>
                  <a:lnTo>
                    <a:pt x="75420" y="8099"/>
                  </a:lnTo>
                  <a:lnTo>
                    <a:pt x="78755" y="8019"/>
                  </a:lnTo>
                  <a:lnTo>
                    <a:pt x="82049" y="7940"/>
                  </a:lnTo>
                  <a:lnTo>
                    <a:pt x="85384" y="7900"/>
                  </a:lnTo>
                  <a:lnTo>
                    <a:pt x="88718" y="7900"/>
                  </a:lnTo>
                  <a:lnTo>
                    <a:pt x="92052" y="7940"/>
                  </a:lnTo>
                  <a:lnTo>
                    <a:pt x="95347" y="7940"/>
                  </a:lnTo>
                  <a:lnTo>
                    <a:pt x="98681" y="8019"/>
                  </a:lnTo>
                  <a:lnTo>
                    <a:pt x="105311" y="8218"/>
                  </a:lnTo>
                  <a:lnTo>
                    <a:pt x="109042" y="8376"/>
                  </a:lnTo>
                  <a:lnTo>
                    <a:pt x="112773" y="8654"/>
                  </a:lnTo>
                  <a:lnTo>
                    <a:pt x="116465" y="8972"/>
                  </a:lnTo>
                  <a:lnTo>
                    <a:pt x="120196" y="9369"/>
                  </a:lnTo>
                  <a:lnTo>
                    <a:pt x="123927" y="9845"/>
                  </a:lnTo>
                  <a:lnTo>
                    <a:pt x="127659" y="10321"/>
                  </a:lnTo>
                  <a:lnTo>
                    <a:pt x="131390" y="10877"/>
                  </a:lnTo>
                  <a:lnTo>
                    <a:pt x="135082" y="11473"/>
                  </a:lnTo>
                  <a:lnTo>
                    <a:pt x="138813" y="12108"/>
                  </a:lnTo>
                  <a:lnTo>
                    <a:pt x="142544" y="12783"/>
                  </a:lnTo>
                  <a:lnTo>
                    <a:pt x="149967" y="14172"/>
                  </a:lnTo>
                  <a:lnTo>
                    <a:pt x="157430" y="15680"/>
                  </a:lnTo>
                  <a:lnTo>
                    <a:pt x="164853" y="17149"/>
                  </a:lnTo>
                  <a:lnTo>
                    <a:pt x="164734" y="15125"/>
                  </a:lnTo>
                  <a:lnTo>
                    <a:pt x="164496" y="11473"/>
                  </a:lnTo>
                  <a:lnTo>
                    <a:pt x="163583" y="11155"/>
                  </a:lnTo>
                  <a:lnTo>
                    <a:pt x="162233" y="10639"/>
                  </a:lnTo>
                  <a:lnTo>
                    <a:pt x="160447" y="10004"/>
                  </a:lnTo>
                  <a:lnTo>
                    <a:pt x="158184" y="9210"/>
                  </a:lnTo>
                  <a:lnTo>
                    <a:pt x="155405" y="8297"/>
                  </a:lnTo>
                  <a:lnTo>
                    <a:pt x="153818" y="7821"/>
                  </a:lnTo>
                  <a:lnTo>
                    <a:pt x="152111" y="7344"/>
                  </a:lnTo>
                  <a:lnTo>
                    <a:pt x="150245" y="6828"/>
                  </a:lnTo>
                  <a:lnTo>
                    <a:pt x="148260" y="6312"/>
                  </a:lnTo>
                  <a:lnTo>
                    <a:pt x="146117" y="5836"/>
                  </a:lnTo>
                  <a:lnTo>
                    <a:pt x="143815" y="5320"/>
                  </a:lnTo>
                  <a:lnTo>
                    <a:pt x="141353" y="4804"/>
                  </a:lnTo>
                  <a:lnTo>
                    <a:pt x="138773" y="4288"/>
                  </a:lnTo>
                  <a:lnTo>
                    <a:pt x="136034" y="3811"/>
                  </a:lnTo>
                  <a:lnTo>
                    <a:pt x="133097" y="3335"/>
                  </a:lnTo>
                  <a:lnTo>
                    <a:pt x="130040" y="2859"/>
                  </a:lnTo>
                  <a:lnTo>
                    <a:pt x="126825" y="2422"/>
                  </a:lnTo>
                  <a:lnTo>
                    <a:pt x="123411" y="2025"/>
                  </a:lnTo>
                  <a:lnTo>
                    <a:pt x="119839" y="1628"/>
                  </a:lnTo>
                  <a:lnTo>
                    <a:pt x="116068" y="1271"/>
                  </a:lnTo>
                  <a:lnTo>
                    <a:pt x="112138" y="953"/>
                  </a:lnTo>
                  <a:lnTo>
                    <a:pt x="108049" y="676"/>
                  </a:lnTo>
                  <a:lnTo>
                    <a:pt x="103723" y="437"/>
                  </a:lnTo>
                  <a:lnTo>
                    <a:pt x="99237" y="239"/>
                  </a:lnTo>
                  <a:lnTo>
                    <a:pt x="94593" y="120"/>
                  </a:lnTo>
                  <a:lnTo>
                    <a:pt x="897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2">
              <a:extLst>
                <a:ext uri="{FF2B5EF4-FFF2-40B4-BE49-F238E27FC236}">
                  <a16:creationId xmlns:a16="http://schemas.microsoft.com/office/drawing/2014/main" id="{12F113FA-CC9F-028C-A542-7F11B07A65D1}"/>
                </a:ext>
              </a:extLst>
            </p:cNvPr>
            <p:cNvSpPr/>
            <p:nvPr/>
          </p:nvSpPr>
          <p:spPr>
            <a:xfrm>
              <a:off x="5836739" y="3657698"/>
              <a:ext cx="1763409" cy="627756"/>
            </a:xfrm>
            <a:custGeom>
              <a:avLst/>
              <a:gdLst/>
              <a:ahLst/>
              <a:cxnLst/>
              <a:rect l="l" t="t" r="r" b="b"/>
              <a:pathLst>
                <a:path w="196809" h="70062" extrusionOk="0">
                  <a:moveTo>
                    <a:pt x="99159" y="0"/>
                  </a:moveTo>
                  <a:lnTo>
                    <a:pt x="95824" y="40"/>
                  </a:lnTo>
                  <a:lnTo>
                    <a:pt x="92530" y="119"/>
                  </a:lnTo>
                  <a:lnTo>
                    <a:pt x="89195" y="199"/>
                  </a:lnTo>
                  <a:lnTo>
                    <a:pt x="85861" y="318"/>
                  </a:lnTo>
                  <a:lnTo>
                    <a:pt x="82566" y="476"/>
                  </a:lnTo>
                  <a:lnTo>
                    <a:pt x="79232" y="675"/>
                  </a:lnTo>
                  <a:lnTo>
                    <a:pt x="75898" y="873"/>
                  </a:lnTo>
                  <a:lnTo>
                    <a:pt x="72603" y="1112"/>
                  </a:lnTo>
                  <a:lnTo>
                    <a:pt x="69268" y="1350"/>
                  </a:lnTo>
                  <a:lnTo>
                    <a:pt x="65974" y="1667"/>
                  </a:lnTo>
                  <a:lnTo>
                    <a:pt x="62679" y="1985"/>
                  </a:lnTo>
                  <a:lnTo>
                    <a:pt x="59384" y="2382"/>
                  </a:lnTo>
                  <a:lnTo>
                    <a:pt x="56050" y="2779"/>
                  </a:lnTo>
                  <a:lnTo>
                    <a:pt x="52755" y="3176"/>
                  </a:lnTo>
                  <a:lnTo>
                    <a:pt x="49500" y="3652"/>
                  </a:lnTo>
                  <a:lnTo>
                    <a:pt x="46206" y="4168"/>
                  </a:lnTo>
                  <a:lnTo>
                    <a:pt x="42911" y="4724"/>
                  </a:lnTo>
                  <a:lnTo>
                    <a:pt x="39656" y="5279"/>
                  </a:lnTo>
                  <a:lnTo>
                    <a:pt x="36401" y="5915"/>
                  </a:lnTo>
                  <a:lnTo>
                    <a:pt x="33146" y="6550"/>
                  </a:lnTo>
                  <a:lnTo>
                    <a:pt x="29891" y="7225"/>
                  </a:lnTo>
                  <a:lnTo>
                    <a:pt x="26636" y="7979"/>
                  </a:lnTo>
                  <a:lnTo>
                    <a:pt x="23421" y="8733"/>
                  </a:lnTo>
                  <a:lnTo>
                    <a:pt x="20166" y="9567"/>
                  </a:lnTo>
                  <a:lnTo>
                    <a:pt x="16951" y="10400"/>
                  </a:lnTo>
                  <a:lnTo>
                    <a:pt x="13775" y="11313"/>
                  </a:lnTo>
                  <a:lnTo>
                    <a:pt x="13021" y="11750"/>
                  </a:lnTo>
                  <a:lnTo>
                    <a:pt x="12267" y="12186"/>
                  </a:lnTo>
                  <a:lnTo>
                    <a:pt x="11592" y="12623"/>
                  </a:lnTo>
                  <a:lnTo>
                    <a:pt x="10877" y="13139"/>
                  </a:lnTo>
                  <a:lnTo>
                    <a:pt x="10203" y="13655"/>
                  </a:lnTo>
                  <a:lnTo>
                    <a:pt x="9528" y="14171"/>
                  </a:lnTo>
                  <a:lnTo>
                    <a:pt x="8893" y="14727"/>
                  </a:lnTo>
                  <a:lnTo>
                    <a:pt x="8257" y="15283"/>
                  </a:lnTo>
                  <a:lnTo>
                    <a:pt x="7662" y="15878"/>
                  </a:lnTo>
                  <a:lnTo>
                    <a:pt x="7067" y="16473"/>
                  </a:lnTo>
                  <a:lnTo>
                    <a:pt x="6511" y="17109"/>
                  </a:lnTo>
                  <a:lnTo>
                    <a:pt x="5955" y="17783"/>
                  </a:lnTo>
                  <a:lnTo>
                    <a:pt x="5439" y="18419"/>
                  </a:lnTo>
                  <a:lnTo>
                    <a:pt x="4923" y="19093"/>
                  </a:lnTo>
                  <a:lnTo>
                    <a:pt x="4447" y="19808"/>
                  </a:lnTo>
                  <a:lnTo>
                    <a:pt x="3970" y="20522"/>
                  </a:lnTo>
                  <a:lnTo>
                    <a:pt x="3534" y="21237"/>
                  </a:lnTo>
                  <a:lnTo>
                    <a:pt x="3137" y="21991"/>
                  </a:lnTo>
                  <a:lnTo>
                    <a:pt x="2740" y="22745"/>
                  </a:lnTo>
                  <a:lnTo>
                    <a:pt x="2383" y="23539"/>
                  </a:lnTo>
                  <a:lnTo>
                    <a:pt x="2025" y="24333"/>
                  </a:lnTo>
                  <a:lnTo>
                    <a:pt x="1708" y="25127"/>
                  </a:lnTo>
                  <a:lnTo>
                    <a:pt x="1390" y="25921"/>
                  </a:lnTo>
                  <a:lnTo>
                    <a:pt x="1152" y="26754"/>
                  </a:lnTo>
                  <a:lnTo>
                    <a:pt x="914" y="27588"/>
                  </a:lnTo>
                  <a:lnTo>
                    <a:pt x="676" y="28422"/>
                  </a:lnTo>
                  <a:lnTo>
                    <a:pt x="517" y="29295"/>
                  </a:lnTo>
                  <a:lnTo>
                    <a:pt x="358" y="30168"/>
                  </a:lnTo>
                  <a:lnTo>
                    <a:pt x="199" y="31042"/>
                  </a:lnTo>
                  <a:lnTo>
                    <a:pt x="120" y="31915"/>
                  </a:lnTo>
                  <a:lnTo>
                    <a:pt x="41" y="32828"/>
                  </a:lnTo>
                  <a:lnTo>
                    <a:pt x="1" y="33741"/>
                  </a:lnTo>
                  <a:lnTo>
                    <a:pt x="1" y="67124"/>
                  </a:lnTo>
                  <a:lnTo>
                    <a:pt x="98365" y="70062"/>
                  </a:lnTo>
                  <a:lnTo>
                    <a:pt x="98444" y="70062"/>
                  </a:lnTo>
                  <a:lnTo>
                    <a:pt x="196808" y="67124"/>
                  </a:lnTo>
                  <a:lnTo>
                    <a:pt x="196808" y="33741"/>
                  </a:lnTo>
                  <a:lnTo>
                    <a:pt x="196768" y="33741"/>
                  </a:lnTo>
                  <a:lnTo>
                    <a:pt x="196729" y="32669"/>
                  </a:lnTo>
                  <a:lnTo>
                    <a:pt x="196649" y="31637"/>
                  </a:lnTo>
                  <a:lnTo>
                    <a:pt x="196491" y="30565"/>
                  </a:lnTo>
                  <a:lnTo>
                    <a:pt x="196332" y="29573"/>
                  </a:lnTo>
                  <a:lnTo>
                    <a:pt x="196133" y="28541"/>
                  </a:lnTo>
                  <a:lnTo>
                    <a:pt x="195855" y="27548"/>
                  </a:lnTo>
                  <a:lnTo>
                    <a:pt x="195578" y="26556"/>
                  </a:lnTo>
                  <a:lnTo>
                    <a:pt x="195260" y="25603"/>
                  </a:lnTo>
                  <a:lnTo>
                    <a:pt x="194903" y="24651"/>
                  </a:lnTo>
                  <a:lnTo>
                    <a:pt x="194506" y="23738"/>
                  </a:lnTo>
                  <a:lnTo>
                    <a:pt x="194069" y="22825"/>
                  </a:lnTo>
                  <a:lnTo>
                    <a:pt x="193632" y="21912"/>
                  </a:lnTo>
                  <a:lnTo>
                    <a:pt x="193116" y="21078"/>
                  </a:lnTo>
                  <a:lnTo>
                    <a:pt x="192600" y="20205"/>
                  </a:lnTo>
                  <a:lnTo>
                    <a:pt x="192045" y="19371"/>
                  </a:lnTo>
                  <a:lnTo>
                    <a:pt x="191449" y="18577"/>
                  </a:lnTo>
                  <a:lnTo>
                    <a:pt x="190854" y="17783"/>
                  </a:lnTo>
                  <a:lnTo>
                    <a:pt x="190219" y="17029"/>
                  </a:lnTo>
                  <a:lnTo>
                    <a:pt x="189544" y="16315"/>
                  </a:lnTo>
                  <a:lnTo>
                    <a:pt x="188829" y="15600"/>
                  </a:lnTo>
                  <a:lnTo>
                    <a:pt x="188115" y="14925"/>
                  </a:lnTo>
                  <a:lnTo>
                    <a:pt x="187361" y="14251"/>
                  </a:lnTo>
                  <a:lnTo>
                    <a:pt x="186606" y="13655"/>
                  </a:lnTo>
                  <a:lnTo>
                    <a:pt x="185773" y="13060"/>
                  </a:lnTo>
                  <a:lnTo>
                    <a:pt x="184979" y="12464"/>
                  </a:lnTo>
                  <a:lnTo>
                    <a:pt x="184145" y="11948"/>
                  </a:lnTo>
                  <a:lnTo>
                    <a:pt x="183272" y="11432"/>
                  </a:lnTo>
                  <a:lnTo>
                    <a:pt x="182359" y="10956"/>
                  </a:lnTo>
                  <a:lnTo>
                    <a:pt x="181486" y="10519"/>
                  </a:lnTo>
                  <a:lnTo>
                    <a:pt x="180533" y="10122"/>
                  </a:lnTo>
                  <a:lnTo>
                    <a:pt x="179620" y="9765"/>
                  </a:lnTo>
                  <a:lnTo>
                    <a:pt x="178668" y="9408"/>
                  </a:lnTo>
                  <a:lnTo>
                    <a:pt x="178628" y="9249"/>
                  </a:lnTo>
                  <a:lnTo>
                    <a:pt x="171205" y="7780"/>
                  </a:lnTo>
                  <a:lnTo>
                    <a:pt x="163742" y="6272"/>
                  </a:lnTo>
                  <a:lnTo>
                    <a:pt x="156319" y="4883"/>
                  </a:lnTo>
                  <a:lnTo>
                    <a:pt x="152588" y="4208"/>
                  </a:lnTo>
                  <a:lnTo>
                    <a:pt x="148857" y="3573"/>
                  </a:lnTo>
                  <a:lnTo>
                    <a:pt x="145165" y="2977"/>
                  </a:lnTo>
                  <a:lnTo>
                    <a:pt x="141434" y="2421"/>
                  </a:lnTo>
                  <a:lnTo>
                    <a:pt x="137702" y="1945"/>
                  </a:lnTo>
                  <a:lnTo>
                    <a:pt x="133971" y="1469"/>
                  </a:lnTo>
                  <a:lnTo>
                    <a:pt x="130240" y="1072"/>
                  </a:lnTo>
                  <a:lnTo>
                    <a:pt x="126548" y="754"/>
                  </a:lnTo>
                  <a:lnTo>
                    <a:pt x="122817" y="476"/>
                  </a:lnTo>
                  <a:lnTo>
                    <a:pt x="119086" y="318"/>
                  </a:lnTo>
                  <a:lnTo>
                    <a:pt x="112456" y="119"/>
                  </a:lnTo>
                  <a:lnTo>
                    <a:pt x="109122" y="40"/>
                  </a:lnTo>
                  <a:lnTo>
                    <a:pt x="105827" y="40"/>
                  </a:lnTo>
                  <a:lnTo>
                    <a:pt x="1024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2">
              <a:extLst>
                <a:ext uri="{FF2B5EF4-FFF2-40B4-BE49-F238E27FC236}">
                  <a16:creationId xmlns:a16="http://schemas.microsoft.com/office/drawing/2014/main" id="{EC85E8FC-2C69-87D9-080C-88BFF13E66C2}"/>
                </a:ext>
              </a:extLst>
            </p:cNvPr>
            <p:cNvSpPr/>
            <p:nvPr/>
          </p:nvSpPr>
          <p:spPr>
            <a:xfrm>
              <a:off x="5749603" y="4217519"/>
              <a:ext cx="1937322" cy="185311"/>
            </a:xfrm>
            <a:custGeom>
              <a:avLst/>
              <a:gdLst/>
              <a:ahLst/>
              <a:cxnLst/>
              <a:rect l="l" t="t" r="r" b="b"/>
              <a:pathLst>
                <a:path w="216219" h="20682" extrusionOk="0">
                  <a:moveTo>
                    <a:pt x="5082" y="0"/>
                  </a:moveTo>
                  <a:lnTo>
                    <a:pt x="4566" y="40"/>
                  </a:lnTo>
                  <a:lnTo>
                    <a:pt x="4050" y="119"/>
                  </a:lnTo>
                  <a:lnTo>
                    <a:pt x="3573" y="238"/>
                  </a:lnTo>
                  <a:lnTo>
                    <a:pt x="3097" y="397"/>
                  </a:lnTo>
                  <a:lnTo>
                    <a:pt x="2660" y="635"/>
                  </a:lnTo>
                  <a:lnTo>
                    <a:pt x="2263" y="873"/>
                  </a:lnTo>
                  <a:lnTo>
                    <a:pt x="1866" y="1151"/>
                  </a:lnTo>
                  <a:lnTo>
                    <a:pt x="1509" y="1508"/>
                  </a:lnTo>
                  <a:lnTo>
                    <a:pt x="1192" y="1866"/>
                  </a:lnTo>
                  <a:lnTo>
                    <a:pt x="874" y="2263"/>
                  </a:lnTo>
                  <a:lnTo>
                    <a:pt x="636" y="2660"/>
                  </a:lnTo>
                  <a:lnTo>
                    <a:pt x="398" y="3096"/>
                  </a:lnTo>
                  <a:lnTo>
                    <a:pt x="239" y="3573"/>
                  </a:lnTo>
                  <a:lnTo>
                    <a:pt x="120" y="4049"/>
                  </a:lnTo>
                  <a:lnTo>
                    <a:pt x="40" y="4565"/>
                  </a:lnTo>
                  <a:lnTo>
                    <a:pt x="1" y="5081"/>
                  </a:lnTo>
                  <a:lnTo>
                    <a:pt x="1" y="15600"/>
                  </a:lnTo>
                  <a:lnTo>
                    <a:pt x="40" y="16116"/>
                  </a:lnTo>
                  <a:lnTo>
                    <a:pt x="120" y="16632"/>
                  </a:lnTo>
                  <a:lnTo>
                    <a:pt x="239" y="17109"/>
                  </a:lnTo>
                  <a:lnTo>
                    <a:pt x="398" y="17585"/>
                  </a:lnTo>
                  <a:lnTo>
                    <a:pt x="636" y="18022"/>
                  </a:lnTo>
                  <a:lnTo>
                    <a:pt x="874" y="18458"/>
                  </a:lnTo>
                  <a:lnTo>
                    <a:pt x="1192" y="18815"/>
                  </a:lnTo>
                  <a:lnTo>
                    <a:pt x="1509" y="19173"/>
                  </a:lnTo>
                  <a:lnTo>
                    <a:pt x="1866" y="19530"/>
                  </a:lnTo>
                  <a:lnTo>
                    <a:pt x="2263" y="19808"/>
                  </a:lnTo>
                  <a:lnTo>
                    <a:pt x="2660" y="20046"/>
                  </a:lnTo>
                  <a:lnTo>
                    <a:pt x="3097" y="20284"/>
                  </a:lnTo>
                  <a:lnTo>
                    <a:pt x="3573" y="20443"/>
                  </a:lnTo>
                  <a:lnTo>
                    <a:pt x="4050" y="20562"/>
                  </a:lnTo>
                  <a:lnTo>
                    <a:pt x="4566" y="20641"/>
                  </a:lnTo>
                  <a:lnTo>
                    <a:pt x="5082" y="20681"/>
                  </a:lnTo>
                  <a:lnTo>
                    <a:pt x="211177" y="20681"/>
                  </a:lnTo>
                  <a:lnTo>
                    <a:pt x="211693" y="20641"/>
                  </a:lnTo>
                  <a:lnTo>
                    <a:pt x="212170" y="20562"/>
                  </a:lnTo>
                  <a:lnTo>
                    <a:pt x="212646" y="20443"/>
                  </a:lnTo>
                  <a:lnTo>
                    <a:pt x="213122" y="20284"/>
                  </a:lnTo>
                  <a:lnTo>
                    <a:pt x="213559" y="20046"/>
                  </a:lnTo>
                  <a:lnTo>
                    <a:pt x="213996" y="19808"/>
                  </a:lnTo>
                  <a:lnTo>
                    <a:pt x="214393" y="19530"/>
                  </a:lnTo>
                  <a:lnTo>
                    <a:pt x="214750" y="19173"/>
                  </a:lnTo>
                  <a:lnTo>
                    <a:pt x="215067" y="18815"/>
                  </a:lnTo>
                  <a:lnTo>
                    <a:pt x="215345" y="18458"/>
                  </a:lnTo>
                  <a:lnTo>
                    <a:pt x="215623" y="18022"/>
                  </a:lnTo>
                  <a:lnTo>
                    <a:pt x="215822" y="17585"/>
                  </a:lnTo>
                  <a:lnTo>
                    <a:pt x="215980" y="17109"/>
                  </a:lnTo>
                  <a:lnTo>
                    <a:pt x="216100" y="16632"/>
                  </a:lnTo>
                  <a:lnTo>
                    <a:pt x="216179" y="16116"/>
                  </a:lnTo>
                  <a:lnTo>
                    <a:pt x="216219" y="15600"/>
                  </a:lnTo>
                  <a:lnTo>
                    <a:pt x="216219" y="5081"/>
                  </a:lnTo>
                  <a:lnTo>
                    <a:pt x="216179" y="4565"/>
                  </a:lnTo>
                  <a:lnTo>
                    <a:pt x="216100" y="4049"/>
                  </a:lnTo>
                  <a:lnTo>
                    <a:pt x="215980" y="3573"/>
                  </a:lnTo>
                  <a:lnTo>
                    <a:pt x="215822" y="3096"/>
                  </a:lnTo>
                  <a:lnTo>
                    <a:pt x="215623" y="2660"/>
                  </a:lnTo>
                  <a:lnTo>
                    <a:pt x="215345" y="2263"/>
                  </a:lnTo>
                  <a:lnTo>
                    <a:pt x="215067" y="1866"/>
                  </a:lnTo>
                  <a:lnTo>
                    <a:pt x="214750" y="1508"/>
                  </a:lnTo>
                  <a:lnTo>
                    <a:pt x="214393" y="1151"/>
                  </a:lnTo>
                  <a:lnTo>
                    <a:pt x="213996" y="873"/>
                  </a:lnTo>
                  <a:lnTo>
                    <a:pt x="213559" y="635"/>
                  </a:lnTo>
                  <a:lnTo>
                    <a:pt x="213122" y="397"/>
                  </a:lnTo>
                  <a:lnTo>
                    <a:pt x="212646" y="238"/>
                  </a:lnTo>
                  <a:lnTo>
                    <a:pt x="212170" y="119"/>
                  </a:lnTo>
                  <a:lnTo>
                    <a:pt x="211693" y="40"/>
                  </a:lnTo>
                  <a:lnTo>
                    <a:pt x="2111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2">
              <a:extLst>
                <a:ext uri="{FF2B5EF4-FFF2-40B4-BE49-F238E27FC236}">
                  <a16:creationId xmlns:a16="http://schemas.microsoft.com/office/drawing/2014/main" id="{B8D6BFB4-7ACB-F480-6A2E-F8BD14A51DDC}"/>
                </a:ext>
              </a:extLst>
            </p:cNvPr>
            <p:cNvSpPr/>
            <p:nvPr/>
          </p:nvSpPr>
          <p:spPr>
            <a:xfrm>
              <a:off x="7240198" y="3826989"/>
              <a:ext cx="258586" cy="258586"/>
            </a:xfrm>
            <a:custGeom>
              <a:avLst/>
              <a:gdLst/>
              <a:ahLst/>
              <a:cxnLst/>
              <a:rect l="l" t="t" r="r" b="b"/>
              <a:pathLst>
                <a:path w="28860" h="28860" extrusionOk="0">
                  <a:moveTo>
                    <a:pt x="13696" y="1"/>
                  </a:moveTo>
                  <a:lnTo>
                    <a:pt x="12941" y="41"/>
                  </a:lnTo>
                  <a:lnTo>
                    <a:pt x="12227" y="160"/>
                  </a:lnTo>
                  <a:lnTo>
                    <a:pt x="11512" y="279"/>
                  </a:lnTo>
                  <a:lnTo>
                    <a:pt x="10838" y="438"/>
                  </a:lnTo>
                  <a:lnTo>
                    <a:pt x="10123" y="636"/>
                  </a:lnTo>
                  <a:lnTo>
                    <a:pt x="9488" y="874"/>
                  </a:lnTo>
                  <a:lnTo>
                    <a:pt x="8813" y="1112"/>
                  </a:lnTo>
                  <a:lnTo>
                    <a:pt x="8178" y="1390"/>
                  </a:lnTo>
                  <a:lnTo>
                    <a:pt x="7543" y="1708"/>
                  </a:lnTo>
                  <a:lnTo>
                    <a:pt x="6947" y="2065"/>
                  </a:lnTo>
                  <a:lnTo>
                    <a:pt x="6352" y="2462"/>
                  </a:lnTo>
                  <a:lnTo>
                    <a:pt x="5796" y="2859"/>
                  </a:lnTo>
                  <a:lnTo>
                    <a:pt x="5241" y="3296"/>
                  </a:lnTo>
                  <a:lnTo>
                    <a:pt x="4725" y="3732"/>
                  </a:lnTo>
                  <a:lnTo>
                    <a:pt x="4209" y="4209"/>
                  </a:lnTo>
                  <a:lnTo>
                    <a:pt x="3732" y="4725"/>
                  </a:lnTo>
                  <a:lnTo>
                    <a:pt x="3296" y="5241"/>
                  </a:lnTo>
                  <a:lnTo>
                    <a:pt x="2859" y="5796"/>
                  </a:lnTo>
                  <a:lnTo>
                    <a:pt x="2462" y="6352"/>
                  </a:lnTo>
                  <a:lnTo>
                    <a:pt x="2105" y="6948"/>
                  </a:lnTo>
                  <a:lnTo>
                    <a:pt x="1747" y="7543"/>
                  </a:lnTo>
                  <a:lnTo>
                    <a:pt x="1430" y="8138"/>
                  </a:lnTo>
                  <a:lnTo>
                    <a:pt x="1152" y="8813"/>
                  </a:lnTo>
                  <a:lnTo>
                    <a:pt x="874" y="9448"/>
                  </a:lnTo>
                  <a:lnTo>
                    <a:pt x="636" y="10123"/>
                  </a:lnTo>
                  <a:lnTo>
                    <a:pt x="438" y="10798"/>
                  </a:lnTo>
                  <a:lnTo>
                    <a:pt x="279" y="11512"/>
                  </a:lnTo>
                  <a:lnTo>
                    <a:pt x="160" y="12227"/>
                  </a:lnTo>
                  <a:lnTo>
                    <a:pt x="80" y="12941"/>
                  </a:lnTo>
                  <a:lnTo>
                    <a:pt x="1" y="13656"/>
                  </a:lnTo>
                  <a:lnTo>
                    <a:pt x="1" y="14410"/>
                  </a:lnTo>
                  <a:lnTo>
                    <a:pt x="1" y="15164"/>
                  </a:lnTo>
                  <a:lnTo>
                    <a:pt x="80" y="15879"/>
                  </a:lnTo>
                  <a:lnTo>
                    <a:pt x="160" y="16593"/>
                  </a:lnTo>
                  <a:lnTo>
                    <a:pt x="279" y="17308"/>
                  </a:lnTo>
                  <a:lnTo>
                    <a:pt x="438" y="18022"/>
                  </a:lnTo>
                  <a:lnTo>
                    <a:pt x="636" y="18697"/>
                  </a:lnTo>
                  <a:lnTo>
                    <a:pt x="874" y="19372"/>
                  </a:lnTo>
                  <a:lnTo>
                    <a:pt x="1152" y="20047"/>
                  </a:lnTo>
                  <a:lnTo>
                    <a:pt x="1430" y="20682"/>
                  </a:lnTo>
                  <a:lnTo>
                    <a:pt x="1747" y="21277"/>
                  </a:lnTo>
                  <a:lnTo>
                    <a:pt x="2105" y="21913"/>
                  </a:lnTo>
                  <a:lnTo>
                    <a:pt x="2462" y="22468"/>
                  </a:lnTo>
                  <a:lnTo>
                    <a:pt x="2859" y="23064"/>
                  </a:lnTo>
                  <a:lnTo>
                    <a:pt x="3296" y="23580"/>
                  </a:lnTo>
                  <a:lnTo>
                    <a:pt x="3732" y="24135"/>
                  </a:lnTo>
                  <a:lnTo>
                    <a:pt x="4209" y="24612"/>
                  </a:lnTo>
                  <a:lnTo>
                    <a:pt x="4725" y="25088"/>
                  </a:lnTo>
                  <a:lnTo>
                    <a:pt x="5241" y="25564"/>
                  </a:lnTo>
                  <a:lnTo>
                    <a:pt x="5796" y="25961"/>
                  </a:lnTo>
                  <a:lnTo>
                    <a:pt x="6352" y="26398"/>
                  </a:lnTo>
                  <a:lnTo>
                    <a:pt x="6947" y="26755"/>
                  </a:lnTo>
                  <a:lnTo>
                    <a:pt x="7543" y="27113"/>
                  </a:lnTo>
                  <a:lnTo>
                    <a:pt x="8178" y="27430"/>
                  </a:lnTo>
                  <a:lnTo>
                    <a:pt x="8813" y="27708"/>
                  </a:lnTo>
                  <a:lnTo>
                    <a:pt x="9488" y="27986"/>
                  </a:lnTo>
                  <a:lnTo>
                    <a:pt x="10123" y="28184"/>
                  </a:lnTo>
                  <a:lnTo>
                    <a:pt x="10838" y="28383"/>
                  </a:lnTo>
                  <a:lnTo>
                    <a:pt x="11512" y="28542"/>
                  </a:lnTo>
                  <a:lnTo>
                    <a:pt x="12227" y="28661"/>
                  </a:lnTo>
                  <a:lnTo>
                    <a:pt x="12941" y="28780"/>
                  </a:lnTo>
                  <a:lnTo>
                    <a:pt x="13696" y="28819"/>
                  </a:lnTo>
                  <a:lnTo>
                    <a:pt x="14450" y="28859"/>
                  </a:lnTo>
                  <a:lnTo>
                    <a:pt x="15164" y="28819"/>
                  </a:lnTo>
                  <a:lnTo>
                    <a:pt x="15919" y="28780"/>
                  </a:lnTo>
                  <a:lnTo>
                    <a:pt x="16633" y="28661"/>
                  </a:lnTo>
                  <a:lnTo>
                    <a:pt x="17348" y="28542"/>
                  </a:lnTo>
                  <a:lnTo>
                    <a:pt x="18022" y="28383"/>
                  </a:lnTo>
                  <a:lnTo>
                    <a:pt x="18737" y="28184"/>
                  </a:lnTo>
                  <a:lnTo>
                    <a:pt x="19412" y="27986"/>
                  </a:lnTo>
                  <a:lnTo>
                    <a:pt x="20047" y="27708"/>
                  </a:lnTo>
                  <a:lnTo>
                    <a:pt x="20682" y="27430"/>
                  </a:lnTo>
                  <a:lnTo>
                    <a:pt x="21317" y="27113"/>
                  </a:lnTo>
                  <a:lnTo>
                    <a:pt x="21912" y="26755"/>
                  </a:lnTo>
                  <a:lnTo>
                    <a:pt x="22508" y="26398"/>
                  </a:lnTo>
                  <a:lnTo>
                    <a:pt x="23064" y="25961"/>
                  </a:lnTo>
                  <a:lnTo>
                    <a:pt x="23619" y="25564"/>
                  </a:lnTo>
                  <a:lnTo>
                    <a:pt x="24135" y="25088"/>
                  </a:lnTo>
                  <a:lnTo>
                    <a:pt x="24651" y="24612"/>
                  </a:lnTo>
                  <a:lnTo>
                    <a:pt x="25128" y="24135"/>
                  </a:lnTo>
                  <a:lnTo>
                    <a:pt x="25564" y="23580"/>
                  </a:lnTo>
                  <a:lnTo>
                    <a:pt x="26001" y="23064"/>
                  </a:lnTo>
                  <a:lnTo>
                    <a:pt x="26398" y="22468"/>
                  </a:lnTo>
                  <a:lnTo>
                    <a:pt x="26755" y="21913"/>
                  </a:lnTo>
                  <a:lnTo>
                    <a:pt x="27112" y="21277"/>
                  </a:lnTo>
                  <a:lnTo>
                    <a:pt x="27430" y="20682"/>
                  </a:lnTo>
                  <a:lnTo>
                    <a:pt x="27708" y="20047"/>
                  </a:lnTo>
                  <a:lnTo>
                    <a:pt x="27986" y="19372"/>
                  </a:lnTo>
                  <a:lnTo>
                    <a:pt x="28224" y="18697"/>
                  </a:lnTo>
                  <a:lnTo>
                    <a:pt x="28422" y="18022"/>
                  </a:lnTo>
                  <a:lnTo>
                    <a:pt x="28581" y="17308"/>
                  </a:lnTo>
                  <a:lnTo>
                    <a:pt x="28700" y="16593"/>
                  </a:lnTo>
                  <a:lnTo>
                    <a:pt x="28780" y="15879"/>
                  </a:lnTo>
                  <a:lnTo>
                    <a:pt x="28859" y="15164"/>
                  </a:lnTo>
                  <a:lnTo>
                    <a:pt x="28859" y="14410"/>
                  </a:lnTo>
                  <a:lnTo>
                    <a:pt x="28859" y="13656"/>
                  </a:lnTo>
                  <a:lnTo>
                    <a:pt x="28780" y="12941"/>
                  </a:lnTo>
                  <a:lnTo>
                    <a:pt x="28700" y="12227"/>
                  </a:lnTo>
                  <a:lnTo>
                    <a:pt x="28581" y="11512"/>
                  </a:lnTo>
                  <a:lnTo>
                    <a:pt x="28422" y="10798"/>
                  </a:lnTo>
                  <a:lnTo>
                    <a:pt x="28224" y="10123"/>
                  </a:lnTo>
                  <a:lnTo>
                    <a:pt x="27986" y="9448"/>
                  </a:lnTo>
                  <a:lnTo>
                    <a:pt x="27708" y="8813"/>
                  </a:lnTo>
                  <a:lnTo>
                    <a:pt x="27430" y="8138"/>
                  </a:lnTo>
                  <a:lnTo>
                    <a:pt x="27112" y="7543"/>
                  </a:lnTo>
                  <a:lnTo>
                    <a:pt x="26755" y="6948"/>
                  </a:lnTo>
                  <a:lnTo>
                    <a:pt x="26398" y="6352"/>
                  </a:lnTo>
                  <a:lnTo>
                    <a:pt x="26001" y="5796"/>
                  </a:lnTo>
                  <a:lnTo>
                    <a:pt x="25564" y="5241"/>
                  </a:lnTo>
                  <a:lnTo>
                    <a:pt x="25128" y="4725"/>
                  </a:lnTo>
                  <a:lnTo>
                    <a:pt x="24651" y="4209"/>
                  </a:lnTo>
                  <a:lnTo>
                    <a:pt x="24135" y="3732"/>
                  </a:lnTo>
                  <a:lnTo>
                    <a:pt x="23619" y="3296"/>
                  </a:lnTo>
                  <a:lnTo>
                    <a:pt x="23064" y="2859"/>
                  </a:lnTo>
                  <a:lnTo>
                    <a:pt x="22508" y="2462"/>
                  </a:lnTo>
                  <a:lnTo>
                    <a:pt x="21912" y="2065"/>
                  </a:lnTo>
                  <a:lnTo>
                    <a:pt x="21317" y="1708"/>
                  </a:lnTo>
                  <a:lnTo>
                    <a:pt x="20682" y="1390"/>
                  </a:lnTo>
                  <a:lnTo>
                    <a:pt x="20047" y="1112"/>
                  </a:lnTo>
                  <a:lnTo>
                    <a:pt x="19412" y="874"/>
                  </a:lnTo>
                  <a:lnTo>
                    <a:pt x="18737" y="636"/>
                  </a:lnTo>
                  <a:lnTo>
                    <a:pt x="18022" y="438"/>
                  </a:lnTo>
                  <a:lnTo>
                    <a:pt x="17348" y="279"/>
                  </a:lnTo>
                  <a:lnTo>
                    <a:pt x="16633" y="160"/>
                  </a:lnTo>
                  <a:lnTo>
                    <a:pt x="15919" y="41"/>
                  </a:lnTo>
                  <a:lnTo>
                    <a:pt x="151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2">
              <a:extLst>
                <a:ext uri="{FF2B5EF4-FFF2-40B4-BE49-F238E27FC236}">
                  <a16:creationId xmlns:a16="http://schemas.microsoft.com/office/drawing/2014/main" id="{AEE8F9F2-62B3-1DFD-6D45-FDA6CAA3340D}"/>
                </a:ext>
              </a:extLst>
            </p:cNvPr>
            <p:cNvSpPr/>
            <p:nvPr/>
          </p:nvSpPr>
          <p:spPr>
            <a:xfrm>
              <a:off x="7240198" y="3826989"/>
              <a:ext cx="258586" cy="258586"/>
            </a:xfrm>
            <a:custGeom>
              <a:avLst/>
              <a:gdLst/>
              <a:ahLst/>
              <a:cxnLst/>
              <a:rect l="l" t="t" r="r" b="b"/>
              <a:pathLst>
                <a:path w="28860" h="28860" fill="none" extrusionOk="0">
                  <a:moveTo>
                    <a:pt x="1" y="14410"/>
                  </a:moveTo>
                  <a:lnTo>
                    <a:pt x="1" y="14410"/>
                  </a:lnTo>
                  <a:lnTo>
                    <a:pt x="1" y="15164"/>
                  </a:lnTo>
                  <a:lnTo>
                    <a:pt x="80" y="15879"/>
                  </a:lnTo>
                  <a:lnTo>
                    <a:pt x="160" y="16593"/>
                  </a:lnTo>
                  <a:lnTo>
                    <a:pt x="279" y="17308"/>
                  </a:lnTo>
                  <a:lnTo>
                    <a:pt x="438" y="18022"/>
                  </a:lnTo>
                  <a:lnTo>
                    <a:pt x="636" y="18697"/>
                  </a:lnTo>
                  <a:lnTo>
                    <a:pt x="874" y="19372"/>
                  </a:lnTo>
                  <a:lnTo>
                    <a:pt x="1152" y="20047"/>
                  </a:lnTo>
                  <a:lnTo>
                    <a:pt x="1430" y="20682"/>
                  </a:lnTo>
                  <a:lnTo>
                    <a:pt x="1747" y="21277"/>
                  </a:lnTo>
                  <a:lnTo>
                    <a:pt x="2105" y="21913"/>
                  </a:lnTo>
                  <a:lnTo>
                    <a:pt x="2462" y="22468"/>
                  </a:lnTo>
                  <a:lnTo>
                    <a:pt x="2859" y="23064"/>
                  </a:lnTo>
                  <a:lnTo>
                    <a:pt x="3296" y="23580"/>
                  </a:lnTo>
                  <a:lnTo>
                    <a:pt x="3732" y="24135"/>
                  </a:lnTo>
                  <a:lnTo>
                    <a:pt x="4209" y="24612"/>
                  </a:lnTo>
                  <a:lnTo>
                    <a:pt x="4725" y="25088"/>
                  </a:lnTo>
                  <a:lnTo>
                    <a:pt x="5241" y="25564"/>
                  </a:lnTo>
                  <a:lnTo>
                    <a:pt x="5796" y="25961"/>
                  </a:lnTo>
                  <a:lnTo>
                    <a:pt x="6352" y="26398"/>
                  </a:lnTo>
                  <a:lnTo>
                    <a:pt x="6947" y="26755"/>
                  </a:lnTo>
                  <a:lnTo>
                    <a:pt x="7543" y="27113"/>
                  </a:lnTo>
                  <a:lnTo>
                    <a:pt x="8178" y="27430"/>
                  </a:lnTo>
                  <a:lnTo>
                    <a:pt x="8813" y="27708"/>
                  </a:lnTo>
                  <a:lnTo>
                    <a:pt x="9488" y="27986"/>
                  </a:lnTo>
                  <a:lnTo>
                    <a:pt x="10123" y="28184"/>
                  </a:lnTo>
                  <a:lnTo>
                    <a:pt x="10838" y="28383"/>
                  </a:lnTo>
                  <a:lnTo>
                    <a:pt x="11512" y="28542"/>
                  </a:lnTo>
                  <a:lnTo>
                    <a:pt x="12227" y="28661"/>
                  </a:lnTo>
                  <a:lnTo>
                    <a:pt x="12941" y="28780"/>
                  </a:lnTo>
                  <a:lnTo>
                    <a:pt x="13696" y="28819"/>
                  </a:lnTo>
                  <a:lnTo>
                    <a:pt x="14450" y="28859"/>
                  </a:lnTo>
                  <a:lnTo>
                    <a:pt x="14450" y="28859"/>
                  </a:lnTo>
                  <a:lnTo>
                    <a:pt x="15164" y="28819"/>
                  </a:lnTo>
                  <a:lnTo>
                    <a:pt x="15919" y="28780"/>
                  </a:lnTo>
                  <a:lnTo>
                    <a:pt x="16633" y="28661"/>
                  </a:lnTo>
                  <a:lnTo>
                    <a:pt x="17348" y="28542"/>
                  </a:lnTo>
                  <a:lnTo>
                    <a:pt x="18022" y="28383"/>
                  </a:lnTo>
                  <a:lnTo>
                    <a:pt x="18737" y="28184"/>
                  </a:lnTo>
                  <a:lnTo>
                    <a:pt x="19412" y="27986"/>
                  </a:lnTo>
                  <a:lnTo>
                    <a:pt x="20047" y="27708"/>
                  </a:lnTo>
                  <a:lnTo>
                    <a:pt x="20682" y="27430"/>
                  </a:lnTo>
                  <a:lnTo>
                    <a:pt x="21317" y="27113"/>
                  </a:lnTo>
                  <a:lnTo>
                    <a:pt x="21912" y="26755"/>
                  </a:lnTo>
                  <a:lnTo>
                    <a:pt x="22508" y="26398"/>
                  </a:lnTo>
                  <a:lnTo>
                    <a:pt x="23064" y="25961"/>
                  </a:lnTo>
                  <a:lnTo>
                    <a:pt x="23619" y="25564"/>
                  </a:lnTo>
                  <a:lnTo>
                    <a:pt x="24135" y="25088"/>
                  </a:lnTo>
                  <a:lnTo>
                    <a:pt x="24651" y="24612"/>
                  </a:lnTo>
                  <a:lnTo>
                    <a:pt x="25128" y="24135"/>
                  </a:lnTo>
                  <a:lnTo>
                    <a:pt x="25564" y="23580"/>
                  </a:lnTo>
                  <a:lnTo>
                    <a:pt x="26001" y="23064"/>
                  </a:lnTo>
                  <a:lnTo>
                    <a:pt x="26398" y="22468"/>
                  </a:lnTo>
                  <a:lnTo>
                    <a:pt x="26755" y="21913"/>
                  </a:lnTo>
                  <a:lnTo>
                    <a:pt x="27112" y="21277"/>
                  </a:lnTo>
                  <a:lnTo>
                    <a:pt x="27430" y="20682"/>
                  </a:lnTo>
                  <a:lnTo>
                    <a:pt x="27708" y="20047"/>
                  </a:lnTo>
                  <a:lnTo>
                    <a:pt x="27986" y="19372"/>
                  </a:lnTo>
                  <a:lnTo>
                    <a:pt x="28224" y="18697"/>
                  </a:lnTo>
                  <a:lnTo>
                    <a:pt x="28422" y="18022"/>
                  </a:lnTo>
                  <a:lnTo>
                    <a:pt x="28581" y="17308"/>
                  </a:lnTo>
                  <a:lnTo>
                    <a:pt x="28700" y="16593"/>
                  </a:lnTo>
                  <a:lnTo>
                    <a:pt x="28780" y="15879"/>
                  </a:lnTo>
                  <a:lnTo>
                    <a:pt x="28859" y="15164"/>
                  </a:lnTo>
                  <a:lnTo>
                    <a:pt x="28859" y="14410"/>
                  </a:lnTo>
                  <a:lnTo>
                    <a:pt x="28859" y="14410"/>
                  </a:lnTo>
                  <a:lnTo>
                    <a:pt x="28859" y="13656"/>
                  </a:lnTo>
                  <a:lnTo>
                    <a:pt x="28780" y="12941"/>
                  </a:lnTo>
                  <a:lnTo>
                    <a:pt x="28700" y="12227"/>
                  </a:lnTo>
                  <a:lnTo>
                    <a:pt x="28581" y="11512"/>
                  </a:lnTo>
                  <a:lnTo>
                    <a:pt x="28422" y="10798"/>
                  </a:lnTo>
                  <a:lnTo>
                    <a:pt x="28224" y="10123"/>
                  </a:lnTo>
                  <a:lnTo>
                    <a:pt x="27986" y="9448"/>
                  </a:lnTo>
                  <a:lnTo>
                    <a:pt x="27708" y="8813"/>
                  </a:lnTo>
                  <a:lnTo>
                    <a:pt x="27430" y="8138"/>
                  </a:lnTo>
                  <a:lnTo>
                    <a:pt x="27112" y="7543"/>
                  </a:lnTo>
                  <a:lnTo>
                    <a:pt x="26755" y="6948"/>
                  </a:lnTo>
                  <a:lnTo>
                    <a:pt x="26398" y="6352"/>
                  </a:lnTo>
                  <a:lnTo>
                    <a:pt x="26001" y="5796"/>
                  </a:lnTo>
                  <a:lnTo>
                    <a:pt x="25564" y="5241"/>
                  </a:lnTo>
                  <a:lnTo>
                    <a:pt x="25128" y="4725"/>
                  </a:lnTo>
                  <a:lnTo>
                    <a:pt x="24651" y="4209"/>
                  </a:lnTo>
                  <a:lnTo>
                    <a:pt x="24135" y="3732"/>
                  </a:lnTo>
                  <a:lnTo>
                    <a:pt x="23619" y="3296"/>
                  </a:lnTo>
                  <a:lnTo>
                    <a:pt x="23064" y="2859"/>
                  </a:lnTo>
                  <a:lnTo>
                    <a:pt x="22508" y="2462"/>
                  </a:lnTo>
                  <a:lnTo>
                    <a:pt x="21912" y="2065"/>
                  </a:lnTo>
                  <a:lnTo>
                    <a:pt x="21317" y="1708"/>
                  </a:lnTo>
                  <a:lnTo>
                    <a:pt x="20682" y="1390"/>
                  </a:lnTo>
                  <a:lnTo>
                    <a:pt x="20047" y="1112"/>
                  </a:lnTo>
                  <a:lnTo>
                    <a:pt x="19412" y="874"/>
                  </a:lnTo>
                  <a:lnTo>
                    <a:pt x="18737" y="636"/>
                  </a:lnTo>
                  <a:lnTo>
                    <a:pt x="18022" y="438"/>
                  </a:lnTo>
                  <a:lnTo>
                    <a:pt x="17348" y="279"/>
                  </a:lnTo>
                  <a:lnTo>
                    <a:pt x="16633" y="160"/>
                  </a:lnTo>
                  <a:lnTo>
                    <a:pt x="15919" y="41"/>
                  </a:lnTo>
                  <a:lnTo>
                    <a:pt x="15164" y="1"/>
                  </a:lnTo>
                  <a:lnTo>
                    <a:pt x="14450" y="1"/>
                  </a:lnTo>
                  <a:lnTo>
                    <a:pt x="14450" y="1"/>
                  </a:lnTo>
                  <a:lnTo>
                    <a:pt x="13696" y="1"/>
                  </a:lnTo>
                  <a:lnTo>
                    <a:pt x="12941" y="41"/>
                  </a:lnTo>
                  <a:lnTo>
                    <a:pt x="12227" y="160"/>
                  </a:lnTo>
                  <a:lnTo>
                    <a:pt x="11512" y="279"/>
                  </a:lnTo>
                  <a:lnTo>
                    <a:pt x="10838" y="438"/>
                  </a:lnTo>
                  <a:lnTo>
                    <a:pt x="10123" y="636"/>
                  </a:lnTo>
                  <a:lnTo>
                    <a:pt x="9488" y="874"/>
                  </a:lnTo>
                  <a:lnTo>
                    <a:pt x="8813" y="1112"/>
                  </a:lnTo>
                  <a:lnTo>
                    <a:pt x="8178" y="1390"/>
                  </a:lnTo>
                  <a:lnTo>
                    <a:pt x="7543" y="1708"/>
                  </a:lnTo>
                  <a:lnTo>
                    <a:pt x="6947" y="2065"/>
                  </a:lnTo>
                  <a:lnTo>
                    <a:pt x="6352" y="2462"/>
                  </a:lnTo>
                  <a:lnTo>
                    <a:pt x="5796" y="2859"/>
                  </a:lnTo>
                  <a:lnTo>
                    <a:pt x="5241" y="3296"/>
                  </a:lnTo>
                  <a:lnTo>
                    <a:pt x="4725" y="3732"/>
                  </a:lnTo>
                  <a:lnTo>
                    <a:pt x="4209" y="4209"/>
                  </a:lnTo>
                  <a:lnTo>
                    <a:pt x="3732" y="4725"/>
                  </a:lnTo>
                  <a:lnTo>
                    <a:pt x="3296" y="5241"/>
                  </a:lnTo>
                  <a:lnTo>
                    <a:pt x="2859" y="5796"/>
                  </a:lnTo>
                  <a:lnTo>
                    <a:pt x="2462" y="6352"/>
                  </a:lnTo>
                  <a:lnTo>
                    <a:pt x="2105" y="6948"/>
                  </a:lnTo>
                  <a:lnTo>
                    <a:pt x="1747" y="7543"/>
                  </a:lnTo>
                  <a:lnTo>
                    <a:pt x="1430" y="8138"/>
                  </a:lnTo>
                  <a:lnTo>
                    <a:pt x="1152" y="8813"/>
                  </a:lnTo>
                  <a:lnTo>
                    <a:pt x="874" y="9448"/>
                  </a:lnTo>
                  <a:lnTo>
                    <a:pt x="636" y="10123"/>
                  </a:lnTo>
                  <a:lnTo>
                    <a:pt x="438" y="10798"/>
                  </a:lnTo>
                  <a:lnTo>
                    <a:pt x="279" y="11512"/>
                  </a:lnTo>
                  <a:lnTo>
                    <a:pt x="160" y="12227"/>
                  </a:lnTo>
                  <a:lnTo>
                    <a:pt x="80" y="12941"/>
                  </a:lnTo>
                  <a:lnTo>
                    <a:pt x="1" y="13656"/>
                  </a:lnTo>
                  <a:lnTo>
                    <a:pt x="1" y="14410"/>
                  </a:lnTo>
                  <a:lnTo>
                    <a:pt x="1" y="14410"/>
                  </a:lnTo>
                  <a:close/>
                </a:path>
              </a:pathLst>
            </a:custGeom>
            <a:solidFill>
              <a:schemeClr val="accent6"/>
            </a:solidFill>
            <a:ln w="381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2">
              <a:extLst>
                <a:ext uri="{FF2B5EF4-FFF2-40B4-BE49-F238E27FC236}">
                  <a16:creationId xmlns:a16="http://schemas.microsoft.com/office/drawing/2014/main" id="{519515E8-89AA-2598-1522-61014C45427E}"/>
                </a:ext>
              </a:extLst>
            </p:cNvPr>
            <p:cNvSpPr/>
            <p:nvPr/>
          </p:nvSpPr>
          <p:spPr>
            <a:xfrm>
              <a:off x="5966919" y="3826989"/>
              <a:ext cx="258577" cy="258586"/>
            </a:xfrm>
            <a:custGeom>
              <a:avLst/>
              <a:gdLst/>
              <a:ahLst/>
              <a:cxnLst/>
              <a:rect l="l" t="t" r="r" b="b"/>
              <a:pathLst>
                <a:path w="28859" h="28860" extrusionOk="0">
                  <a:moveTo>
                    <a:pt x="13695" y="1"/>
                  </a:moveTo>
                  <a:lnTo>
                    <a:pt x="12980" y="41"/>
                  </a:lnTo>
                  <a:lnTo>
                    <a:pt x="12266" y="160"/>
                  </a:lnTo>
                  <a:lnTo>
                    <a:pt x="11551" y="279"/>
                  </a:lnTo>
                  <a:lnTo>
                    <a:pt x="10837" y="438"/>
                  </a:lnTo>
                  <a:lnTo>
                    <a:pt x="10162" y="636"/>
                  </a:lnTo>
                  <a:lnTo>
                    <a:pt x="9487" y="874"/>
                  </a:lnTo>
                  <a:lnTo>
                    <a:pt x="8813" y="1112"/>
                  </a:lnTo>
                  <a:lnTo>
                    <a:pt x="8177" y="1390"/>
                  </a:lnTo>
                  <a:lnTo>
                    <a:pt x="7582" y="1708"/>
                  </a:lnTo>
                  <a:lnTo>
                    <a:pt x="6947" y="2065"/>
                  </a:lnTo>
                  <a:lnTo>
                    <a:pt x="6391" y="2462"/>
                  </a:lnTo>
                  <a:lnTo>
                    <a:pt x="5796" y="2859"/>
                  </a:lnTo>
                  <a:lnTo>
                    <a:pt x="5280" y="3296"/>
                  </a:lnTo>
                  <a:lnTo>
                    <a:pt x="4724" y="3732"/>
                  </a:lnTo>
                  <a:lnTo>
                    <a:pt x="4248" y="4209"/>
                  </a:lnTo>
                  <a:lnTo>
                    <a:pt x="3771" y="4725"/>
                  </a:lnTo>
                  <a:lnTo>
                    <a:pt x="3295" y="5241"/>
                  </a:lnTo>
                  <a:lnTo>
                    <a:pt x="2898" y="5796"/>
                  </a:lnTo>
                  <a:lnTo>
                    <a:pt x="2461" y="6352"/>
                  </a:lnTo>
                  <a:lnTo>
                    <a:pt x="2104" y="6948"/>
                  </a:lnTo>
                  <a:lnTo>
                    <a:pt x="1747" y="7543"/>
                  </a:lnTo>
                  <a:lnTo>
                    <a:pt x="1429" y="8138"/>
                  </a:lnTo>
                  <a:lnTo>
                    <a:pt x="1151" y="8813"/>
                  </a:lnTo>
                  <a:lnTo>
                    <a:pt x="874" y="9448"/>
                  </a:lnTo>
                  <a:lnTo>
                    <a:pt x="675" y="10123"/>
                  </a:lnTo>
                  <a:lnTo>
                    <a:pt x="477" y="10798"/>
                  </a:lnTo>
                  <a:lnTo>
                    <a:pt x="318" y="11512"/>
                  </a:lnTo>
                  <a:lnTo>
                    <a:pt x="199" y="12227"/>
                  </a:lnTo>
                  <a:lnTo>
                    <a:pt x="80" y="12941"/>
                  </a:lnTo>
                  <a:lnTo>
                    <a:pt x="40" y="13656"/>
                  </a:lnTo>
                  <a:lnTo>
                    <a:pt x="0" y="14410"/>
                  </a:lnTo>
                  <a:lnTo>
                    <a:pt x="40" y="15164"/>
                  </a:lnTo>
                  <a:lnTo>
                    <a:pt x="80" y="15879"/>
                  </a:lnTo>
                  <a:lnTo>
                    <a:pt x="199" y="16593"/>
                  </a:lnTo>
                  <a:lnTo>
                    <a:pt x="318" y="17308"/>
                  </a:lnTo>
                  <a:lnTo>
                    <a:pt x="477" y="18022"/>
                  </a:lnTo>
                  <a:lnTo>
                    <a:pt x="675" y="18697"/>
                  </a:lnTo>
                  <a:lnTo>
                    <a:pt x="874" y="19372"/>
                  </a:lnTo>
                  <a:lnTo>
                    <a:pt x="1151" y="20047"/>
                  </a:lnTo>
                  <a:lnTo>
                    <a:pt x="1429" y="20682"/>
                  </a:lnTo>
                  <a:lnTo>
                    <a:pt x="1747" y="21277"/>
                  </a:lnTo>
                  <a:lnTo>
                    <a:pt x="2104" y="21913"/>
                  </a:lnTo>
                  <a:lnTo>
                    <a:pt x="2461" y="22468"/>
                  </a:lnTo>
                  <a:lnTo>
                    <a:pt x="2898" y="23064"/>
                  </a:lnTo>
                  <a:lnTo>
                    <a:pt x="3295" y="23580"/>
                  </a:lnTo>
                  <a:lnTo>
                    <a:pt x="3771" y="24135"/>
                  </a:lnTo>
                  <a:lnTo>
                    <a:pt x="4248" y="24612"/>
                  </a:lnTo>
                  <a:lnTo>
                    <a:pt x="4724" y="25088"/>
                  </a:lnTo>
                  <a:lnTo>
                    <a:pt x="5280" y="25564"/>
                  </a:lnTo>
                  <a:lnTo>
                    <a:pt x="5796" y="25961"/>
                  </a:lnTo>
                  <a:lnTo>
                    <a:pt x="6391" y="26398"/>
                  </a:lnTo>
                  <a:lnTo>
                    <a:pt x="6947" y="26755"/>
                  </a:lnTo>
                  <a:lnTo>
                    <a:pt x="7582" y="27113"/>
                  </a:lnTo>
                  <a:lnTo>
                    <a:pt x="8177" y="27430"/>
                  </a:lnTo>
                  <a:lnTo>
                    <a:pt x="8813" y="27708"/>
                  </a:lnTo>
                  <a:lnTo>
                    <a:pt x="9487" y="27986"/>
                  </a:lnTo>
                  <a:lnTo>
                    <a:pt x="10162" y="28184"/>
                  </a:lnTo>
                  <a:lnTo>
                    <a:pt x="10837" y="28383"/>
                  </a:lnTo>
                  <a:lnTo>
                    <a:pt x="11551" y="28542"/>
                  </a:lnTo>
                  <a:lnTo>
                    <a:pt x="12266" y="28661"/>
                  </a:lnTo>
                  <a:lnTo>
                    <a:pt x="12980" y="28780"/>
                  </a:lnTo>
                  <a:lnTo>
                    <a:pt x="13695" y="28819"/>
                  </a:lnTo>
                  <a:lnTo>
                    <a:pt x="14449" y="28859"/>
                  </a:lnTo>
                  <a:lnTo>
                    <a:pt x="15203" y="28819"/>
                  </a:lnTo>
                  <a:lnTo>
                    <a:pt x="15918" y="28780"/>
                  </a:lnTo>
                  <a:lnTo>
                    <a:pt x="16632" y="28661"/>
                  </a:lnTo>
                  <a:lnTo>
                    <a:pt x="17347" y="28542"/>
                  </a:lnTo>
                  <a:lnTo>
                    <a:pt x="18061" y="28383"/>
                  </a:lnTo>
                  <a:lnTo>
                    <a:pt x="18736" y="28184"/>
                  </a:lnTo>
                  <a:lnTo>
                    <a:pt x="19411" y="27986"/>
                  </a:lnTo>
                  <a:lnTo>
                    <a:pt x="20046" y="27708"/>
                  </a:lnTo>
                  <a:lnTo>
                    <a:pt x="20681" y="27430"/>
                  </a:lnTo>
                  <a:lnTo>
                    <a:pt x="21316" y="27113"/>
                  </a:lnTo>
                  <a:lnTo>
                    <a:pt x="21912" y="26755"/>
                  </a:lnTo>
                  <a:lnTo>
                    <a:pt x="22507" y="26398"/>
                  </a:lnTo>
                  <a:lnTo>
                    <a:pt x="23063" y="25961"/>
                  </a:lnTo>
                  <a:lnTo>
                    <a:pt x="23619" y="25564"/>
                  </a:lnTo>
                  <a:lnTo>
                    <a:pt x="24135" y="25088"/>
                  </a:lnTo>
                  <a:lnTo>
                    <a:pt x="24651" y="24612"/>
                  </a:lnTo>
                  <a:lnTo>
                    <a:pt x="25127" y="24135"/>
                  </a:lnTo>
                  <a:lnTo>
                    <a:pt x="25564" y="23580"/>
                  </a:lnTo>
                  <a:lnTo>
                    <a:pt x="26000" y="23064"/>
                  </a:lnTo>
                  <a:lnTo>
                    <a:pt x="26397" y="22468"/>
                  </a:lnTo>
                  <a:lnTo>
                    <a:pt x="26794" y="21913"/>
                  </a:lnTo>
                  <a:lnTo>
                    <a:pt x="27152" y="21277"/>
                  </a:lnTo>
                  <a:lnTo>
                    <a:pt x="27469" y="20682"/>
                  </a:lnTo>
                  <a:lnTo>
                    <a:pt x="27747" y="20047"/>
                  </a:lnTo>
                  <a:lnTo>
                    <a:pt x="27985" y="19372"/>
                  </a:lnTo>
                  <a:lnTo>
                    <a:pt x="28223" y="18697"/>
                  </a:lnTo>
                  <a:lnTo>
                    <a:pt x="28422" y="18022"/>
                  </a:lnTo>
                  <a:lnTo>
                    <a:pt x="28581" y="17308"/>
                  </a:lnTo>
                  <a:lnTo>
                    <a:pt x="28700" y="16593"/>
                  </a:lnTo>
                  <a:lnTo>
                    <a:pt x="28819" y="15879"/>
                  </a:lnTo>
                  <a:lnTo>
                    <a:pt x="28858" y="15164"/>
                  </a:lnTo>
                  <a:lnTo>
                    <a:pt x="28858" y="14410"/>
                  </a:lnTo>
                  <a:lnTo>
                    <a:pt x="28858" y="13656"/>
                  </a:lnTo>
                  <a:lnTo>
                    <a:pt x="28819" y="12941"/>
                  </a:lnTo>
                  <a:lnTo>
                    <a:pt x="28700" y="12227"/>
                  </a:lnTo>
                  <a:lnTo>
                    <a:pt x="28581" y="11512"/>
                  </a:lnTo>
                  <a:lnTo>
                    <a:pt x="28422" y="10798"/>
                  </a:lnTo>
                  <a:lnTo>
                    <a:pt x="28223" y="10123"/>
                  </a:lnTo>
                  <a:lnTo>
                    <a:pt x="27985" y="9448"/>
                  </a:lnTo>
                  <a:lnTo>
                    <a:pt x="27747" y="8813"/>
                  </a:lnTo>
                  <a:lnTo>
                    <a:pt x="27469" y="8138"/>
                  </a:lnTo>
                  <a:lnTo>
                    <a:pt x="27152" y="7543"/>
                  </a:lnTo>
                  <a:lnTo>
                    <a:pt x="26794" y="6948"/>
                  </a:lnTo>
                  <a:lnTo>
                    <a:pt x="26397" y="6352"/>
                  </a:lnTo>
                  <a:lnTo>
                    <a:pt x="26000" y="5796"/>
                  </a:lnTo>
                  <a:lnTo>
                    <a:pt x="25564" y="5241"/>
                  </a:lnTo>
                  <a:lnTo>
                    <a:pt x="25127" y="4725"/>
                  </a:lnTo>
                  <a:lnTo>
                    <a:pt x="24651" y="4209"/>
                  </a:lnTo>
                  <a:lnTo>
                    <a:pt x="24135" y="3732"/>
                  </a:lnTo>
                  <a:lnTo>
                    <a:pt x="23619" y="3296"/>
                  </a:lnTo>
                  <a:lnTo>
                    <a:pt x="23063" y="2859"/>
                  </a:lnTo>
                  <a:lnTo>
                    <a:pt x="22507" y="2462"/>
                  </a:lnTo>
                  <a:lnTo>
                    <a:pt x="21912" y="2065"/>
                  </a:lnTo>
                  <a:lnTo>
                    <a:pt x="21316" y="1708"/>
                  </a:lnTo>
                  <a:lnTo>
                    <a:pt x="20681" y="1390"/>
                  </a:lnTo>
                  <a:lnTo>
                    <a:pt x="20046" y="1112"/>
                  </a:lnTo>
                  <a:lnTo>
                    <a:pt x="19411" y="874"/>
                  </a:lnTo>
                  <a:lnTo>
                    <a:pt x="18736" y="636"/>
                  </a:lnTo>
                  <a:lnTo>
                    <a:pt x="18061" y="438"/>
                  </a:lnTo>
                  <a:lnTo>
                    <a:pt x="17347" y="279"/>
                  </a:lnTo>
                  <a:lnTo>
                    <a:pt x="16632" y="160"/>
                  </a:lnTo>
                  <a:lnTo>
                    <a:pt x="15918" y="41"/>
                  </a:lnTo>
                  <a:lnTo>
                    <a:pt x="15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2">
              <a:extLst>
                <a:ext uri="{FF2B5EF4-FFF2-40B4-BE49-F238E27FC236}">
                  <a16:creationId xmlns:a16="http://schemas.microsoft.com/office/drawing/2014/main" id="{9C00E976-7D6F-74B0-6F1B-A2CC898F45B7}"/>
                </a:ext>
              </a:extLst>
            </p:cNvPr>
            <p:cNvSpPr/>
            <p:nvPr/>
          </p:nvSpPr>
          <p:spPr>
            <a:xfrm>
              <a:off x="5966919" y="3826989"/>
              <a:ext cx="258577" cy="258586"/>
            </a:xfrm>
            <a:custGeom>
              <a:avLst/>
              <a:gdLst/>
              <a:ahLst/>
              <a:cxnLst/>
              <a:rect l="l" t="t" r="r" b="b"/>
              <a:pathLst>
                <a:path w="28859" h="28860" fill="none" extrusionOk="0">
                  <a:moveTo>
                    <a:pt x="0" y="14410"/>
                  </a:moveTo>
                  <a:lnTo>
                    <a:pt x="0" y="14410"/>
                  </a:lnTo>
                  <a:lnTo>
                    <a:pt x="40" y="15164"/>
                  </a:lnTo>
                  <a:lnTo>
                    <a:pt x="80" y="15879"/>
                  </a:lnTo>
                  <a:lnTo>
                    <a:pt x="199" y="16593"/>
                  </a:lnTo>
                  <a:lnTo>
                    <a:pt x="318" y="17308"/>
                  </a:lnTo>
                  <a:lnTo>
                    <a:pt x="477" y="18022"/>
                  </a:lnTo>
                  <a:lnTo>
                    <a:pt x="675" y="18697"/>
                  </a:lnTo>
                  <a:lnTo>
                    <a:pt x="874" y="19372"/>
                  </a:lnTo>
                  <a:lnTo>
                    <a:pt x="1151" y="20047"/>
                  </a:lnTo>
                  <a:lnTo>
                    <a:pt x="1429" y="20682"/>
                  </a:lnTo>
                  <a:lnTo>
                    <a:pt x="1747" y="21277"/>
                  </a:lnTo>
                  <a:lnTo>
                    <a:pt x="2104" y="21913"/>
                  </a:lnTo>
                  <a:lnTo>
                    <a:pt x="2461" y="22468"/>
                  </a:lnTo>
                  <a:lnTo>
                    <a:pt x="2898" y="23064"/>
                  </a:lnTo>
                  <a:lnTo>
                    <a:pt x="3295" y="23580"/>
                  </a:lnTo>
                  <a:lnTo>
                    <a:pt x="3771" y="24135"/>
                  </a:lnTo>
                  <a:lnTo>
                    <a:pt x="4248" y="24612"/>
                  </a:lnTo>
                  <a:lnTo>
                    <a:pt x="4724" y="25088"/>
                  </a:lnTo>
                  <a:lnTo>
                    <a:pt x="5280" y="25564"/>
                  </a:lnTo>
                  <a:lnTo>
                    <a:pt x="5796" y="25961"/>
                  </a:lnTo>
                  <a:lnTo>
                    <a:pt x="6391" y="26398"/>
                  </a:lnTo>
                  <a:lnTo>
                    <a:pt x="6947" y="26755"/>
                  </a:lnTo>
                  <a:lnTo>
                    <a:pt x="7582" y="27113"/>
                  </a:lnTo>
                  <a:lnTo>
                    <a:pt x="8177" y="27430"/>
                  </a:lnTo>
                  <a:lnTo>
                    <a:pt x="8813" y="27708"/>
                  </a:lnTo>
                  <a:lnTo>
                    <a:pt x="9487" y="27986"/>
                  </a:lnTo>
                  <a:lnTo>
                    <a:pt x="10162" y="28184"/>
                  </a:lnTo>
                  <a:lnTo>
                    <a:pt x="10837" y="28383"/>
                  </a:lnTo>
                  <a:lnTo>
                    <a:pt x="11551" y="28542"/>
                  </a:lnTo>
                  <a:lnTo>
                    <a:pt x="12266" y="28661"/>
                  </a:lnTo>
                  <a:lnTo>
                    <a:pt x="12980" y="28780"/>
                  </a:lnTo>
                  <a:lnTo>
                    <a:pt x="13695" y="28819"/>
                  </a:lnTo>
                  <a:lnTo>
                    <a:pt x="14449" y="28859"/>
                  </a:lnTo>
                  <a:lnTo>
                    <a:pt x="14449" y="28859"/>
                  </a:lnTo>
                  <a:lnTo>
                    <a:pt x="15203" y="28819"/>
                  </a:lnTo>
                  <a:lnTo>
                    <a:pt x="15918" y="28780"/>
                  </a:lnTo>
                  <a:lnTo>
                    <a:pt x="16632" y="28661"/>
                  </a:lnTo>
                  <a:lnTo>
                    <a:pt x="17347" y="28542"/>
                  </a:lnTo>
                  <a:lnTo>
                    <a:pt x="18061" y="28383"/>
                  </a:lnTo>
                  <a:lnTo>
                    <a:pt x="18736" y="28184"/>
                  </a:lnTo>
                  <a:lnTo>
                    <a:pt x="19411" y="27986"/>
                  </a:lnTo>
                  <a:lnTo>
                    <a:pt x="20046" y="27708"/>
                  </a:lnTo>
                  <a:lnTo>
                    <a:pt x="20681" y="27430"/>
                  </a:lnTo>
                  <a:lnTo>
                    <a:pt x="21316" y="27113"/>
                  </a:lnTo>
                  <a:lnTo>
                    <a:pt x="21912" y="26755"/>
                  </a:lnTo>
                  <a:lnTo>
                    <a:pt x="22507" y="26398"/>
                  </a:lnTo>
                  <a:lnTo>
                    <a:pt x="23063" y="25961"/>
                  </a:lnTo>
                  <a:lnTo>
                    <a:pt x="23619" y="25564"/>
                  </a:lnTo>
                  <a:lnTo>
                    <a:pt x="24135" y="25088"/>
                  </a:lnTo>
                  <a:lnTo>
                    <a:pt x="24651" y="24612"/>
                  </a:lnTo>
                  <a:lnTo>
                    <a:pt x="25127" y="24135"/>
                  </a:lnTo>
                  <a:lnTo>
                    <a:pt x="25564" y="23580"/>
                  </a:lnTo>
                  <a:lnTo>
                    <a:pt x="26000" y="23064"/>
                  </a:lnTo>
                  <a:lnTo>
                    <a:pt x="26397" y="22468"/>
                  </a:lnTo>
                  <a:lnTo>
                    <a:pt x="26794" y="21913"/>
                  </a:lnTo>
                  <a:lnTo>
                    <a:pt x="27152" y="21277"/>
                  </a:lnTo>
                  <a:lnTo>
                    <a:pt x="27469" y="20682"/>
                  </a:lnTo>
                  <a:lnTo>
                    <a:pt x="27747" y="20047"/>
                  </a:lnTo>
                  <a:lnTo>
                    <a:pt x="27985" y="19372"/>
                  </a:lnTo>
                  <a:lnTo>
                    <a:pt x="28223" y="18697"/>
                  </a:lnTo>
                  <a:lnTo>
                    <a:pt x="28422" y="18022"/>
                  </a:lnTo>
                  <a:lnTo>
                    <a:pt x="28581" y="17308"/>
                  </a:lnTo>
                  <a:lnTo>
                    <a:pt x="28700" y="16593"/>
                  </a:lnTo>
                  <a:lnTo>
                    <a:pt x="28819" y="15879"/>
                  </a:lnTo>
                  <a:lnTo>
                    <a:pt x="28858" y="15164"/>
                  </a:lnTo>
                  <a:lnTo>
                    <a:pt x="28858" y="14410"/>
                  </a:lnTo>
                  <a:lnTo>
                    <a:pt x="28858" y="14410"/>
                  </a:lnTo>
                  <a:lnTo>
                    <a:pt x="28858" y="13656"/>
                  </a:lnTo>
                  <a:lnTo>
                    <a:pt x="28819" y="12941"/>
                  </a:lnTo>
                  <a:lnTo>
                    <a:pt x="28700" y="12227"/>
                  </a:lnTo>
                  <a:lnTo>
                    <a:pt x="28581" y="11512"/>
                  </a:lnTo>
                  <a:lnTo>
                    <a:pt x="28422" y="10798"/>
                  </a:lnTo>
                  <a:lnTo>
                    <a:pt x="28223" y="10123"/>
                  </a:lnTo>
                  <a:lnTo>
                    <a:pt x="27985" y="9448"/>
                  </a:lnTo>
                  <a:lnTo>
                    <a:pt x="27747" y="8813"/>
                  </a:lnTo>
                  <a:lnTo>
                    <a:pt x="27469" y="8138"/>
                  </a:lnTo>
                  <a:lnTo>
                    <a:pt x="27152" y="7543"/>
                  </a:lnTo>
                  <a:lnTo>
                    <a:pt x="26794" y="6948"/>
                  </a:lnTo>
                  <a:lnTo>
                    <a:pt x="26397" y="6352"/>
                  </a:lnTo>
                  <a:lnTo>
                    <a:pt x="26000" y="5796"/>
                  </a:lnTo>
                  <a:lnTo>
                    <a:pt x="25564" y="5241"/>
                  </a:lnTo>
                  <a:lnTo>
                    <a:pt x="25127" y="4725"/>
                  </a:lnTo>
                  <a:lnTo>
                    <a:pt x="24651" y="4209"/>
                  </a:lnTo>
                  <a:lnTo>
                    <a:pt x="24135" y="3732"/>
                  </a:lnTo>
                  <a:lnTo>
                    <a:pt x="23619" y="3296"/>
                  </a:lnTo>
                  <a:lnTo>
                    <a:pt x="23063" y="2859"/>
                  </a:lnTo>
                  <a:lnTo>
                    <a:pt x="22507" y="2462"/>
                  </a:lnTo>
                  <a:lnTo>
                    <a:pt x="21912" y="2065"/>
                  </a:lnTo>
                  <a:lnTo>
                    <a:pt x="21316" y="1708"/>
                  </a:lnTo>
                  <a:lnTo>
                    <a:pt x="20681" y="1390"/>
                  </a:lnTo>
                  <a:lnTo>
                    <a:pt x="20046" y="1112"/>
                  </a:lnTo>
                  <a:lnTo>
                    <a:pt x="19411" y="874"/>
                  </a:lnTo>
                  <a:lnTo>
                    <a:pt x="18736" y="636"/>
                  </a:lnTo>
                  <a:lnTo>
                    <a:pt x="18061" y="438"/>
                  </a:lnTo>
                  <a:lnTo>
                    <a:pt x="17347" y="279"/>
                  </a:lnTo>
                  <a:lnTo>
                    <a:pt x="16632" y="160"/>
                  </a:lnTo>
                  <a:lnTo>
                    <a:pt x="15918" y="41"/>
                  </a:lnTo>
                  <a:lnTo>
                    <a:pt x="15203" y="1"/>
                  </a:lnTo>
                  <a:lnTo>
                    <a:pt x="14449" y="1"/>
                  </a:lnTo>
                  <a:lnTo>
                    <a:pt x="14449" y="1"/>
                  </a:lnTo>
                  <a:lnTo>
                    <a:pt x="13695" y="1"/>
                  </a:lnTo>
                  <a:lnTo>
                    <a:pt x="12980" y="41"/>
                  </a:lnTo>
                  <a:lnTo>
                    <a:pt x="12266" y="160"/>
                  </a:lnTo>
                  <a:lnTo>
                    <a:pt x="11551" y="279"/>
                  </a:lnTo>
                  <a:lnTo>
                    <a:pt x="10837" y="438"/>
                  </a:lnTo>
                  <a:lnTo>
                    <a:pt x="10162" y="636"/>
                  </a:lnTo>
                  <a:lnTo>
                    <a:pt x="9487" y="874"/>
                  </a:lnTo>
                  <a:lnTo>
                    <a:pt x="8813" y="1112"/>
                  </a:lnTo>
                  <a:lnTo>
                    <a:pt x="8177" y="1390"/>
                  </a:lnTo>
                  <a:lnTo>
                    <a:pt x="7582" y="1708"/>
                  </a:lnTo>
                  <a:lnTo>
                    <a:pt x="6947" y="2065"/>
                  </a:lnTo>
                  <a:lnTo>
                    <a:pt x="6391" y="2462"/>
                  </a:lnTo>
                  <a:lnTo>
                    <a:pt x="5796" y="2859"/>
                  </a:lnTo>
                  <a:lnTo>
                    <a:pt x="5280" y="3296"/>
                  </a:lnTo>
                  <a:lnTo>
                    <a:pt x="4724" y="3732"/>
                  </a:lnTo>
                  <a:lnTo>
                    <a:pt x="4248" y="4209"/>
                  </a:lnTo>
                  <a:lnTo>
                    <a:pt x="3771" y="4725"/>
                  </a:lnTo>
                  <a:lnTo>
                    <a:pt x="3295" y="5241"/>
                  </a:lnTo>
                  <a:lnTo>
                    <a:pt x="2898" y="5796"/>
                  </a:lnTo>
                  <a:lnTo>
                    <a:pt x="2461" y="6352"/>
                  </a:lnTo>
                  <a:lnTo>
                    <a:pt x="2104" y="6948"/>
                  </a:lnTo>
                  <a:lnTo>
                    <a:pt x="1747" y="7543"/>
                  </a:lnTo>
                  <a:lnTo>
                    <a:pt x="1429" y="8138"/>
                  </a:lnTo>
                  <a:lnTo>
                    <a:pt x="1151" y="8813"/>
                  </a:lnTo>
                  <a:lnTo>
                    <a:pt x="874" y="9448"/>
                  </a:lnTo>
                  <a:lnTo>
                    <a:pt x="675" y="10123"/>
                  </a:lnTo>
                  <a:lnTo>
                    <a:pt x="477" y="10798"/>
                  </a:lnTo>
                  <a:lnTo>
                    <a:pt x="318" y="11512"/>
                  </a:lnTo>
                  <a:lnTo>
                    <a:pt x="199" y="12227"/>
                  </a:lnTo>
                  <a:lnTo>
                    <a:pt x="80" y="12941"/>
                  </a:lnTo>
                  <a:lnTo>
                    <a:pt x="40" y="13656"/>
                  </a:lnTo>
                  <a:lnTo>
                    <a:pt x="0" y="14410"/>
                  </a:lnTo>
                  <a:lnTo>
                    <a:pt x="0" y="14410"/>
                  </a:lnTo>
                  <a:close/>
                </a:path>
              </a:pathLst>
            </a:custGeom>
            <a:solidFill>
              <a:schemeClr val="accent6"/>
            </a:solidFill>
            <a:ln w="381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2">
              <a:extLst>
                <a:ext uri="{FF2B5EF4-FFF2-40B4-BE49-F238E27FC236}">
                  <a16:creationId xmlns:a16="http://schemas.microsoft.com/office/drawing/2014/main" id="{813BDD8A-46E7-AEE8-4936-FF14D945D486}"/>
                </a:ext>
              </a:extLst>
            </p:cNvPr>
            <p:cNvSpPr/>
            <p:nvPr/>
          </p:nvSpPr>
          <p:spPr>
            <a:xfrm>
              <a:off x="6418611" y="3834820"/>
              <a:ext cx="599308" cy="52998"/>
            </a:xfrm>
            <a:custGeom>
              <a:avLst/>
              <a:gdLst/>
              <a:ahLst/>
              <a:cxnLst/>
              <a:rect l="l" t="t" r="r" b="b"/>
              <a:pathLst>
                <a:path w="66887" h="5915" extrusionOk="0">
                  <a:moveTo>
                    <a:pt x="2660" y="0"/>
                  </a:moveTo>
                  <a:lnTo>
                    <a:pt x="2382" y="80"/>
                  </a:lnTo>
                  <a:lnTo>
                    <a:pt x="2105" y="119"/>
                  </a:lnTo>
                  <a:lnTo>
                    <a:pt x="1827" y="238"/>
                  </a:lnTo>
                  <a:lnTo>
                    <a:pt x="1549" y="357"/>
                  </a:lnTo>
                  <a:lnTo>
                    <a:pt x="1311" y="516"/>
                  </a:lnTo>
                  <a:lnTo>
                    <a:pt x="1072" y="675"/>
                  </a:lnTo>
                  <a:lnTo>
                    <a:pt x="874" y="873"/>
                  </a:lnTo>
                  <a:lnTo>
                    <a:pt x="676" y="1072"/>
                  </a:lnTo>
                  <a:lnTo>
                    <a:pt x="517" y="1310"/>
                  </a:lnTo>
                  <a:lnTo>
                    <a:pt x="358" y="1548"/>
                  </a:lnTo>
                  <a:lnTo>
                    <a:pt x="239" y="1786"/>
                  </a:lnTo>
                  <a:lnTo>
                    <a:pt x="160" y="2064"/>
                  </a:lnTo>
                  <a:lnTo>
                    <a:pt x="80" y="2342"/>
                  </a:lnTo>
                  <a:lnTo>
                    <a:pt x="40" y="2660"/>
                  </a:lnTo>
                  <a:lnTo>
                    <a:pt x="1" y="2938"/>
                  </a:lnTo>
                  <a:lnTo>
                    <a:pt x="40" y="3255"/>
                  </a:lnTo>
                  <a:lnTo>
                    <a:pt x="80" y="3533"/>
                  </a:lnTo>
                  <a:lnTo>
                    <a:pt x="160" y="3851"/>
                  </a:lnTo>
                  <a:lnTo>
                    <a:pt x="239" y="4089"/>
                  </a:lnTo>
                  <a:lnTo>
                    <a:pt x="358" y="4367"/>
                  </a:lnTo>
                  <a:lnTo>
                    <a:pt x="517" y="4605"/>
                  </a:lnTo>
                  <a:lnTo>
                    <a:pt x="676" y="4843"/>
                  </a:lnTo>
                  <a:lnTo>
                    <a:pt x="874" y="5041"/>
                  </a:lnTo>
                  <a:lnTo>
                    <a:pt x="1072" y="5240"/>
                  </a:lnTo>
                  <a:lnTo>
                    <a:pt x="1311" y="5399"/>
                  </a:lnTo>
                  <a:lnTo>
                    <a:pt x="1549" y="5557"/>
                  </a:lnTo>
                  <a:lnTo>
                    <a:pt x="1827" y="5677"/>
                  </a:lnTo>
                  <a:lnTo>
                    <a:pt x="2105" y="5756"/>
                  </a:lnTo>
                  <a:lnTo>
                    <a:pt x="2382" y="5835"/>
                  </a:lnTo>
                  <a:lnTo>
                    <a:pt x="2660" y="5875"/>
                  </a:lnTo>
                  <a:lnTo>
                    <a:pt x="2978" y="5915"/>
                  </a:lnTo>
                  <a:lnTo>
                    <a:pt x="63949" y="5915"/>
                  </a:lnTo>
                  <a:lnTo>
                    <a:pt x="64227" y="5875"/>
                  </a:lnTo>
                  <a:lnTo>
                    <a:pt x="64545" y="5835"/>
                  </a:lnTo>
                  <a:lnTo>
                    <a:pt x="64822" y="5756"/>
                  </a:lnTo>
                  <a:lnTo>
                    <a:pt x="65100" y="5677"/>
                  </a:lnTo>
                  <a:lnTo>
                    <a:pt x="65338" y="5557"/>
                  </a:lnTo>
                  <a:lnTo>
                    <a:pt x="65577" y="5399"/>
                  </a:lnTo>
                  <a:lnTo>
                    <a:pt x="65815" y="5240"/>
                  </a:lnTo>
                  <a:lnTo>
                    <a:pt x="66013" y="5041"/>
                  </a:lnTo>
                  <a:lnTo>
                    <a:pt x="66212" y="4843"/>
                  </a:lnTo>
                  <a:lnTo>
                    <a:pt x="66371" y="4605"/>
                  </a:lnTo>
                  <a:lnTo>
                    <a:pt x="66529" y="4367"/>
                  </a:lnTo>
                  <a:lnTo>
                    <a:pt x="66648" y="4089"/>
                  </a:lnTo>
                  <a:lnTo>
                    <a:pt x="66767" y="3851"/>
                  </a:lnTo>
                  <a:lnTo>
                    <a:pt x="66847" y="3533"/>
                  </a:lnTo>
                  <a:lnTo>
                    <a:pt x="66887" y="3255"/>
                  </a:lnTo>
                  <a:lnTo>
                    <a:pt x="66887" y="2938"/>
                  </a:lnTo>
                  <a:lnTo>
                    <a:pt x="66887" y="2660"/>
                  </a:lnTo>
                  <a:lnTo>
                    <a:pt x="66847" y="2342"/>
                  </a:lnTo>
                  <a:lnTo>
                    <a:pt x="66767" y="2064"/>
                  </a:lnTo>
                  <a:lnTo>
                    <a:pt x="66648" y="1786"/>
                  </a:lnTo>
                  <a:lnTo>
                    <a:pt x="66529" y="1548"/>
                  </a:lnTo>
                  <a:lnTo>
                    <a:pt x="66371" y="1310"/>
                  </a:lnTo>
                  <a:lnTo>
                    <a:pt x="66212" y="1072"/>
                  </a:lnTo>
                  <a:lnTo>
                    <a:pt x="66013" y="873"/>
                  </a:lnTo>
                  <a:lnTo>
                    <a:pt x="65815" y="675"/>
                  </a:lnTo>
                  <a:lnTo>
                    <a:pt x="65577" y="516"/>
                  </a:lnTo>
                  <a:lnTo>
                    <a:pt x="65338" y="357"/>
                  </a:lnTo>
                  <a:lnTo>
                    <a:pt x="65100" y="238"/>
                  </a:lnTo>
                  <a:lnTo>
                    <a:pt x="64822" y="119"/>
                  </a:lnTo>
                  <a:lnTo>
                    <a:pt x="64545" y="80"/>
                  </a:lnTo>
                  <a:lnTo>
                    <a:pt x="642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2">
              <a:extLst>
                <a:ext uri="{FF2B5EF4-FFF2-40B4-BE49-F238E27FC236}">
                  <a16:creationId xmlns:a16="http://schemas.microsoft.com/office/drawing/2014/main" id="{BF68257D-106D-CD88-537D-FD3A8DE7E73A}"/>
                </a:ext>
              </a:extLst>
            </p:cNvPr>
            <p:cNvSpPr/>
            <p:nvPr/>
          </p:nvSpPr>
          <p:spPr>
            <a:xfrm>
              <a:off x="6418611" y="3924088"/>
              <a:ext cx="599308" cy="53007"/>
            </a:xfrm>
            <a:custGeom>
              <a:avLst/>
              <a:gdLst/>
              <a:ahLst/>
              <a:cxnLst/>
              <a:rect l="l" t="t" r="r" b="b"/>
              <a:pathLst>
                <a:path w="66887" h="5916" extrusionOk="0">
                  <a:moveTo>
                    <a:pt x="2978" y="1"/>
                  </a:moveTo>
                  <a:lnTo>
                    <a:pt x="2660" y="40"/>
                  </a:lnTo>
                  <a:lnTo>
                    <a:pt x="2382" y="80"/>
                  </a:lnTo>
                  <a:lnTo>
                    <a:pt x="2105" y="159"/>
                  </a:lnTo>
                  <a:lnTo>
                    <a:pt x="1827" y="239"/>
                  </a:lnTo>
                  <a:lnTo>
                    <a:pt x="1549" y="358"/>
                  </a:lnTo>
                  <a:lnTo>
                    <a:pt x="1311" y="517"/>
                  </a:lnTo>
                  <a:lnTo>
                    <a:pt x="1072" y="675"/>
                  </a:lnTo>
                  <a:lnTo>
                    <a:pt x="874" y="874"/>
                  </a:lnTo>
                  <a:lnTo>
                    <a:pt x="676" y="1072"/>
                  </a:lnTo>
                  <a:lnTo>
                    <a:pt x="517" y="1311"/>
                  </a:lnTo>
                  <a:lnTo>
                    <a:pt x="358" y="1549"/>
                  </a:lnTo>
                  <a:lnTo>
                    <a:pt x="239" y="1827"/>
                  </a:lnTo>
                  <a:lnTo>
                    <a:pt x="160" y="2104"/>
                  </a:lnTo>
                  <a:lnTo>
                    <a:pt x="80" y="2382"/>
                  </a:lnTo>
                  <a:lnTo>
                    <a:pt x="40" y="2660"/>
                  </a:lnTo>
                  <a:lnTo>
                    <a:pt x="1" y="2978"/>
                  </a:lnTo>
                  <a:lnTo>
                    <a:pt x="40" y="3256"/>
                  </a:lnTo>
                  <a:lnTo>
                    <a:pt x="80" y="3573"/>
                  </a:lnTo>
                  <a:lnTo>
                    <a:pt x="160" y="3851"/>
                  </a:lnTo>
                  <a:lnTo>
                    <a:pt x="239" y="4129"/>
                  </a:lnTo>
                  <a:lnTo>
                    <a:pt x="358" y="4367"/>
                  </a:lnTo>
                  <a:lnTo>
                    <a:pt x="517" y="4605"/>
                  </a:lnTo>
                  <a:lnTo>
                    <a:pt x="676" y="4843"/>
                  </a:lnTo>
                  <a:lnTo>
                    <a:pt x="874" y="5042"/>
                  </a:lnTo>
                  <a:lnTo>
                    <a:pt x="1072" y="5240"/>
                  </a:lnTo>
                  <a:lnTo>
                    <a:pt x="1311" y="5399"/>
                  </a:lnTo>
                  <a:lnTo>
                    <a:pt x="1549" y="5558"/>
                  </a:lnTo>
                  <a:lnTo>
                    <a:pt x="1827" y="5677"/>
                  </a:lnTo>
                  <a:lnTo>
                    <a:pt x="2105" y="5796"/>
                  </a:lnTo>
                  <a:lnTo>
                    <a:pt x="2382" y="5875"/>
                  </a:lnTo>
                  <a:lnTo>
                    <a:pt x="2660" y="5915"/>
                  </a:lnTo>
                  <a:lnTo>
                    <a:pt x="64227" y="5915"/>
                  </a:lnTo>
                  <a:lnTo>
                    <a:pt x="64545" y="5875"/>
                  </a:lnTo>
                  <a:lnTo>
                    <a:pt x="64822" y="5796"/>
                  </a:lnTo>
                  <a:lnTo>
                    <a:pt x="65100" y="5677"/>
                  </a:lnTo>
                  <a:lnTo>
                    <a:pt x="65338" y="5558"/>
                  </a:lnTo>
                  <a:lnTo>
                    <a:pt x="65577" y="5399"/>
                  </a:lnTo>
                  <a:lnTo>
                    <a:pt x="65815" y="5240"/>
                  </a:lnTo>
                  <a:lnTo>
                    <a:pt x="66013" y="5042"/>
                  </a:lnTo>
                  <a:lnTo>
                    <a:pt x="66212" y="4843"/>
                  </a:lnTo>
                  <a:lnTo>
                    <a:pt x="66371" y="4605"/>
                  </a:lnTo>
                  <a:lnTo>
                    <a:pt x="66529" y="4367"/>
                  </a:lnTo>
                  <a:lnTo>
                    <a:pt x="66648" y="4129"/>
                  </a:lnTo>
                  <a:lnTo>
                    <a:pt x="66767" y="3851"/>
                  </a:lnTo>
                  <a:lnTo>
                    <a:pt x="66847" y="3573"/>
                  </a:lnTo>
                  <a:lnTo>
                    <a:pt x="66887" y="3256"/>
                  </a:lnTo>
                  <a:lnTo>
                    <a:pt x="66887" y="2978"/>
                  </a:lnTo>
                  <a:lnTo>
                    <a:pt x="66887" y="2660"/>
                  </a:lnTo>
                  <a:lnTo>
                    <a:pt x="66847" y="2382"/>
                  </a:lnTo>
                  <a:lnTo>
                    <a:pt x="66767" y="2104"/>
                  </a:lnTo>
                  <a:lnTo>
                    <a:pt x="66648" y="1827"/>
                  </a:lnTo>
                  <a:lnTo>
                    <a:pt x="66529" y="1549"/>
                  </a:lnTo>
                  <a:lnTo>
                    <a:pt x="66371" y="1311"/>
                  </a:lnTo>
                  <a:lnTo>
                    <a:pt x="66212" y="1072"/>
                  </a:lnTo>
                  <a:lnTo>
                    <a:pt x="66013" y="874"/>
                  </a:lnTo>
                  <a:lnTo>
                    <a:pt x="65815" y="675"/>
                  </a:lnTo>
                  <a:lnTo>
                    <a:pt x="65577" y="517"/>
                  </a:lnTo>
                  <a:lnTo>
                    <a:pt x="65338" y="358"/>
                  </a:lnTo>
                  <a:lnTo>
                    <a:pt x="65100" y="239"/>
                  </a:lnTo>
                  <a:lnTo>
                    <a:pt x="64822" y="159"/>
                  </a:lnTo>
                  <a:lnTo>
                    <a:pt x="64545" y="80"/>
                  </a:lnTo>
                  <a:lnTo>
                    <a:pt x="64227" y="40"/>
                  </a:lnTo>
                  <a:lnTo>
                    <a:pt x="639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2">
              <a:extLst>
                <a:ext uri="{FF2B5EF4-FFF2-40B4-BE49-F238E27FC236}">
                  <a16:creationId xmlns:a16="http://schemas.microsoft.com/office/drawing/2014/main" id="{A3DA3CED-2972-47C8-51D2-CD07A1493BF1}"/>
                </a:ext>
              </a:extLst>
            </p:cNvPr>
            <p:cNvSpPr/>
            <p:nvPr/>
          </p:nvSpPr>
          <p:spPr>
            <a:xfrm>
              <a:off x="6418611" y="4013715"/>
              <a:ext cx="599308" cy="53007"/>
            </a:xfrm>
            <a:custGeom>
              <a:avLst/>
              <a:gdLst/>
              <a:ahLst/>
              <a:cxnLst/>
              <a:rect l="l" t="t" r="r" b="b"/>
              <a:pathLst>
                <a:path w="66887" h="5916" extrusionOk="0">
                  <a:moveTo>
                    <a:pt x="2660" y="1"/>
                  </a:moveTo>
                  <a:lnTo>
                    <a:pt x="2382" y="40"/>
                  </a:lnTo>
                  <a:lnTo>
                    <a:pt x="2105" y="120"/>
                  </a:lnTo>
                  <a:lnTo>
                    <a:pt x="1827" y="239"/>
                  </a:lnTo>
                  <a:lnTo>
                    <a:pt x="1549" y="358"/>
                  </a:lnTo>
                  <a:lnTo>
                    <a:pt x="1311" y="517"/>
                  </a:lnTo>
                  <a:lnTo>
                    <a:pt x="1072" y="676"/>
                  </a:lnTo>
                  <a:lnTo>
                    <a:pt x="874" y="874"/>
                  </a:lnTo>
                  <a:lnTo>
                    <a:pt x="676" y="1073"/>
                  </a:lnTo>
                  <a:lnTo>
                    <a:pt x="517" y="1311"/>
                  </a:lnTo>
                  <a:lnTo>
                    <a:pt x="358" y="1549"/>
                  </a:lnTo>
                  <a:lnTo>
                    <a:pt x="239" y="1787"/>
                  </a:lnTo>
                  <a:lnTo>
                    <a:pt x="160" y="2065"/>
                  </a:lnTo>
                  <a:lnTo>
                    <a:pt x="80" y="2343"/>
                  </a:lnTo>
                  <a:lnTo>
                    <a:pt x="40" y="2660"/>
                  </a:lnTo>
                  <a:lnTo>
                    <a:pt x="1" y="2938"/>
                  </a:lnTo>
                  <a:lnTo>
                    <a:pt x="40" y="3256"/>
                  </a:lnTo>
                  <a:lnTo>
                    <a:pt x="80" y="3534"/>
                  </a:lnTo>
                  <a:lnTo>
                    <a:pt x="160" y="3811"/>
                  </a:lnTo>
                  <a:lnTo>
                    <a:pt x="239" y="4089"/>
                  </a:lnTo>
                  <a:lnTo>
                    <a:pt x="358" y="4367"/>
                  </a:lnTo>
                  <a:lnTo>
                    <a:pt x="517" y="4605"/>
                  </a:lnTo>
                  <a:lnTo>
                    <a:pt x="676" y="4804"/>
                  </a:lnTo>
                  <a:lnTo>
                    <a:pt x="874" y="5042"/>
                  </a:lnTo>
                  <a:lnTo>
                    <a:pt x="1072" y="5241"/>
                  </a:lnTo>
                  <a:lnTo>
                    <a:pt x="1311" y="5399"/>
                  </a:lnTo>
                  <a:lnTo>
                    <a:pt x="1549" y="5558"/>
                  </a:lnTo>
                  <a:lnTo>
                    <a:pt x="1827" y="5677"/>
                  </a:lnTo>
                  <a:lnTo>
                    <a:pt x="2105" y="5757"/>
                  </a:lnTo>
                  <a:lnTo>
                    <a:pt x="2382" y="5836"/>
                  </a:lnTo>
                  <a:lnTo>
                    <a:pt x="2660" y="5876"/>
                  </a:lnTo>
                  <a:lnTo>
                    <a:pt x="2978" y="5915"/>
                  </a:lnTo>
                  <a:lnTo>
                    <a:pt x="63949" y="5915"/>
                  </a:lnTo>
                  <a:lnTo>
                    <a:pt x="64227" y="5876"/>
                  </a:lnTo>
                  <a:lnTo>
                    <a:pt x="64545" y="5836"/>
                  </a:lnTo>
                  <a:lnTo>
                    <a:pt x="64822" y="5757"/>
                  </a:lnTo>
                  <a:lnTo>
                    <a:pt x="65100" y="5677"/>
                  </a:lnTo>
                  <a:lnTo>
                    <a:pt x="65338" y="5558"/>
                  </a:lnTo>
                  <a:lnTo>
                    <a:pt x="65577" y="5399"/>
                  </a:lnTo>
                  <a:lnTo>
                    <a:pt x="65815" y="5241"/>
                  </a:lnTo>
                  <a:lnTo>
                    <a:pt x="66013" y="5042"/>
                  </a:lnTo>
                  <a:lnTo>
                    <a:pt x="66212" y="4804"/>
                  </a:lnTo>
                  <a:lnTo>
                    <a:pt x="66371" y="4605"/>
                  </a:lnTo>
                  <a:lnTo>
                    <a:pt x="66529" y="4367"/>
                  </a:lnTo>
                  <a:lnTo>
                    <a:pt x="66648" y="4089"/>
                  </a:lnTo>
                  <a:lnTo>
                    <a:pt x="66767" y="3811"/>
                  </a:lnTo>
                  <a:lnTo>
                    <a:pt x="66847" y="3534"/>
                  </a:lnTo>
                  <a:lnTo>
                    <a:pt x="66887" y="3256"/>
                  </a:lnTo>
                  <a:lnTo>
                    <a:pt x="66887" y="2938"/>
                  </a:lnTo>
                  <a:lnTo>
                    <a:pt x="66887" y="2660"/>
                  </a:lnTo>
                  <a:lnTo>
                    <a:pt x="66847" y="2343"/>
                  </a:lnTo>
                  <a:lnTo>
                    <a:pt x="66767" y="2065"/>
                  </a:lnTo>
                  <a:lnTo>
                    <a:pt x="66648" y="1787"/>
                  </a:lnTo>
                  <a:lnTo>
                    <a:pt x="66529" y="1549"/>
                  </a:lnTo>
                  <a:lnTo>
                    <a:pt x="66371" y="1311"/>
                  </a:lnTo>
                  <a:lnTo>
                    <a:pt x="66212" y="1073"/>
                  </a:lnTo>
                  <a:lnTo>
                    <a:pt x="66013" y="874"/>
                  </a:lnTo>
                  <a:lnTo>
                    <a:pt x="65815" y="676"/>
                  </a:lnTo>
                  <a:lnTo>
                    <a:pt x="65577" y="517"/>
                  </a:lnTo>
                  <a:lnTo>
                    <a:pt x="65338" y="358"/>
                  </a:lnTo>
                  <a:lnTo>
                    <a:pt x="65100" y="239"/>
                  </a:lnTo>
                  <a:lnTo>
                    <a:pt x="64822" y="120"/>
                  </a:lnTo>
                  <a:lnTo>
                    <a:pt x="64545" y="40"/>
                  </a:lnTo>
                  <a:lnTo>
                    <a:pt x="642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2">
              <a:extLst>
                <a:ext uri="{FF2B5EF4-FFF2-40B4-BE49-F238E27FC236}">
                  <a16:creationId xmlns:a16="http://schemas.microsoft.com/office/drawing/2014/main" id="{7A663333-C111-87C0-165F-9AAFEA96EA7B}"/>
                </a:ext>
              </a:extLst>
            </p:cNvPr>
            <p:cNvSpPr/>
            <p:nvPr/>
          </p:nvSpPr>
          <p:spPr>
            <a:xfrm>
              <a:off x="6414346" y="4189062"/>
              <a:ext cx="607837" cy="237592"/>
            </a:xfrm>
            <a:custGeom>
              <a:avLst/>
              <a:gdLst/>
              <a:ahLst/>
              <a:cxnLst/>
              <a:rect l="l" t="t" r="r" b="b"/>
              <a:pathLst>
                <a:path w="67839" h="26517" extrusionOk="0">
                  <a:moveTo>
                    <a:pt x="5081" y="0"/>
                  </a:moveTo>
                  <a:lnTo>
                    <a:pt x="4565" y="40"/>
                  </a:lnTo>
                  <a:lnTo>
                    <a:pt x="4049" y="80"/>
                  </a:lnTo>
                  <a:lnTo>
                    <a:pt x="3573" y="239"/>
                  </a:lnTo>
                  <a:lnTo>
                    <a:pt x="3097" y="397"/>
                  </a:lnTo>
                  <a:lnTo>
                    <a:pt x="2660" y="596"/>
                  </a:lnTo>
                  <a:lnTo>
                    <a:pt x="2223" y="874"/>
                  </a:lnTo>
                  <a:lnTo>
                    <a:pt x="1866" y="1152"/>
                  </a:lnTo>
                  <a:lnTo>
                    <a:pt x="1509" y="1469"/>
                  </a:lnTo>
                  <a:lnTo>
                    <a:pt x="1152" y="1826"/>
                  </a:lnTo>
                  <a:lnTo>
                    <a:pt x="874" y="2223"/>
                  </a:lnTo>
                  <a:lnTo>
                    <a:pt x="636" y="2660"/>
                  </a:lnTo>
                  <a:lnTo>
                    <a:pt x="397" y="3097"/>
                  </a:lnTo>
                  <a:lnTo>
                    <a:pt x="239" y="3533"/>
                  </a:lnTo>
                  <a:lnTo>
                    <a:pt x="119" y="4049"/>
                  </a:lnTo>
                  <a:lnTo>
                    <a:pt x="40" y="4526"/>
                  </a:lnTo>
                  <a:lnTo>
                    <a:pt x="0" y="5042"/>
                  </a:lnTo>
                  <a:lnTo>
                    <a:pt x="0" y="21475"/>
                  </a:lnTo>
                  <a:lnTo>
                    <a:pt x="40" y="21991"/>
                  </a:lnTo>
                  <a:lnTo>
                    <a:pt x="119" y="22468"/>
                  </a:lnTo>
                  <a:lnTo>
                    <a:pt x="239" y="22984"/>
                  </a:lnTo>
                  <a:lnTo>
                    <a:pt x="397" y="23420"/>
                  </a:lnTo>
                  <a:lnTo>
                    <a:pt x="636" y="23857"/>
                  </a:lnTo>
                  <a:lnTo>
                    <a:pt x="874" y="24294"/>
                  </a:lnTo>
                  <a:lnTo>
                    <a:pt x="1152" y="24691"/>
                  </a:lnTo>
                  <a:lnTo>
                    <a:pt x="1509" y="25048"/>
                  </a:lnTo>
                  <a:lnTo>
                    <a:pt x="1866" y="25366"/>
                  </a:lnTo>
                  <a:lnTo>
                    <a:pt x="2223" y="25643"/>
                  </a:lnTo>
                  <a:lnTo>
                    <a:pt x="2660" y="25921"/>
                  </a:lnTo>
                  <a:lnTo>
                    <a:pt x="3097" y="26120"/>
                  </a:lnTo>
                  <a:lnTo>
                    <a:pt x="3573" y="26279"/>
                  </a:lnTo>
                  <a:lnTo>
                    <a:pt x="4049" y="26398"/>
                  </a:lnTo>
                  <a:lnTo>
                    <a:pt x="4565" y="26477"/>
                  </a:lnTo>
                  <a:lnTo>
                    <a:pt x="5081" y="26517"/>
                  </a:lnTo>
                  <a:lnTo>
                    <a:pt x="62798" y="26517"/>
                  </a:lnTo>
                  <a:lnTo>
                    <a:pt x="63314" y="26477"/>
                  </a:lnTo>
                  <a:lnTo>
                    <a:pt x="63790" y="26398"/>
                  </a:lnTo>
                  <a:lnTo>
                    <a:pt x="64306" y="26279"/>
                  </a:lnTo>
                  <a:lnTo>
                    <a:pt x="64743" y="26120"/>
                  </a:lnTo>
                  <a:lnTo>
                    <a:pt x="65179" y="25921"/>
                  </a:lnTo>
                  <a:lnTo>
                    <a:pt x="65616" y="25643"/>
                  </a:lnTo>
                  <a:lnTo>
                    <a:pt x="66013" y="25366"/>
                  </a:lnTo>
                  <a:lnTo>
                    <a:pt x="66370" y="25048"/>
                  </a:lnTo>
                  <a:lnTo>
                    <a:pt x="66688" y="24691"/>
                  </a:lnTo>
                  <a:lnTo>
                    <a:pt x="66966" y="24294"/>
                  </a:lnTo>
                  <a:lnTo>
                    <a:pt x="67243" y="23857"/>
                  </a:lnTo>
                  <a:lnTo>
                    <a:pt x="67442" y="23420"/>
                  </a:lnTo>
                  <a:lnTo>
                    <a:pt x="67601" y="22984"/>
                  </a:lnTo>
                  <a:lnTo>
                    <a:pt x="67760" y="22468"/>
                  </a:lnTo>
                  <a:lnTo>
                    <a:pt x="67799" y="21991"/>
                  </a:lnTo>
                  <a:lnTo>
                    <a:pt x="67839" y="21475"/>
                  </a:lnTo>
                  <a:lnTo>
                    <a:pt x="67839" y="5042"/>
                  </a:lnTo>
                  <a:lnTo>
                    <a:pt x="67799" y="4526"/>
                  </a:lnTo>
                  <a:lnTo>
                    <a:pt x="67760" y="4049"/>
                  </a:lnTo>
                  <a:lnTo>
                    <a:pt x="67601" y="3533"/>
                  </a:lnTo>
                  <a:lnTo>
                    <a:pt x="67442" y="3097"/>
                  </a:lnTo>
                  <a:lnTo>
                    <a:pt x="67243" y="2660"/>
                  </a:lnTo>
                  <a:lnTo>
                    <a:pt x="66966" y="2223"/>
                  </a:lnTo>
                  <a:lnTo>
                    <a:pt x="66688" y="1826"/>
                  </a:lnTo>
                  <a:lnTo>
                    <a:pt x="66370" y="1469"/>
                  </a:lnTo>
                  <a:lnTo>
                    <a:pt x="66013" y="1152"/>
                  </a:lnTo>
                  <a:lnTo>
                    <a:pt x="65616" y="874"/>
                  </a:lnTo>
                  <a:lnTo>
                    <a:pt x="65179" y="596"/>
                  </a:lnTo>
                  <a:lnTo>
                    <a:pt x="64743" y="397"/>
                  </a:lnTo>
                  <a:lnTo>
                    <a:pt x="64306" y="239"/>
                  </a:lnTo>
                  <a:lnTo>
                    <a:pt x="63790" y="80"/>
                  </a:lnTo>
                  <a:lnTo>
                    <a:pt x="63314" y="40"/>
                  </a:lnTo>
                  <a:lnTo>
                    <a:pt x="627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56736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4">
          <a:extLst>
            <a:ext uri="{FF2B5EF4-FFF2-40B4-BE49-F238E27FC236}">
              <a16:creationId xmlns:a16="http://schemas.microsoft.com/office/drawing/2014/main" id="{94A0824E-7665-A309-087B-BB54A3B1CCDD}"/>
            </a:ext>
          </a:extLst>
        </p:cNvPr>
        <p:cNvGrpSpPr/>
        <p:nvPr/>
      </p:nvGrpSpPr>
      <p:grpSpPr>
        <a:xfrm>
          <a:off x="0" y="0"/>
          <a:ext cx="0" cy="0"/>
          <a:chOff x="0" y="0"/>
          <a:chExt cx="0" cy="0"/>
        </a:xfrm>
      </p:grpSpPr>
      <p:sp>
        <p:nvSpPr>
          <p:cNvPr id="846" name="Google Shape;846;p22">
            <a:extLst>
              <a:ext uri="{FF2B5EF4-FFF2-40B4-BE49-F238E27FC236}">
                <a16:creationId xmlns:a16="http://schemas.microsoft.com/office/drawing/2014/main" id="{D37E8CCA-C6EC-2BBC-F33A-015FE7FE7DD0}"/>
              </a:ext>
            </a:extLst>
          </p:cNvPr>
          <p:cNvSpPr txBox="1">
            <a:spLocks noGrp="1"/>
          </p:cNvSpPr>
          <p:nvPr>
            <p:ph type="title"/>
          </p:nvPr>
        </p:nvSpPr>
        <p:spPr>
          <a:xfrm>
            <a:off x="457200" y="209963"/>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Data Structure &amp; Exploration</a:t>
            </a:r>
          </a:p>
        </p:txBody>
      </p:sp>
      <p:sp>
        <p:nvSpPr>
          <p:cNvPr id="849" name="Google Shape;849;p22">
            <a:extLst>
              <a:ext uri="{FF2B5EF4-FFF2-40B4-BE49-F238E27FC236}">
                <a16:creationId xmlns:a16="http://schemas.microsoft.com/office/drawing/2014/main" id="{103211CF-AC73-F604-38CB-A40457276B73}"/>
              </a:ext>
            </a:extLst>
          </p:cNvPr>
          <p:cNvSpPr txBox="1"/>
          <p:nvPr/>
        </p:nvSpPr>
        <p:spPr>
          <a:xfrm>
            <a:off x="186076" y="1019408"/>
            <a:ext cx="8724040" cy="343500"/>
          </a:xfrm>
          <a:prstGeom prst="rect">
            <a:avLst/>
          </a:prstGeom>
          <a:noFill/>
          <a:ln>
            <a:noFill/>
          </a:ln>
        </p:spPr>
        <p:txBody>
          <a:bodyPr spcFirstLastPara="1" wrap="square" lIns="91425" tIns="91425" rIns="91425" bIns="91425" anchor="ctr" anchorCtr="0">
            <a:noAutofit/>
          </a:bodyPr>
          <a:lstStyle/>
          <a:p>
            <a:pPr algn="l" rtl="0">
              <a:lnSpc>
                <a:spcPct val="107000"/>
              </a:lnSpc>
              <a:spcAft>
                <a:spcPts val="800"/>
              </a:spcAft>
            </a:pPr>
            <a:r>
              <a:rPr lang="en-US" kern="100" dirty="0">
                <a:effectLst/>
                <a:latin typeface="Roboto" panose="02000000000000000000" pitchFamily="2" charset="0"/>
                <a:ea typeface="Roboto" panose="02000000000000000000" pitchFamily="2" charset="0"/>
                <a:cs typeface="Roboto" panose="02000000000000000000" pitchFamily="2" charset="0"/>
              </a:rPr>
              <a:t>This dataset provides a </a:t>
            </a:r>
            <a:r>
              <a:rPr lang="en-US" b="1" kern="100" dirty="0">
                <a:effectLst/>
                <a:latin typeface="Roboto" panose="02000000000000000000" pitchFamily="2" charset="0"/>
                <a:ea typeface="Roboto" panose="02000000000000000000" pitchFamily="2" charset="0"/>
                <a:cs typeface="Roboto" panose="02000000000000000000" pitchFamily="2" charset="0"/>
              </a:rPr>
              <a:t>rich combination of temporal, geospatial, and categorical data</a:t>
            </a:r>
            <a:r>
              <a:rPr lang="en-US" kern="100" dirty="0">
                <a:effectLst/>
                <a:latin typeface="Roboto" panose="02000000000000000000" pitchFamily="2" charset="0"/>
                <a:ea typeface="Roboto" panose="02000000000000000000" pitchFamily="2" charset="0"/>
                <a:cs typeface="Roboto" panose="02000000000000000000" pitchFamily="2" charset="0"/>
              </a:rPr>
              <a:t>, making it highly valuable for </a:t>
            </a:r>
            <a:r>
              <a:rPr lang="en-US" b="1" kern="100" dirty="0">
                <a:effectLst/>
                <a:latin typeface="Roboto" panose="02000000000000000000" pitchFamily="2" charset="0"/>
                <a:ea typeface="Roboto" panose="02000000000000000000" pitchFamily="2" charset="0"/>
                <a:cs typeface="Roboto" panose="02000000000000000000" pitchFamily="2" charset="0"/>
              </a:rPr>
              <a:t>predictive analysis, pricing strategies, and ride demand forecasting.</a:t>
            </a:r>
            <a:endParaRPr lang="en-US" kern="100" dirty="0">
              <a:effectLst/>
              <a:latin typeface="Roboto" panose="02000000000000000000" pitchFamily="2" charset="0"/>
              <a:ea typeface="Roboto" panose="02000000000000000000" pitchFamily="2" charset="0"/>
              <a:cs typeface="Roboto" panose="02000000000000000000" pitchFamily="2" charset="0"/>
            </a:endParaRPr>
          </a:p>
        </p:txBody>
      </p:sp>
      <p:graphicFrame>
        <p:nvGraphicFramePr>
          <p:cNvPr id="2" name="Table 1">
            <a:extLst>
              <a:ext uri="{FF2B5EF4-FFF2-40B4-BE49-F238E27FC236}">
                <a16:creationId xmlns:a16="http://schemas.microsoft.com/office/drawing/2014/main" id="{9B12E743-78E9-D1F0-CF02-1B04836D7234}"/>
              </a:ext>
            </a:extLst>
          </p:cNvPr>
          <p:cNvGraphicFramePr>
            <a:graphicFrameLocks noGrp="1"/>
          </p:cNvGraphicFramePr>
          <p:nvPr>
            <p:extLst>
              <p:ext uri="{D42A27DB-BD31-4B8C-83A1-F6EECF244321}">
                <p14:modId xmlns:p14="http://schemas.microsoft.com/office/powerpoint/2010/main" val="2393792468"/>
              </p:ext>
            </p:extLst>
          </p:nvPr>
        </p:nvGraphicFramePr>
        <p:xfrm>
          <a:off x="275901" y="1550013"/>
          <a:ext cx="7811051" cy="2773176"/>
        </p:xfrm>
        <a:graphic>
          <a:graphicData uri="http://schemas.openxmlformats.org/drawingml/2006/table">
            <a:tbl>
              <a:tblPr firstRow="1" bandRow="1">
                <a:tableStyleId>{5C22544A-7EE6-4342-B048-85BDC9FD1C3A}</a:tableStyleId>
              </a:tblPr>
              <a:tblGrid>
                <a:gridCol w="1455696">
                  <a:extLst>
                    <a:ext uri="{9D8B030D-6E8A-4147-A177-3AD203B41FA5}">
                      <a16:colId xmlns:a16="http://schemas.microsoft.com/office/drawing/2014/main" val="20000"/>
                    </a:ext>
                  </a:extLst>
                </a:gridCol>
                <a:gridCol w="1562210">
                  <a:extLst>
                    <a:ext uri="{9D8B030D-6E8A-4147-A177-3AD203B41FA5}">
                      <a16:colId xmlns:a16="http://schemas.microsoft.com/office/drawing/2014/main" val="20001"/>
                    </a:ext>
                  </a:extLst>
                </a:gridCol>
                <a:gridCol w="852115">
                  <a:extLst>
                    <a:ext uri="{9D8B030D-6E8A-4147-A177-3AD203B41FA5}">
                      <a16:colId xmlns:a16="http://schemas.microsoft.com/office/drawing/2014/main" val="20002"/>
                    </a:ext>
                  </a:extLst>
                </a:gridCol>
                <a:gridCol w="3941030">
                  <a:extLst>
                    <a:ext uri="{9D8B030D-6E8A-4147-A177-3AD203B41FA5}">
                      <a16:colId xmlns:a16="http://schemas.microsoft.com/office/drawing/2014/main" val="20003"/>
                    </a:ext>
                  </a:extLst>
                </a:gridCol>
              </a:tblGrid>
              <a:tr h="396168">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Column Name</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Non-Null Count</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Dtype</a:t>
                      </a:r>
                      <a:endPar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Description</a:t>
                      </a:r>
                    </a:p>
                  </a:txBody>
                  <a:tcPr anchor="ctr">
                    <a:solidFill>
                      <a:srgbClr val="434343"/>
                    </a:solidFill>
                  </a:tcPr>
                </a:tc>
                <a:extLst>
                  <a:ext uri="{0D108BD9-81ED-4DB2-BD59-A6C34878D82A}">
                    <a16:rowId xmlns:a16="http://schemas.microsoft.com/office/drawing/2014/main" val="10000"/>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pickup_datetime</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500,000</a:t>
                      </a:r>
                    </a:p>
                  </a:txBody>
                  <a:tcPr anchor="ct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object</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Date and time when the trip started</a:t>
                      </a:r>
                    </a:p>
                  </a:txBody>
                  <a:tcPr>
                    <a:solidFill>
                      <a:srgbClr val="D9D9D9"/>
                    </a:solidFill>
                  </a:tcPr>
                </a:tc>
                <a:extLst>
                  <a:ext uri="{0D108BD9-81ED-4DB2-BD59-A6C34878D82A}">
                    <a16:rowId xmlns:a16="http://schemas.microsoft.com/office/drawing/2014/main" val="10001"/>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pickup_longitude</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Longitude coordinate of the pickup location</a:t>
                      </a:r>
                    </a:p>
                  </a:txBody>
                  <a:tcPr>
                    <a:solidFill>
                      <a:srgbClr val="D9D9D9"/>
                    </a:solidFill>
                  </a:tcPr>
                </a:tc>
                <a:extLst>
                  <a:ext uri="{0D108BD9-81ED-4DB2-BD59-A6C34878D82A}">
                    <a16:rowId xmlns:a16="http://schemas.microsoft.com/office/drawing/2014/main" val="10002"/>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pickup_latitude</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Latitude coordinate of the pickup location</a:t>
                      </a:r>
                    </a:p>
                  </a:txBody>
                  <a:tcPr>
                    <a:solidFill>
                      <a:srgbClr val="D9D9D9"/>
                    </a:solidFill>
                  </a:tcPr>
                </a:tc>
                <a:extLst>
                  <a:ext uri="{0D108BD9-81ED-4DB2-BD59-A6C34878D82A}">
                    <a16:rowId xmlns:a16="http://schemas.microsoft.com/office/drawing/2014/main" val="10003"/>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dropoff_longitude</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Longitude coordinate of the dropoff location</a:t>
                      </a:r>
                    </a:p>
                  </a:txBody>
                  <a:tcPr>
                    <a:solidFill>
                      <a:srgbClr val="D9D9D9"/>
                    </a:solidFill>
                  </a:tcPr>
                </a:tc>
                <a:extLst>
                  <a:ext uri="{0D108BD9-81ED-4DB2-BD59-A6C34878D82A}">
                    <a16:rowId xmlns:a16="http://schemas.microsoft.com/office/drawing/2014/main" val="10004"/>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dropoff_latitude</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Latitude coordinate of the dropoff location</a:t>
                      </a:r>
                    </a:p>
                  </a:txBody>
                  <a:tcPr>
                    <a:solidFill>
                      <a:srgbClr val="D9D9D9"/>
                    </a:solidFill>
                  </a:tcPr>
                </a:tc>
                <a:extLst>
                  <a:ext uri="{0D108BD9-81ED-4DB2-BD59-A6C34878D82A}">
                    <a16:rowId xmlns:a16="http://schemas.microsoft.com/office/drawing/2014/main" val="10005"/>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passenger_count</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int64</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Number of passengers in the taxi</a:t>
                      </a:r>
                    </a:p>
                  </a:txBody>
                  <a:tcPr>
                    <a:solidFill>
                      <a:srgbClr val="D9D9D9"/>
                    </a:solidFill>
                  </a:tcPr>
                </a:tc>
                <a:extLst>
                  <a:ext uri="{0D108BD9-81ED-4DB2-BD59-A6C34878D82A}">
                    <a16:rowId xmlns:a16="http://schemas.microsoft.com/office/drawing/2014/main" val="10006"/>
                  </a:ext>
                </a:extLst>
              </a:tr>
              <a:tr h="297126">
                <a:tc>
                  <a:txBody>
                    <a:bodyPr/>
                    <a:lstStyle/>
                    <a:p>
                      <a:pPr algn="ctr"/>
                      <a:r>
                        <a:rPr sz="1050" b="1" dirty="0">
                          <a:solidFill>
                            <a:schemeClr val="bg1"/>
                          </a:solidFill>
                          <a:latin typeface="Roboto" panose="02000000000000000000" pitchFamily="2" charset="0"/>
                          <a:ea typeface="Roboto" panose="02000000000000000000" pitchFamily="2" charset="0"/>
                          <a:cs typeface="Roboto" panose="02000000000000000000" pitchFamily="2" charset="0"/>
                        </a:rPr>
                        <a:t>hour</a:t>
                      </a: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a:solidFill>
                            <a:schemeClr val="dk1"/>
                          </a:solidFill>
                          <a:latin typeface="Roboto"/>
                          <a:ea typeface="Roboto"/>
                          <a:cs typeface="Roboto"/>
                          <a:sym typeface="Arial"/>
                        </a:rPr>
                        <a:t>500,000</a:t>
                      </a:r>
                    </a:p>
                  </a:txBody>
                  <a:tcPr anchor="ct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int64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Hour of the day when the trip started</a:t>
                      </a:r>
                    </a:p>
                  </a:txBody>
                  <a:tcPr>
                    <a:solidFill>
                      <a:srgbClr val="D9D9D9"/>
                    </a:solidFill>
                  </a:tcPr>
                </a:tc>
                <a:extLst>
                  <a:ext uri="{0D108BD9-81ED-4DB2-BD59-A6C34878D82A}">
                    <a16:rowId xmlns:a16="http://schemas.microsoft.com/office/drawing/2014/main" val="10007"/>
                  </a:ext>
                </a:extLst>
              </a:tr>
              <a:tr h="297126">
                <a:tc>
                  <a:txBody>
                    <a:bodyPr/>
                    <a:lstStyle/>
                    <a:p>
                      <a:pPr algn="ctr"/>
                      <a:r>
                        <a:rPr sz="1050" b="1" dirty="0">
                          <a:solidFill>
                            <a:schemeClr val="bg1"/>
                          </a:solidFill>
                          <a:latin typeface="Roboto" panose="02000000000000000000" pitchFamily="2" charset="0"/>
                          <a:ea typeface="Roboto" panose="02000000000000000000" pitchFamily="2" charset="0"/>
                          <a:cs typeface="Roboto" panose="02000000000000000000" pitchFamily="2" charset="0"/>
                        </a:rPr>
                        <a:t>day</a:t>
                      </a:r>
                    </a:p>
                  </a:txBody>
                  <a:tcPr>
                    <a:solidFill>
                      <a:schemeClr val="accent6"/>
                    </a:solidFill>
                  </a:tcPr>
                </a:tc>
                <a:tc>
                  <a:txBody>
                    <a:bodyPr/>
                    <a:lstStyle/>
                    <a:p>
                      <a:pPr marL="0" marR="0" lvl="0" indent="0" algn="ctr" rtl="0">
                        <a:lnSpc>
                          <a:spcPct val="100000"/>
                        </a:lnSpc>
                        <a:spcBef>
                          <a:spcPts val="0"/>
                        </a:spcBef>
                        <a:spcAft>
                          <a:spcPts val="0"/>
                        </a:spcAft>
                        <a:buClr>
                          <a:srgbClr val="000000"/>
                        </a:buClr>
                        <a:buFont typeface="Arial"/>
                        <a:buNone/>
                      </a:pPr>
                      <a:r>
                        <a:rPr sz="1200" b="0" i="0" u="none" strike="noStrike" cap="none" dirty="0">
                          <a:solidFill>
                            <a:schemeClr val="dk1"/>
                          </a:solidFill>
                          <a:latin typeface="Roboto"/>
                          <a:ea typeface="Roboto"/>
                          <a:cs typeface="Roboto"/>
                          <a:sym typeface="Arial"/>
                        </a:rPr>
                        <a:t>500,000</a:t>
                      </a:r>
                    </a:p>
                  </a:txBody>
                  <a:tcPr anchor="ct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int64</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Day of the month when the trip started</a:t>
                      </a:r>
                    </a:p>
                  </a:txBody>
                  <a:tcPr>
                    <a:solidFill>
                      <a:srgbClr val="D9D9D9"/>
                    </a:solidFill>
                  </a:tcPr>
                </a:tc>
                <a:extLst>
                  <a:ext uri="{0D108BD9-81ED-4DB2-BD59-A6C34878D82A}">
                    <a16:rowId xmlns:a16="http://schemas.microsoft.com/office/drawing/2014/main" val="10008"/>
                  </a:ext>
                </a:extLst>
              </a:tr>
            </a:tbl>
          </a:graphicData>
        </a:graphic>
      </p:graphicFrame>
      <p:grpSp>
        <p:nvGrpSpPr>
          <p:cNvPr id="869" name="Google Shape;869;p22">
            <a:extLst>
              <a:ext uri="{FF2B5EF4-FFF2-40B4-BE49-F238E27FC236}">
                <a16:creationId xmlns:a16="http://schemas.microsoft.com/office/drawing/2014/main" id="{B4B3A17B-2DAE-55F0-1D31-7A382CD0D3A8}"/>
              </a:ext>
            </a:extLst>
          </p:cNvPr>
          <p:cNvGrpSpPr/>
          <p:nvPr/>
        </p:nvGrpSpPr>
        <p:grpSpPr>
          <a:xfrm>
            <a:off x="7426052" y="3728214"/>
            <a:ext cx="1565564" cy="1300679"/>
            <a:chOff x="5610544" y="2868800"/>
            <a:chExt cx="2215799" cy="1863014"/>
          </a:xfrm>
        </p:grpSpPr>
        <p:sp>
          <p:nvSpPr>
            <p:cNvPr id="870" name="Google Shape;870;p22">
              <a:extLst>
                <a:ext uri="{FF2B5EF4-FFF2-40B4-BE49-F238E27FC236}">
                  <a16:creationId xmlns:a16="http://schemas.microsoft.com/office/drawing/2014/main" id="{6D655418-9764-7813-2AC2-68F13A113164}"/>
                </a:ext>
              </a:extLst>
            </p:cNvPr>
            <p:cNvSpPr/>
            <p:nvPr/>
          </p:nvSpPr>
          <p:spPr>
            <a:xfrm>
              <a:off x="6516100" y="2868800"/>
              <a:ext cx="404700" cy="205500"/>
            </a:xfrm>
            <a:prstGeom prst="round2SameRect">
              <a:avLst>
                <a:gd name="adj1" fmla="val 47457"/>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2">
              <a:extLst>
                <a:ext uri="{FF2B5EF4-FFF2-40B4-BE49-F238E27FC236}">
                  <a16:creationId xmlns:a16="http://schemas.microsoft.com/office/drawing/2014/main" id="{77DCFF68-E703-C14E-C70C-3FAF0AA050B2}"/>
                </a:ext>
              </a:extLst>
            </p:cNvPr>
            <p:cNvSpPr/>
            <p:nvPr/>
          </p:nvSpPr>
          <p:spPr>
            <a:xfrm>
              <a:off x="5610544" y="4460084"/>
              <a:ext cx="2215799" cy="271730"/>
            </a:xfrm>
            <a:custGeom>
              <a:avLst/>
              <a:gdLst/>
              <a:ahLst/>
              <a:cxnLst/>
              <a:rect l="l" t="t" r="r" b="b"/>
              <a:pathLst>
                <a:path w="247299" h="30327" extrusionOk="0">
                  <a:moveTo>
                    <a:pt x="117259" y="0"/>
                  </a:moveTo>
                  <a:lnTo>
                    <a:pt x="110987" y="40"/>
                  </a:lnTo>
                  <a:lnTo>
                    <a:pt x="104794" y="159"/>
                  </a:lnTo>
                  <a:lnTo>
                    <a:pt x="98721" y="278"/>
                  </a:lnTo>
                  <a:lnTo>
                    <a:pt x="92727" y="476"/>
                  </a:lnTo>
                  <a:lnTo>
                    <a:pt x="86852" y="675"/>
                  </a:lnTo>
                  <a:lnTo>
                    <a:pt x="81136" y="913"/>
                  </a:lnTo>
                  <a:lnTo>
                    <a:pt x="75500" y="1191"/>
                  </a:lnTo>
                  <a:lnTo>
                    <a:pt x="70022" y="1469"/>
                  </a:lnTo>
                  <a:lnTo>
                    <a:pt x="64703" y="1826"/>
                  </a:lnTo>
                  <a:lnTo>
                    <a:pt x="59503" y="2183"/>
                  </a:lnTo>
                  <a:lnTo>
                    <a:pt x="54501" y="2580"/>
                  </a:lnTo>
                  <a:lnTo>
                    <a:pt x="49658" y="2977"/>
                  </a:lnTo>
                  <a:lnTo>
                    <a:pt x="44974" y="3453"/>
                  </a:lnTo>
                  <a:lnTo>
                    <a:pt x="40489" y="3930"/>
                  </a:lnTo>
                  <a:lnTo>
                    <a:pt x="36202" y="4446"/>
                  </a:lnTo>
                  <a:lnTo>
                    <a:pt x="32113" y="4962"/>
                  </a:lnTo>
                  <a:lnTo>
                    <a:pt x="28223" y="5518"/>
                  </a:lnTo>
                  <a:lnTo>
                    <a:pt x="24531" y="6073"/>
                  </a:lnTo>
                  <a:lnTo>
                    <a:pt x="21118" y="6669"/>
                  </a:lnTo>
                  <a:lnTo>
                    <a:pt x="17902" y="7304"/>
                  </a:lnTo>
                  <a:lnTo>
                    <a:pt x="14925" y="7939"/>
                  </a:lnTo>
                  <a:lnTo>
                    <a:pt x="12186" y="8574"/>
                  </a:lnTo>
                  <a:lnTo>
                    <a:pt x="9686" y="9249"/>
                  </a:lnTo>
                  <a:lnTo>
                    <a:pt x="7502" y="9924"/>
                  </a:lnTo>
                  <a:lnTo>
                    <a:pt x="6470" y="10281"/>
                  </a:lnTo>
                  <a:lnTo>
                    <a:pt x="5557" y="10638"/>
                  </a:lnTo>
                  <a:lnTo>
                    <a:pt x="4684" y="10996"/>
                  </a:lnTo>
                  <a:lnTo>
                    <a:pt x="3890" y="11353"/>
                  </a:lnTo>
                  <a:lnTo>
                    <a:pt x="3136" y="11750"/>
                  </a:lnTo>
                  <a:lnTo>
                    <a:pt x="2501" y="12107"/>
                  </a:lnTo>
                  <a:lnTo>
                    <a:pt x="1905" y="12464"/>
                  </a:lnTo>
                  <a:lnTo>
                    <a:pt x="1389" y="12861"/>
                  </a:lnTo>
                  <a:lnTo>
                    <a:pt x="992" y="13218"/>
                  </a:lnTo>
                  <a:lnTo>
                    <a:pt x="635" y="13615"/>
                  </a:lnTo>
                  <a:lnTo>
                    <a:pt x="357" y="13973"/>
                  </a:lnTo>
                  <a:lnTo>
                    <a:pt x="159" y="14370"/>
                  </a:lnTo>
                  <a:lnTo>
                    <a:pt x="40" y="14767"/>
                  </a:lnTo>
                  <a:lnTo>
                    <a:pt x="0" y="15164"/>
                  </a:lnTo>
                  <a:lnTo>
                    <a:pt x="40" y="15560"/>
                  </a:lnTo>
                  <a:lnTo>
                    <a:pt x="159" y="15957"/>
                  </a:lnTo>
                  <a:lnTo>
                    <a:pt x="357" y="16315"/>
                  </a:lnTo>
                  <a:lnTo>
                    <a:pt x="635" y="16712"/>
                  </a:lnTo>
                  <a:lnTo>
                    <a:pt x="992" y="17109"/>
                  </a:lnTo>
                  <a:lnTo>
                    <a:pt x="1389" y="17466"/>
                  </a:lnTo>
                  <a:lnTo>
                    <a:pt x="1905" y="17863"/>
                  </a:lnTo>
                  <a:lnTo>
                    <a:pt x="2501" y="18220"/>
                  </a:lnTo>
                  <a:lnTo>
                    <a:pt x="3136" y="18577"/>
                  </a:lnTo>
                  <a:lnTo>
                    <a:pt x="3890" y="18935"/>
                  </a:lnTo>
                  <a:lnTo>
                    <a:pt x="4684" y="19331"/>
                  </a:lnTo>
                  <a:lnTo>
                    <a:pt x="5557" y="19689"/>
                  </a:lnTo>
                  <a:lnTo>
                    <a:pt x="6470" y="20006"/>
                  </a:lnTo>
                  <a:lnTo>
                    <a:pt x="7502" y="20364"/>
                  </a:lnTo>
                  <a:lnTo>
                    <a:pt x="9686" y="21078"/>
                  </a:lnTo>
                  <a:lnTo>
                    <a:pt x="12186" y="21753"/>
                  </a:lnTo>
                  <a:lnTo>
                    <a:pt x="14925" y="22388"/>
                  </a:lnTo>
                  <a:lnTo>
                    <a:pt x="17902" y="23023"/>
                  </a:lnTo>
                  <a:lnTo>
                    <a:pt x="21118" y="23658"/>
                  </a:lnTo>
                  <a:lnTo>
                    <a:pt x="24531" y="24254"/>
                  </a:lnTo>
                  <a:lnTo>
                    <a:pt x="28223" y="24809"/>
                  </a:lnTo>
                  <a:lnTo>
                    <a:pt x="32113" y="25365"/>
                  </a:lnTo>
                  <a:lnTo>
                    <a:pt x="36202" y="25881"/>
                  </a:lnTo>
                  <a:lnTo>
                    <a:pt x="40489" y="26397"/>
                  </a:lnTo>
                  <a:lnTo>
                    <a:pt x="44974" y="26874"/>
                  </a:lnTo>
                  <a:lnTo>
                    <a:pt x="49658" y="27310"/>
                  </a:lnTo>
                  <a:lnTo>
                    <a:pt x="54501" y="27747"/>
                  </a:lnTo>
                  <a:lnTo>
                    <a:pt x="59503" y="28144"/>
                  </a:lnTo>
                  <a:lnTo>
                    <a:pt x="64703" y="28501"/>
                  </a:lnTo>
                  <a:lnTo>
                    <a:pt x="70022" y="28858"/>
                  </a:lnTo>
                  <a:lnTo>
                    <a:pt x="75500" y="29136"/>
                  </a:lnTo>
                  <a:lnTo>
                    <a:pt x="81136" y="29414"/>
                  </a:lnTo>
                  <a:lnTo>
                    <a:pt x="86852" y="29652"/>
                  </a:lnTo>
                  <a:lnTo>
                    <a:pt x="92727" y="29851"/>
                  </a:lnTo>
                  <a:lnTo>
                    <a:pt x="98721" y="30009"/>
                  </a:lnTo>
                  <a:lnTo>
                    <a:pt x="104794" y="30168"/>
                  </a:lnTo>
                  <a:lnTo>
                    <a:pt x="110987" y="30248"/>
                  </a:lnTo>
                  <a:lnTo>
                    <a:pt x="117259" y="30327"/>
                  </a:lnTo>
                  <a:lnTo>
                    <a:pt x="130001" y="30327"/>
                  </a:lnTo>
                  <a:lnTo>
                    <a:pt x="136272" y="30248"/>
                  </a:lnTo>
                  <a:lnTo>
                    <a:pt x="142465" y="30168"/>
                  </a:lnTo>
                  <a:lnTo>
                    <a:pt x="148578" y="30009"/>
                  </a:lnTo>
                  <a:lnTo>
                    <a:pt x="154532" y="29851"/>
                  </a:lnTo>
                  <a:lnTo>
                    <a:pt x="160407" y="29652"/>
                  </a:lnTo>
                  <a:lnTo>
                    <a:pt x="166163" y="29414"/>
                  </a:lnTo>
                  <a:lnTo>
                    <a:pt x="171760" y="29136"/>
                  </a:lnTo>
                  <a:lnTo>
                    <a:pt x="177238" y="28858"/>
                  </a:lnTo>
                  <a:lnTo>
                    <a:pt x="182596" y="28501"/>
                  </a:lnTo>
                  <a:lnTo>
                    <a:pt x="187757" y="28144"/>
                  </a:lnTo>
                  <a:lnTo>
                    <a:pt x="192758" y="27747"/>
                  </a:lnTo>
                  <a:lnTo>
                    <a:pt x="197641" y="27310"/>
                  </a:lnTo>
                  <a:lnTo>
                    <a:pt x="202285" y="26874"/>
                  </a:lnTo>
                  <a:lnTo>
                    <a:pt x="206771" y="26397"/>
                  </a:lnTo>
                  <a:lnTo>
                    <a:pt x="211058" y="25881"/>
                  </a:lnTo>
                  <a:lnTo>
                    <a:pt x="215186" y="25365"/>
                  </a:lnTo>
                  <a:lnTo>
                    <a:pt x="219076" y="24809"/>
                  </a:lnTo>
                  <a:lnTo>
                    <a:pt x="222728" y="24254"/>
                  </a:lnTo>
                  <a:lnTo>
                    <a:pt x="226181" y="23658"/>
                  </a:lnTo>
                  <a:lnTo>
                    <a:pt x="229397" y="23023"/>
                  </a:lnTo>
                  <a:lnTo>
                    <a:pt x="232374" y="22388"/>
                  </a:lnTo>
                  <a:lnTo>
                    <a:pt x="235113" y="21753"/>
                  </a:lnTo>
                  <a:lnTo>
                    <a:pt x="237574" y="21078"/>
                  </a:lnTo>
                  <a:lnTo>
                    <a:pt x="239797" y="20364"/>
                  </a:lnTo>
                  <a:lnTo>
                    <a:pt x="240789" y="20006"/>
                  </a:lnTo>
                  <a:lnTo>
                    <a:pt x="241742" y="19689"/>
                  </a:lnTo>
                  <a:lnTo>
                    <a:pt x="242615" y="19331"/>
                  </a:lnTo>
                  <a:lnTo>
                    <a:pt x="243409" y="18935"/>
                  </a:lnTo>
                  <a:lnTo>
                    <a:pt x="244123" y="18577"/>
                  </a:lnTo>
                  <a:lnTo>
                    <a:pt x="244798" y="18220"/>
                  </a:lnTo>
                  <a:lnTo>
                    <a:pt x="245354" y="17863"/>
                  </a:lnTo>
                  <a:lnTo>
                    <a:pt x="245870" y="17466"/>
                  </a:lnTo>
                  <a:lnTo>
                    <a:pt x="246307" y="17109"/>
                  </a:lnTo>
                  <a:lnTo>
                    <a:pt x="246664" y="16712"/>
                  </a:lnTo>
                  <a:lnTo>
                    <a:pt x="246942" y="16315"/>
                  </a:lnTo>
                  <a:lnTo>
                    <a:pt x="247140" y="15957"/>
                  </a:lnTo>
                  <a:lnTo>
                    <a:pt x="247259" y="15560"/>
                  </a:lnTo>
                  <a:lnTo>
                    <a:pt x="247299" y="15164"/>
                  </a:lnTo>
                  <a:lnTo>
                    <a:pt x="247259" y="14767"/>
                  </a:lnTo>
                  <a:lnTo>
                    <a:pt x="247140" y="14370"/>
                  </a:lnTo>
                  <a:lnTo>
                    <a:pt x="246942" y="13973"/>
                  </a:lnTo>
                  <a:lnTo>
                    <a:pt x="246664" y="13615"/>
                  </a:lnTo>
                  <a:lnTo>
                    <a:pt x="246307" y="13218"/>
                  </a:lnTo>
                  <a:lnTo>
                    <a:pt x="245870" y="12861"/>
                  </a:lnTo>
                  <a:lnTo>
                    <a:pt x="245354" y="12464"/>
                  </a:lnTo>
                  <a:lnTo>
                    <a:pt x="244798" y="12107"/>
                  </a:lnTo>
                  <a:lnTo>
                    <a:pt x="244123" y="11750"/>
                  </a:lnTo>
                  <a:lnTo>
                    <a:pt x="243409" y="11353"/>
                  </a:lnTo>
                  <a:lnTo>
                    <a:pt x="242615" y="10996"/>
                  </a:lnTo>
                  <a:lnTo>
                    <a:pt x="241742" y="10638"/>
                  </a:lnTo>
                  <a:lnTo>
                    <a:pt x="240789" y="10281"/>
                  </a:lnTo>
                  <a:lnTo>
                    <a:pt x="239797" y="9924"/>
                  </a:lnTo>
                  <a:lnTo>
                    <a:pt x="237574" y="9249"/>
                  </a:lnTo>
                  <a:lnTo>
                    <a:pt x="235113" y="8574"/>
                  </a:lnTo>
                  <a:lnTo>
                    <a:pt x="232374" y="7939"/>
                  </a:lnTo>
                  <a:lnTo>
                    <a:pt x="229397" y="7304"/>
                  </a:lnTo>
                  <a:lnTo>
                    <a:pt x="226181" y="6669"/>
                  </a:lnTo>
                  <a:lnTo>
                    <a:pt x="222728" y="6073"/>
                  </a:lnTo>
                  <a:lnTo>
                    <a:pt x="219076" y="5518"/>
                  </a:lnTo>
                  <a:lnTo>
                    <a:pt x="215186" y="4962"/>
                  </a:lnTo>
                  <a:lnTo>
                    <a:pt x="211058" y="4446"/>
                  </a:lnTo>
                  <a:lnTo>
                    <a:pt x="206771" y="3930"/>
                  </a:lnTo>
                  <a:lnTo>
                    <a:pt x="202285" y="3453"/>
                  </a:lnTo>
                  <a:lnTo>
                    <a:pt x="197641" y="2977"/>
                  </a:lnTo>
                  <a:lnTo>
                    <a:pt x="192758" y="2580"/>
                  </a:lnTo>
                  <a:lnTo>
                    <a:pt x="187757" y="2183"/>
                  </a:lnTo>
                  <a:lnTo>
                    <a:pt x="182596" y="1826"/>
                  </a:lnTo>
                  <a:lnTo>
                    <a:pt x="177238" y="1469"/>
                  </a:lnTo>
                  <a:lnTo>
                    <a:pt x="171760" y="1191"/>
                  </a:lnTo>
                  <a:lnTo>
                    <a:pt x="166163" y="913"/>
                  </a:lnTo>
                  <a:lnTo>
                    <a:pt x="160407" y="675"/>
                  </a:lnTo>
                  <a:lnTo>
                    <a:pt x="154532" y="476"/>
                  </a:lnTo>
                  <a:lnTo>
                    <a:pt x="148578" y="278"/>
                  </a:lnTo>
                  <a:lnTo>
                    <a:pt x="142465" y="159"/>
                  </a:lnTo>
                  <a:lnTo>
                    <a:pt x="136272" y="40"/>
                  </a:lnTo>
                  <a:lnTo>
                    <a:pt x="130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2">
              <a:extLst>
                <a:ext uri="{FF2B5EF4-FFF2-40B4-BE49-F238E27FC236}">
                  <a16:creationId xmlns:a16="http://schemas.microsoft.com/office/drawing/2014/main" id="{026963F4-4B5C-4C1F-C211-9839643AF79C}"/>
                </a:ext>
              </a:extLst>
            </p:cNvPr>
            <p:cNvSpPr/>
            <p:nvPr/>
          </p:nvSpPr>
          <p:spPr>
            <a:xfrm>
              <a:off x="5610544" y="4460084"/>
              <a:ext cx="2215799" cy="271730"/>
            </a:xfrm>
            <a:custGeom>
              <a:avLst/>
              <a:gdLst/>
              <a:ahLst/>
              <a:cxnLst/>
              <a:rect l="l" t="t" r="r" b="b"/>
              <a:pathLst>
                <a:path w="247299" h="30327" fill="none" extrusionOk="0">
                  <a:moveTo>
                    <a:pt x="123650" y="0"/>
                  </a:moveTo>
                  <a:lnTo>
                    <a:pt x="123650" y="0"/>
                  </a:lnTo>
                  <a:lnTo>
                    <a:pt x="117259" y="0"/>
                  </a:lnTo>
                  <a:lnTo>
                    <a:pt x="110987" y="40"/>
                  </a:lnTo>
                  <a:lnTo>
                    <a:pt x="104794" y="159"/>
                  </a:lnTo>
                  <a:lnTo>
                    <a:pt x="98721" y="278"/>
                  </a:lnTo>
                  <a:lnTo>
                    <a:pt x="92727" y="476"/>
                  </a:lnTo>
                  <a:lnTo>
                    <a:pt x="86852" y="675"/>
                  </a:lnTo>
                  <a:lnTo>
                    <a:pt x="81136" y="913"/>
                  </a:lnTo>
                  <a:lnTo>
                    <a:pt x="75500" y="1191"/>
                  </a:lnTo>
                  <a:lnTo>
                    <a:pt x="70022" y="1469"/>
                  </a:lnTo>
                  <a:lnTo>
                    <a:pt x="64703" y="1826"/>
                  </a:lnTo>
                  <a:lnTo>
                    <a:pt x="59503" y="2183"/>
                  </a:lnTo>
                  <a:lnTo>
                    <a:pt x="54501" y="2580"/>
                  </a:lnTo>
                  <a:lnTo>
                    <a:pt x="49658" y="2977"/>
                  </a:lnTo>
                  <a:lnTo>
                    <a:pt x="44974" y="3453"/>
                  </a:lnTo>
                  <a:lnTo>
                    <a:pt x="40489" y="3930"/>
                  </a:lnTo>
                  <a:lnTo>
                    <a:pt x="36202" y="4446"/>
                  </a:lnTo>
                  <a:lnTo>
                    <a:pt x="32113" y="4962"/>
                  </a:lnTo>
                  <a:lnTo>
                    <a:pt x="28223" y="5518"/>
                  </a:lnTo>
                  <a:lnTo>
                    <a:pt x="24531" y="6073"/>
                  </a:lnTo>
                  <a:lnTo>
                    <a:pt x="21118" y="6669"/>
                  </a:lnTo>
                  <a:lnTo>
                    <a:pt x="17902" y="7304"/>
                  </a:lnTo>
                  <a:lnTo>
                    <a:pt x="14925" y="7939"/>
                  </a:lnTo>
                  <a:lnTo>
                    <a:pt x="12186" y="8574"/>
                  </a:lnTo>
                  <a:lnTo>
                    <a:pt x="9686" y="9249"/>
                  </a:lnTo>
                  <a:lnTo>
                    <a:pt x="7502" y="9924"/>
                  </a:lnTo>
                  <a:lnTo>
                    <a:pt x="6470" y="10281"/>
                  </a:lnTo>
                  <a:lnTo>
                    <a:pt x="5557" y="10638"/>
                  </a:lnTo>
                  <a:lnTo>
                    <a:pt x="4684" y="10996"/>
                  </a:lnTo>
                  <a:lnTo>
                    <a:pt x="3890" y="11353"/>
                  </a:lnTo>
                  <a:lnTo>
                    <a:pt x="3136" y="11750"/>
                  </a:lnTo>
                  <a:lnTo>
                    <a:pt x="2501" y="12107"/>
                  </a:lnTo>
                  <a:lnTo>
                    <a:pt x="1905" y="12464"/>
                  </a:lnTo>
                  <a:lnTo>
                    <a:pt x="1389" y="12861"/>
                  </a:lnTo>
                  <a:lnTo>
                    <a:pt x="992" y="13218"/>
                  </a:lnTo>
                  <a:lnTo>
                    <a:pt x="635" y="13615"/>
                  </a:lnTo>
                  <a:lnTo>
                    <a:pt x="357" y="13973"/>
                  </a:lnTo>
                  <a:lnTo>
                    <a:pt x="159" y="14370"/>
                  </a:lnTo>
                  <a:lnTo>
                    <a:pt x="40" y="14767"/>
                  </a:lnTo>
                  <a:lnTo>
                    <a:pt x="0" y="15164"/>
                  </a:lnTo>
                  <a:lnTo>
                    <a:pt x="0" y="15164"/>
                  </a:lnTo>
                  <a:lnTo>
                    <a:pt x="40" y="15560"/>
                  </a:lnTo>
                  <a:lnTo>
                    <a:pt x="159" y="15957"/>
                  </a:lnTo>
                  <a:lnTo>
                    <a:pt x="357" y="16315"/>
                  </a:lnTo>
                  <a:lnTo>
                    <a:pt x="635" y="16712"/>
                  </a:lnTo>
                  <a:lnTo>
                    <a:pt x="992" y="17109"/>
                  </a:lnTo>
                  <a:lnTo>
                    <a:pt x="1389" y="17466"/>
                  </a:lnTo>
                  <a:lnTo>
                    <a:pt x="1905" y="17863"/>
                  </a:lnTo>
                  <a:lnTo>
                    <a:pt x="2501" y="18220"/>
                  </a:lnTo>
                  <a:lnTo>
                    <a:pt x="3136" y="18577"/>
                  </a:lnTo>
                  <a:lnTo>
                    <a:pt x="3890" y="18935"/>
                  </a:lnTo>
                  <a:lnTo>
                    <a:pt x="4684" y="19331"/>
                  </a:lnTo>
                  <a:lnTo>
                    <a:pt x="5557" y="19689"/>
                  </a:lnTo>
                  <a:lnTo>
                    <a:pt x="6470" y="20006"/>
                  </a:lnTo>
                  <a:lnTo>
                    <a:pt x="7502" y="20364"/>
                  </a:lnTo>
                  <a:lnTo>
                    <a:pt x="9686" y="21078"/>
                  </a:lnTo>
                  <a:lnTo>
                    <a:pt x="12186" y="21753"/>
                  </a:lnTo>
                  <a:lnTo>
                    <a:pt x="14925" y="22388"/>
                  </a:lnTo>
                  <a:lnTo>
                    <a:pt x="17902" y="23023"/>
                  </a:lnTo>
                  <a:lnTo>
                    <a:pt x="21118" y="23658"/>
                  </a:lnTo>
                  <a:lnTo>
                    <a:pt x="24531" y="24254"/>
                  </a:lnTo>
                  <a:lnTo>
                    <a:pt x="28223" y="24809"/>
                  </a:lnTo>
                  <a:lnTo>
                    <a:pt x="32113" y="25365"/>
                  </a:lnTo>
                  <a:lnTo>
                    <a:pt x="36202" y="25881"/>
                  </a:lnTo>
                  <a:lnTo>
                    <a:pt x="40489" y="26397"/>
                  </a:lnTo>
                  <a:lnTo>
                    <a:pt x="44974" y="26874"/>
                  </a:lnTo>
                  <a:lnTo>
                    <a:pt x="49658" y="27310"/>
                  </a:lnTo>
                  <a:lnTo>
                    <a:pt x="54501" y="27747"/>
                  </a:lnTo>
                  <a:lnTo>
                    <a:pt x="59503" y="28144"/>
                  </a:lnTo>
                  <a:lnTo>
                    <a:pt x="64703" y="28501"/>
                  </a:lnTo>
                  <a:lnTo>
                    <a:pt x="70022" y="28858"/>
                  </a:lnTo>
                  <a:lnTo>
                    <a:pt x="75500" y="29136"/>
                  </a:lnTo>
                  <a:lnTo>
                    <a:pt x="81136" y="29414"/>
                  </a:lnTo>
                  <a:lnTo>
                    <a:pt x="86852" y="29652"/>
                  </a:lnTo>
                  <a:lnTo>
                    <a:pt x="92727" y="29851"/>
                  </a:lnTo>
                  <a:lnTo>
                    <a:pt x="98721" y="30009"/>
                  </a:lnTo>
                  <a:lnTo>
                    <a:pt x="104794" y="30168"/>
                  </a:lnTo>
                  <a:lnTo>
                    <a:pt x="110987" y="30248"/>
                  </a:lnTo>
                  <a:lnTo>
                    <a:pt x="117259" y="30327"/>
                  </a:lnTo>
                  <a:lnTo>
                    <a:pt x="123650" y="30327"/>
                  </a:lnTo>
                  <a:lnTo>
                    <a:pt x="123650" y="30327"/>
                  </a:lnTo>
                  <a:lnTo>
                    <a:pt x="130001" y="30327"/>
                  </a:lnTo>
                  <a:lnTo>
                    <a:pt x="136272" y="30248"/>
                  </a:lnTo>
                  <a:lnTo>
                    <a:pt x="142465" y="30168"/>
                  </a:lnTo>
                  <a:lnTo>
                    <a:pt x="148578" y="30009"/>
                  </a:lnTo>
                  <a:lnTo>
                    <a:pt x="154532" y="29851"/>
                  </a:lnTo>
                  <a:lnTo>
                    <a:pt x="160407" y="29652"/>
                  </a:lnTo>
                  <a:lnTo>
                    <a:pt x="166163" y="29414"/>
                  </a:lnTo>
                  <a:lnTo>
                    <a:pt x="171760" y="29136"/>
                  </a:lnTo>
                  <a:lnTo>
                    <a:pt x="177238" y="28858"/>
                  </a:lnTo>
                  <a:lnTo>
                    <a:pt x="182596" y="28501"/>
                  </a:lnTo>
                  <a:lnTo>
                    <a:pt x="187757" y="28144"/>
                  </a:lnTo>
                  <a:lnTo>
                    <a:pt x="192758" y="27747"/>
                  </a:lnTo>
                  <a:lnTo>
                    <a:pt x="197641" y="27310"/>
                  </a:lnTo>
                  <a:lnTo>
                    <a:pt x="202285" y="26874"/>
                  </a:lnTo>
                  <a:lnTo>
                    <a:pt x="206771" y="26397"/>
                  </a:lnTo>
                  <a:lnTo>
                    <a:pt x="211058" y="25881"/>
                  </a:lnTo>
                  <a:lnTo>
                    <a:pt x="215186" y="25365"/>
                  </a:lnTo>
                  <a:lnTo>
                    <a:pt x="219076" y="24809"/>
                  </a:lnTo>
                  <a:lnTo>
                    <a:pt x="222728" y="24254"/>
                  </a:lnTo>
                  <a:lnTo>
                    <a:pt x="226181" y="23658"/>
                  </a:lnTo>
                  <a:lnTo>
                    <a:pt x="229397" y="23023"/>
                  </a:lnTo>
                  <a:lnTo>
                    <a:pt x="232374" y="22388"/>
                  </a:lnTo>
                  <a:lnTo>
                    <a:pt x="235113" y="21753"/>
                  </a:lnTo>
                  <a:lnTo>
                    <a:pt x="237574" y="21078"/>
                  </a:lnTo>
                  <a:lnTo>
                    <a:pt x="239797" y="20364"/>
                  </a:lnTo>
                  <a:lnTo>
                    <a:pt x="240789" y="20006"/>
                  </a:lnTo>
                  <a:lnTo>
                    <a:pt x="241742" y="19689"/>
                  </a:lnTo>
                  <a:lnTo>
                    <a:pt x="242615" y="19331"/>
                  </a:lnTo>
                  <a:lnTo>
                    <a:pt x="243409" y="18935"/>
                  </a:lnTo>
                  <a:lnTo>
                    <a:pt x="244123" y="18577"/>
                  </a:lnTo>
                  <a:lnTo>
                    <a:pt x="244798" y="18220"/>
                  </a:lnTo>
                  <a:lnTo>
                    <a:pt x="245354" y="17863"/>
                  </a:lnTo>
                  <a:lnTo>
                    <a:pt x="245870" y="17466"/>
                  </a:lnTo>
                  <a:lnTo>
                    <a:pt x="246307" y="17109"/>
                  </a:lnTo>
                  <a:lnTo>
                    <a:pt x="246664" y="16712"/>
                  </a:lnTo>
                  <a:lnTo>
                    <a:pt x="246942" y="16315"/>
                  </a:lnTo>
                  <a:lnTo>
                    <a:pt x="247140" y="15957"/>
                  </a:lnTo>
                  <a:lnTo>
                    <a:pt x="247259" y="15560"/>
                  </a:lnTo>
                  <a:lnTo>
                    <a:pt x="247299" y="15164"/>
                  </a:lnTo>
                  <a:lnTo>
                    <a:pt x="247299" y="15164"/>
                  </a:lnTo>
                  <a:lnTo>
                    <a:pt x="247259" y="14767"/>
                  </a:lnTo>
                  <a:lnTo>
                    <a:pt x="247140" y="14370"/>
                  </a:lnTo>
                  <a:lnTo>
                    <a:pt x="246942" y="13973"/>
                  </a:lnTo>
                  <a:lnTo>
                    <a:pt x="246664" y="13615"/>
                  </a:lnTo>
                  <a:lnTo>
                    <a:pt x="246307" y="13218"/>
                  </a:lnTo>
                  <a:lnTo>
                    <a:pt x="245870" y="12861"/>
                  </a:lnTo>
                  <a:lnTo>
                    <a:pt x="245354" y="12464"/>
                  </a:lnTo>
                  <a:lnTo>
                    <a:pt x="244798" y="12107"/>
                  </a:lnTo>
                  <a:lnTo>
                    <a:pt x="244123" y="11750"/>
                  </a:lnTo>
                  <a:lnTo>
                    <a:pt x="243409" y="11353"/>
                  </a:lnTo>
                  <a:lnTo>
                    <a:pt x="242615" y="10996"/>
                  </a:lnTo>
                  <a:lnTo>
                    <a:pt x="241742" y="10638"/>
                  </a:lnTo>
                  <a:lnTo>
                    <a:pt x="240789" y="10281"/>
                  </a:lnTo>
                  <a:lnTo>
                    <a:pt x="239797" y="9924"/>
                  </a:lnTo>
                  <a:lnTo>
                    <a:pt x="237574" y="9249"/>
                  </a:lnTo>
                  <a:lnTo>
                    <a:pt x="235113" y="8574"/>
                  </a:lnTo>
                  <a:lnTo>
                    <a:pt x="232374" y="7939"/>
                  </a:lnTo>
                  <a:lnTo>
                    <a:pt x="229397" y="7304"/>
                  </a:lnTo>
                  <a:lnTo>
                    <a:pt x="226181" y="6669"/>
                  </a:lnTo>
                  <a:lnTo>
                    <a:pt x="222728" y="6073"/>
                  </a:lnTo>
                  <a:lnTo>
                    <a:pt x="219076" y="5518"/>
                  </a:lnTo>
                  <a:lnTo>
                    <a:pt x="215186" y="4962"/>
                  </a:lnTo>
                  <a:lnTo>
                    <a:pt x="211058" y="4446"/>
                  </a:lnTo>
                  <a:lnTo>
                    <a:pt x="206771" y="3930"/>
                  </a:lnTo>
                  <a:lnTo>
                    <a:pt x="202285" y="3453"/>
                  </a:lnTo>
                  <a:lnTo>
                    <a:pt x="197641" y="2977"/>
                  </a:lnTo>
                  <a:lnTo>
                    <a:pt x="192758" y="2580"/>
                  </a:lnTo>
                  <a:lnTo>
                    <a:pt x="187757" y="2183"/>
                  </a:lnTo>
                  <a:lnTo>
                    <a:pt x="182596" y="1826"/>
                  </a:lnTo>
                  <a:lnTo>
                    <a:pt x="177238" y="1469"/>
                  </a:lnTo>
                  <a:lnTo>
                    <a:pt x="171760" y="1191"/>
                  </a:lnTo>
                  <a:lnTo>
                    <a:pt x="166163" y="913"/>
                  </a:lnTo>
                  <a:lnTo>
                    <a:pt x="160407" y="675"/>
                  </a:lnTo>
                  <a:lnTo>
                    <a:pt x="154532" y="476"/>
                  </a:lnTo>
                  <a:lnTo>
                    <a:pt x="148578" y="278"/>
                  </a:lnTo>
                  <a:lnTo>
                    <a:pt x="142465" y="159"/>
                  </a:lnTo>
                  <a:lnTo>
                    <a:pt x="136272" y="40"/>
                  </a:lnTo>
                  <a:lnTo>
                    <a:pt x="130001" y="0"/>
                  </a:lnTo>
                  <a:lnTo>
                    <a:pt x="12365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3" name="Google Shape;873;p22">
              <a:extLst>
                <a:ext uri="{FF2B5EF4-FFF2-40B4-BE49-F238E27FC236}">
                  <a16:creationId xmlns:a16="http://schemas.microsoft.com/office/drawing/2014/main" id="{60F9B095-A519-4F4E-ACEA-8821676F1EBB}"/>
                </a:ext>
              </a:extLst>
            </p:cNvPr>
            <p:cNvGrpSpPr/>
            <p:nvPr/>
          </p:nvGrpSpPr>
          <p:grpSpPr>
            <a:xfrm>
              <a:off x="6597864" y="2924305"/>
              <a:ext cx="245782" cy="84305"/>
              <a:chOff x="6597864" y="2924305"/>
              <a:chExt cx="245782" cy="84305"/>
            </a:xfrm>
          </p:grpSpPr>
          <p:sp>
            <p:nvSpPr>
              <p:cNvPr id="874" name="Google Shape;874;p22">
                <a:extLst>
                  <a:ext uri="{FF2B5EF4-FFF2-40B4-BE49-F238E27FC236}">
                    <a16:creationId xmlns:a16="http://schemas.microsoft.com/office/drawing/2014/main" id="{BFA6F1A9-115B-558B-70F3-8EAC6F1A5354}"/>
                  </a:ext>
                </a:extLst>
              </p:cNvPr>
              <p:cNvSpPr/>
              <p:nvPr/>
            </p:nvSpPr>
            <p:spPr>
              <a:xfrm>
                <a:off x="6597864" y="2924305"/>
                <a:ext cx="69010" cy="84305"/>
              </a:xfrm>
              <a:custGeom>
                <a:avLst/>
                <a:gdLst/>
                <a:ahLst/>
                <a:cxnLst/>
                <a:rect l="l" t="t" r="r" b="b"/>
                <a:pathLst>
                  <a:path w="7702" h="9409" extrusionOk="0">
                    <a:moveTo>
                      <a:pt x="1" y="1"/>
                    </a:moveTo>
                    <a:lnTo>
                      <a:pt x="1" y="1748"/>
                    </a:lnTo>
                    <a:lnTo>
                      <a:pt x="2819" y="1748"/>
                    </a:lnTo>
                    <a:lnTo>
                      <a:pt x="2819" y="9409"/>
                    </a:lnTo>
                    <a:lnTo>
                      <a:pt x="4883" y="9409"/>
                    </a:lnTo>
                    <a:lnTo>
                      <a:pt x="4883" y="1748"/>
                    </a:lnTo>
                    <a:lnTo>
                      <a:pt x="7702" y="1748"/>
                    </a:lnTo>
                    <a:lnTo>
                      <a:pt x="7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2">
                <a:extLst>
                  <a:ext uri="{FF2B5EF4-FFF2-40B4-BE49-F238E27FC236}">
                    <a16:creationId xmlns:a16="http://schemas.microsoft.com/office/drawing/2014/main" id="{CDF5B129-866E-3864-8A7C-10A67AAF2AAE}"/>
                  </a:ext>
                </a:extLst>
              </p:cNvPr>
              <p:cNvSpPr/>
              <p:nvPr/>
            </p:nvSpPr>
            <p:spPr>
              <a:xfrm>
                <a:off x="6656911" y="2924305"/>
                <a:ext cx="82163" cy="84305"/>
              </a:xfrm>
              <a:custGeom>
                <a:avLst/>
                <a:gdLst/>
                <a:ahLst/>
                <a:cxnLst/>
                <a:rect l="l" t="t" r="r" b="b"/>
                <a:pathLst>
                  <a:path w="9170" h="9409" extrusionOk="0">
                    <a:moveTo>
                      <a:pt x="4605" y="2303"/>
                    </a:moveTo>
                    <a:lnTo>
                      <a:pt x="5796" y="5757"/>
                    </a:lnTo>
                    <a:lnTo>
                      <a:pt x="3335" y="5757"/>
                    </a:lnTo>
                    <a:lnTo>
                      <a:pt x="4565" y="2303"/>
                    </a:lnTo>
                    <a:close/>
                    <a:moveTo>
                      <a:pt x="3533" y="1"/>
                    </a:moveTo>
                    <a:lnTo>
                      <a:pt x="0" y="9409"/>
                    </a:lnTo>
                    <a:lnTo>
                      <a:pt x="2064" y="9409"/>
                    </a:lnTo>
                    <a:lnTo>
                      <a:pt x="2819" y="7305"/>
                    </a:lnTo>
                    <a:lnTo>
                      <a:pt x="6312" y="7305"/>
                    </a:lnTo>
                    <a:lnTo>
                      <a:pt x="7026" y="9409"/>
                    </a:lnTo>
                    <a:lnTo>
                      <a:pt x="9170" y="9409"/>
                    </a:lnTo>
                    <a:lnTo>
                      <a:pt x="56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2">
                <a:extLst>
                  <a:ext uri="{FF2B5EF4-FFF2-40B4-BE49-F238E27FC236}">
                    <a16:creationId xmlns:a16="http://schemas.microsoft.com/office/drawing/2014/main" id="{E35B26E3-5FDC-066A-55E0-97A608BACD2A}"/>
                  </a:ext>
                </a:extLst>
              </p:cNvPr>
              <p:cNvSpPr/>
              <p:nvPr/>
            </p:nvSpPr>
            <p:spPr>
              <a:xfrm>
                <a:off x="6737649" y="2924305"/>
                <a:ext cx="80031" cy="84305"/>
              </a:xfrm>
              <a:custGeom>
                <a:avLst/>
                <a:gdLst/>
                <a:ahLst/>
                <a:cxnLst/>
                <a:rect l="l" t="t" r="r" b="b"/>
                <a:pathLst>
                  <a:path w="8932" h="9409" extrusionOk="0">
                    <a:moveTo>
                      <a:pt x="278" y="1"/>
                    </a:moveTo>
                    <a:lnTo>
                      <a:pt x="3295" y="4486"/>
                    </a:lnTo>
                    <a:lnTo>
                      <a:pt x="0" y="9409"/>
                    </a:lnTo>
                    <a:lnTo>
                      <a:pt x="2342" y="9409"/>
                    </a:lnTo>
                    <a:lnTo>
                      <a:pt x="4406" y="6154"/>
                    </a:lnTo>
                    <a:lnTo>
                      <a:pt x="6470" y="9409"/>
                    </a:lnTo>
                    <a:lnTo>
                      <a:pt x="8931" y="9409"/>
                    </a:lnTo>
                    <a:lnTo>
                      <a:pt x="5676" y="4486"/>
                    </a:lnTo>
                    <a:lnTo>
                      <a:pt x="8693" y="1"/>
                    </a:lnTo>
                    <a:lnTo>
                      <a:pt x="6391" y="1"/>
                    </a:lnTo>
                    <a:lnTo>
                      <a:pt x="4486" y="2978"/>
                    </a:lnTo>
                    <a:lnTo>
                      <a:pt x="26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2">
                <a:extLst>
                  <a:ext uri="{FF2B5EF4-FFF2-40B4-BE49-F238E27FC236}">
                    <a16:creationId xmlns:a16="http://schemas.microsoft.com/office/drawing/2014/main" id="{6448DF84-F9FC-2639-5C9F-5B800749A0C6}"/>
                  </a:ext>
                </a:extLst>
              </p:cNvPr>
              <p:cNvSpPr/>
              <p:nvPr/>
            </p:nvSpPr>
            <p:spPr>
              <a:xfrm>
                <a:off x="6825135" y="2924305"/>
                <a:ext cx="18511" cy="84305"/>
              </a:xfrm>
              <a:custGeom>
                <a:avLst/>
                <a:gdLst/>
                <a:ahLst/>
                <a:cxnLst/>
                <a:rect l="l" t="t" r="r" b="b"/>
                <a:pathLst>
                  <a:path w="2066" h="9409" extrusionOk="0">
                    <a:moveTo>
                      <a:pt x="1" y="1"/>
                    </a:moveTo>
                    <a:lnTo>
                      <a:pt x="1" y="9409"/>
                    </a:lnTo>
                    <a:lnTo>
                      <a:pt x="2065" y="9409"/>
                    </a:lnTo>
                    <a:lnTo>
                      <a:pt x="20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22">
              <a:extLst>
                <a:ext uri="{FF2B5EF4-FFF2-40B4-BE49-F238E27FC236}">
                  <a16:creationId xmlns:a16="http://schemas.microsoft.com/office/drawing/2014/main" id="{2E04889D-1C3A-C1E5-116D-50FA4E6AFC1B}"/>
                </a:ext>
              </a:extLst>
            </p:cNvPr>
            <p:cNvSpPr/>
            <p:nvPr/>
          </p:nvSpPr>
          <p:spPr>
            <a:xfrm>
              <a:off x="5975449" y="4187279"/>
              <a:ext cx="288100" cy="428951"/>
            </a:xfrm>
            <a:custGeom>
              <a:avLst/>
              <a:gdLst/>
              <a:ahLst/>
              <a:cxnLst/>
              <a:rect l="l" t="t" r="r" b="b"/>
              <a:pathLst>
                <a:path w="32154" h="47874" extrusionOk="0">
                  <a:moveTo>
                    <a:pt x="8972" y="1"/>
                  </a:moveTo>
                  <a:lnTo>
                    <a:pt x="8059" y="80"/>
                  </a:lnTo>
                  <a:lnTo>
                    <a:pt x="7146" y="199"/>
                  </a:lnTo>
                  <a:lnTo>
                    <a:pt x="6273" y="438"/>
                  </a:lnTo>
                  <a:lnTo>
                    <a:pt x="5479" y="715"/>
                  </a:lnTo>
                  <a:lnTo>
                    <a:pt x="4685" y="1112"/>
                  </a:lnTo>
                  <a:lnTo>
                    <a:pt x="3931" y="1549"/>
                  </a:lnTo>
                  <a:lnTo>
                    <a:pt x="3256" y="2065"/>
                  </a:lnTo>
                  <a:lnTo>
                    <a:pt x="2621" y="2661"/>
                  </a:lnTo>
                  <a:lnTo>
                    <a:pt x="2025" y="3296"/>
                  </a:lnTo>
                  <a:lnTo>
                    <a:pt x="1509" y="3970"/>
                  </a:lnTo>
                  <a:lnTo>
                    <a:pt x="1073" y="4725"/>
                  </a:lnTo>
                  <a:lnTo>
                    <a:pt x="676" y="5479"/>
                  </a:lnTo>
                  <a:lnTo>
                    <a:pt x="398" y="6312"/>
                  </a:lnTo>
                  <a:lnTo>
                    <a:pt x="160" y="7186"/>
                  </a:lnTo>
                  <a:lnTo>
                    <a:pt x="41" y="8059"/>
                  </a:lnTo>
                  <a:lnTo>
                    <a:pt x="1" y="8972"/>
                  </a:lnTo>
                  <a:lnTo>
                    <a:pt x="1" y="38902"/>
                  </a:lnTo>
                  <a:lnTo>
                    <a:pt x="41" y="39815"/>
                  </a:lnTo>
                  <a:lnTo>
                    <a:pt x="160" y="40728"/>
                  </a:lnTo>
                  <a:lnTo>
                    <a:pt x="398" y="41562"/>
                  </a:lnTo>
                  <a:lnTo>
                    <a:pt x="676" y="42395"/>
                  </a:lnTo>
                  <a:lnTo>
                    <a:pt x="1073" y="43189"/>
                  </a:lnTo>
                  <a:lnTo>
                    <a:pt x="1509" y="43904"/>
                  </a:lnTo>
                  <a:lnTo>
                    <a:pt x="2025" y="44618"/>
                  </a:lnTo>
                  <a:lnTo>
                    <a:pt x="2621" y="45253"/>
                  </a:lnTo>
                  <a:lnTo>
                    <a:pt x="3256" y="45809"/>
                  </a:lnTo>
                  <a:lnTo>
                    <a:pt x="3931" y="46325"/>
                  </a:lnTo>
                  <a:lnTo>
                    <a:pt x="4685" y="46801"/>
                  </a:lnTo>
                  <a:lnTo>
                    <a:pt x="5479" y="47159"/>
                  </a:lnTo>
                  <a:lnTo>
                    <a:pt x="6273" y="47476"/>
                  </a:lnTo>
                  <a:lnTo>
                    <a:pt x="7146" y="47675"/>
                  </a:lnTo>
                  <a:lnTo>
                    <a:pt x="8059" y="47833"/>
                  </a:lnTo>
                  <a:lnTo>
                    <a:pt x="8972" y="47873"/>
                  </a:lnTo>
                  <a:lnTo>
                    <a:pt x="23183" y="47873"/>
                  </a:lnTo>
                  <a:lnTo>
                    <a:pt x="24096" y="47833"/>
                  </a:lnTo>
                  <a:lnTo>
                    <a:pt x="24969" y="47675"/>
                  </a:lnTo>
                  <a:lnTo>
                    <a:pt x="25842" y="47476"/>
                  </a:lnTo>
                  <a:lnTo>
                    <a:pt x="26676" y="47159"/>
                  </a:lnTo>
                  <a:lnTo>
                    <a:pt x="27430" y="46801"/>
                  </a:lnTo>
                  <a:lnTo>
                    <a:pt x="28184" y="46325"/>
                  </a:lnTo>
                  <a:lnTo>
                    <a:pt x="28859" y="45809"/>
                  </a:lnTo>
                  <a:lnTo>
                    <a:pt x="29494" y="45253"/>
                  </a:lnTo>
                  <a:lnTo>
                    <a:pt x="30090" y="44618"/>
                  </a:lnTo>
                  <a:lnTo>
                    <a:pt x="30606" y="43904"/>
                  </a:lnTo>
                  <a:lnTo>
                    <a:pt x="31042" y="43189"/>
                  </a:lnTo>
                  <a:lnTo>
                    <a:pt x="31439" y="42395"/>
                  </a:lnTo>
                  <a:lnTo>
                    <a:pt x="31717" y="41562"/>
                  </a:lnTo>
                  <a:lnTo>
                    <a:pt x="31955" y="40728"/>
                  </a:lnTo>
                  <a:lnTo>
                    <a:pt x="32074" y="39815"/>
                  </a:lnTo>
                  <a:lnTo>
                    <a:pt x="32154" y="38902"/>
                  </a:lnTo>
                  <a:lnTo>
                    <a:pt x="32154" y="8972"/>
                  </a:lnTo>
                  <a:lnTo>
                    <a:pt x="32074" y="8059"/>
                  </a:lnTo>
                  <a:lnTo>
                    <a:pt x="31955" y="7186"/>
                  </a:lnTo>
                  <a:lnTo>
                    <a:pt x="31717" y="6312"/>
                  </a:lnTo>
                  <a:lnTo>
                    <a:pt x="31439" y="5479"/>
                  </a:lnTo>
                  <a:lnTo>
                    <a:pt x="31042" y="4725"/>
                  </a:lnTo>
                  <a:lnTo>
                    <a:pt x="30606" y="3970"/>
                  </a:lnTo>
                  <a:lnTo>
                    <a:pt x="30090" y="3296"/>
                  </a:lnTo>
                  <a:lnTo>
                    <a:pt x="29494" y="2661"/>
                  </a:lnTo>
                  <a:lnTo>
                    <a:pt x="28859" y="2065"/>
                  </a:lnTo>
                  <a:lnTo>
                    <a:pt x="28184" y="1549"/>
                  </a:lnTo>
                  <a:lnTo>
                    <a:pt x="27430" y="1112"/>
                  </a:lnTo>
                  <a:lnTo>
                    <a:pt x="26676" y="715"/>
                  </a:lnTo>
                  <a:lnTo>
                    <a:pt x="25842" y="438"/>
                  </a:lnTo>
                  <a:lnTo>
                    <a:pt x="24969" y="199"/>
                  </a:lnTo>
                  <a:lnTo>
                    <a:pt x="24096" y="80"/>
                  </a:lnTo>
                  <a:lnTo>
                    <a:pt x="23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2">
              <a:extLst>
                <a:ext uri="{FF2B5EF4-FFF2-40B4-BE49-F238E27FC236}">
                  <a16:creationId xmlns:a16="http://schemas.microsoft.com/office/drawing/2014/main" id="{054BC450-E381-94A2-98FC-27B08AD62FE6}"/>
                </a:ext>
              </a:extLst>
            </p:cNvPr>
            <p:cNvSpPr/>
            <p:nvPr/>
          </p:nvSpPr>
          <p:spPr>
            <a:xfrm>
              <a:off x="7170847" y="4187279"/>
              <a:ext cx="288449" cy="428951"/>
            </a:xfrm>
            <a:custGeom>
              <a:avLst/>
              <a:gdLst/>
              <a:ahLst/>
              <a:cxnLst/>
              <a:rect l="l" t="t" r="r" b="b"/>
              <a:pathLst>
                <a:path w="32193" h="47874" extrusionOk="0">
                  <a:moveTo>
                    <a:pt x="9011" y="1"/>
                  </a:moveTo>
                  <a:lnTo>
                    <a:pt x="8058" y="80"/>
                  </a:lnTo>
                  <a:lnTo>
                    <a:pt x="7185" y="199"/>
                  </a:lnTo>
                  <a:lnTo>
                    <a:pt x="6312" y="438"/>
                  </a:lnTo>
                  <a:lnTo>
                    <a:pt x="5518" y="715"/>
                  </a:lnTo>
                  <a:lnTo>
                    <a:pt x="4724" y="1112"/>
                  </a:lnTo>
                  <a:lnTo>
                    <a:pt x="3970" y="1549"/>
                  </a:lnTo>
                  <a:lnTo>
                    <a:pt x="3295" y="2065"/>
                  </a:lnTo>
                  <a:lnTo>
                    <a:pt x="2660" y="2661"/>
                  </a:lnTo>
                  <a:lnTo>
                    <a:pt x="2065" y="3296"/>
                  </a:lnTo>
                  <a:lnTo>
                    <a:pt x="1548" y="3970"/>
                  </a:lnTo>
                  <a:lnTo>
                    <a:pt x="1112" y="4725"/>
                  </a:lnTo>
                  <a:lnTo>
                    <a:pt x="715" y="5479"/>
                  </a:lnTo>
                  <a:lnTo>
                    <a:pt x="437" y="6312"/>
                  </a:lnTo>
                  <a:lnTo>
                    <a:pt x="199" y="7186"/>
                  </a:lnTo>
                  <a:lnTo>
                    <a:pt x="80" y="8059"/>
                  </a:lnTo>
                  <a:lnTo>
                    <a:pt x="0" y="8972"/>
                  </a:lnTo>
                  <a:lnTo>
                    <a:pt x="0" y="38902"/>
                  </a:lnTo>
                  <a:lnTo>
                    <a:pt x="80" y="39815"/>
                  </a:lnTo>
                  <a:lnTo>
                    <a:pt x="199" y="40728"/>
                  </a:lnTo>
                  <a:lnTo>
                    <a:pt x="437" y="41562"/>
                  </a:lnTo>
                  <a:lnTo>
                    <a:pt x="715" y="42395"/>
                  </a:lnTo>
                  <a:lnTo>
                    <a:pt x="1112" y="43189"/>
                  </a:lnTo>
                  <a:lnTo>
                    <a:pt x="1548" y="43904"/>
                  </a:lnTo>
                  <a:lnTo>
                    <a:pt x="2065" y="44618"/>
                  </a:lnTo>
                  <a:lnTo>
                    <a:pt x="2660" y="45253"/>
                  </a:lnTo>
                  <a:lnTo>
                    <a:pt x="3295" y="45809"/>
                  </a:lnTo>
                  <a:lnTo>
                    <a:pt x="3970" y="46325"/>
                  </a:lnTo>
                  <a:lnTo>
                    <a:pt x="4724" y="46801"/>
                  </a:lnTo>
                  <a:lnTo>
                    <a:pt x="5518" y="47159"/>
                  </a:lnTo>
                  <a:lnTo>
                    <a:pt x="6312" y="47476"/>
                  </a:lnTo>
                  <a:lnTo>
                    <a:pt x="7185" y="47675"/>
                  </a:lnTo>
                  <a:lnTo>
                    <a:pt x="8058" y="47833"/>
                  </a:lnTo>
                  <a:lnTo>
                    <a:pt x="9011" y="47873"/>
                  </a:lnTo>
                  <a:lnTo>
                    <a:pt x="23182" y="47873"/>
                  </a:lnTo>
                  <a:lnTo>
                    <a:pt x="24135" y="47833"/>
                  </a:lnTo>
                  <a:lnTo>
                    <a:pt x="25008" y="47675"/>
                  </a:lnTo>
                  <a:lnTo>
                    <a:pt x="25881" y="47476"/>
                  </a:lnTo>
                  <a:lnTo>
                    <a:pt x="26675" y="47159"/>
                  </a:lnTo>
                  <a:lnTo>
                    <a:pt x="27469" y="46801"/>
                  </a:lnTo>
                  <a:lnTo>
                    <a:pt x="28223" y="46325"/>
                  </a:lnTo>
                  <a:lnTo>
                    <a:pt x="28898" y="45809"/>
                  </a:lnTo>
                  <a:lnTo>
                    <a:pt x="29533" y="45253"/>
                  </a:lnTo>
                  <a:lnTo>
                    <a:pt x="30129" y="44618"/>
                  </a:lnTo>
                  <a:lnTo>
                    <a:pt x="30645" y="43904"/>
                  </a:lnTo>
                  <a:lnTo>
                    <a:pt x="31081" y="43189"/>
                  </a:lnTo>
                  <a:lnTo>
                    <a:pt x="31478" y="42395"/>
                  </a:lnTo>
                  <a:lnTo>
                    <a:pt x="31756" y="41562"/>
                  </a:lnTo>
                  <a:lnTo>
                    <a:pt x="31994" y="40728"/>
                  </a:lnTo>
                  <a:lnTo>
                    <a:pt x="32114" y="39815"/>
                  </a:lnTo>
                  <a:lnTo>
                    <a:pt x="32193" y="38902"/>
                  </a:lnTo>
                  <a:lnTo>
                    <a:pt x="32193" y="8972"/>
                  </a:lnTo>
                  <a:lnTo>
                    <a:pt x="32114" y="8059"/>
                  </a:lnTo>
                  <a:lnTo>
                    <a:pt x="31994" y="7186"/>
                  </a:lnTo>
                  <a:lnTo>
                    <a:pt x="31756" y="6312"/>
                  </a:lnTo>
                  <a:lnTo>
                    <a:pt x="31478" y="5479"/>
                  </a:lnTo>
                  <a:lnTo>
                    <a:pt x="31081" y="4725"/>
                  </a:lnTo>
                  <a:lnTo>
                    <a:pt x="30645" y="3970"/>
                  </a:lnTo>
                  <a:lnTo>
                    <a:pt x="30129" y="3296"/>
                  </a:lnTo>
                  <a:lnTo>
                    <a:pt x="29533" y="2661"/>
                  </a:lnTo>
                  <a:lnTo>
                    <a:pt x="28898" y="2065"/>
                  </a:lnTo>
                  <a:lnTo>
                    <a:pt x="28223" y="1549"/>
                  </a:lnTo>
                  <a:lnTo>
                    <a:pt x="27469" y="1112"/>
                  </a:lnTo>
                  <a:lnTo>
                    <a:pt x="26675" y="715"/>
                  </a:lnTo>
                  <a:lnTo>
                    <a:pt x="25881" y="438"/>
                  </a:lnTo>
                  <a:lnTo>
                    <a:pt x="25008" y="199"/>
                  </a:lnTo>
                  <a:lnTo>
                    <a:pt x="24135" y="80"/>
                  </a:lnTo>
                  <a:lnTo>
                    <a:pt x="231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2">
              <a:extLst>
                <a:ext uri="{FF2B5EF4-FFF2-40B4-BE49-F238E27FC236}">
                  <a16:creationId xmlns:a16="http://schemas.microsoft.com/office/drawing/2014/main" id="{EB44DA0C-540C-CB73-D16F-7F3190006D5D}"/>
                </a:ext>
              </a:extLst>
            </p:cNvPr>
            <p:cNvSpPr/>
            <p:nvPr/>
          </p:nvSpPr>
          <p:spPr>
            <a:xfrm>
              <a:off x="7390296" y="3569487"/>
              <a:ext cx="118801" cy="111686"/>
            </a:xfrm>
            <a:custGeom>
              <a:avLst/>
              <a:gdLst/>
              <a:ahLst/>
              <a:cxnLst/>
              <a:rect l="l" t="t" r="r" b="b"/>
              <a:pathLst>
                <a:path w="13259" h="12465" extrusionOk="0">
                  <a:moveTo>
                    <a:pt x="9051" y="1"/>
                  </a:moveTo>
                  <a:lnTo>
                    <a:pt x="0" y="7185"/>
                  </a:lnTo>
                  <a:lnTo>
                    <a:pt x="4208" y="12465"/>
                  </a:lnTo>
                  <a:lnTo>
                    <a:pt x="13258" y="5280"/>
                  </a:lnTo>
                  <a:lnTo>
                    <a:pt x="90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2">
              <a:extLst>
                <a:ext uri="{FF2B5EF4-FFF2-40B4-BE49-F238E27FC236}">
                  <a16:creationId xmlns:a16="http://schemas.microsoft.com/office/drawing/2014/main" id="{1B11A08A-617F-E9B8-FC42-812D3B733DE5}"/>
                </a:ext>
              </a:extLst>
            </p:cNvPr>
            <p:cNvSpPr/>
            <p:nvPr/>
          </p:nvSpPr>
          <p:spPr>
            <a:xfrm>
              <a:off x="7446484" y="3454253"/>
              <a:ext cx="190292" cy="190292"/>
            </a:xfrm>
            <a:custGeom>
              <a:avLst/>
              <a:gdLst/>
              <a:ahLst/>
              <a:cxnLst/>
              <a:rect l="l" t="t" r="r" b="b"/>
              <a:pathLst>
                <a:path w="21238" h="21238" extrusionOk="0">
                  <a:moveTo>
                    <a:pt x="10083" y="0"/>
                  </a:moveTo>
                  <a:lnTo>
                    <a:pt x="9528" y="40"/>
                  </a:lnTo>
                  <a:lnTo>
                    <a:pt x="9012" y="120"/>
                  </a:lnTo>
                  <a:lnTo>
                    <a:pt x="8496" y="199"/>
                  </a:lnTo>
                  <a:lnTo>
                    <a:pt x="7980" y="318"/>
                  </a:lnTo>
                  <a:lnTo>
                    <a:pt x="7464" y="477"/>
                  </a:lnTo>
                  <a:lnTo>
                    <a:pt x="6987" y="636"/>
                  </a:lnTo>
                  <a:lnTo>
                    <a:pt x="6471" y="834"/>
                  </a:lnTo>
                  <a:lnTo>
                    <a:pt x="6035" y="1033"/>
                  </a:lnTo>
                  <a:lnTo>
                    <a:pt x="5558" y="1271"/>
                  </a:lnTo>
                  <a:lnTo>
                    <a:pt x="5122" y="1549"/>
                  </a:lnTo>
                  <a:lnTo>
                    <a:pt x="4685" y="1826"/>
                  </a:lnTo>
                  <a:lnTo>
                    <a:pt x="4288" y="2104"/>
                  </a:lnTo>
                  <a:lnTo>
                    <a:pt x="3851" y="2422"/>
                  </a:lnTo>
                  <a:lnTo>
                    <a:pt x="3494" y="2739"/>
                  </a:lnTo>
                  <a:lnTo>
                    <a:pt x="3097" y="3097"/>
                  </a:lnTo>
                  <a:lnTo>
                    <a:pt x="2780" y="3494"/>
                  </a:lnTo>
                  <a:lnTo>
                    <a:pt x="2422" y="3851"/>
                  </a:lnTo>
                  <a:lnTo>
                    <a:pt x="2105" y="4248"/>
                  </a:lnTo>
                  <a:lnTo>
                    <a:pt x="1827" y="4685"/>
                  </a:lnTo>
                  <a:lnTo>
                    <a:pt x="1549" y="5121"/>
                  </a:lnTo>
                  <a:lnTo>
                    <a:pt x="1271" y="5558"/>
                  </a:lnTo>
                  <a:lnTo>
                    <a:pt x="1033" y="5994"/>
                  </a:lnTo>
                  <a:lnTo>
                    <a:pt x="834" y="6471"/>
                  </a:lnTo>
                  <a:lnTo>
                    <a:pt x="636" y="6947"/>
                  </a:lnTo>
                  <a:lnTo>
                    <a:pt x="477" y="7463"/>
                  </a:lnTo>
                  <a:lnTo>
                    <a:pt x="358" y="7940"/>
                  </a:lnTo>
                  <a:lnTo>
                    <a:pt x="239" y="8456"/>
                  </a:lnTo>
                  <a:lnTo>
                    <a:pt x="120" y="9011"/>
                  </a:lnTo>
                  <a:lnTo>
                    <a:pt x="80" y="9527"/>
                  </a:lnTo>
                  <a:lnTo>
                    <a:pt x="1" y="10083"/>
                  </a:lnTo>
                  <a:lnTo>
                    <a:pt x="1" y="10599"/>
                  </a:lnTo>
                  <a:lnTo>
                    <a:pt x="1" y="11155"/>
                  </a:lnTo>
                  <a:lnTo>
                    <a:pt x="80" y="11711"/>
                  </a:lnTo>
                  <a:lnTo>
                    <a:pt x="120" y="12227"/>
                  </a:lnTo>
                  <a:lnTo>
                    <a:pt x="239" y="12743"/>
                  </a:lnTo>
                  <a:lnTo>
                    <a:pt x="358" y="13259"/>
                  </a:lnTo>
                  <a:lnTo>
                    <a:pt x="477" y="13775"/>
                  </a:lnTo>
                  <a:lnTo>
                    <a:pt x="636" y="14251"/>
                  </a:lnTo>
                  <a:lnTo>
                    <a:pt x="834" y="14727"/>
                  </a:lnTo>
                  <a:lnTo>
                    <a:pt x="1033" y="15204"/>
                  </a:lnTo>
                  <a:lnTo>
                    <a:pt x="1271" y="15680"/>
                  </a:lnTo>
                  <a:lnTo>
                    <a:pt x="1549" y="16117"/>
                  </a:lnTo>
                  <a:lnTo>
                    <a:pt x="1827" y="16553"/>
                  </a:lnTo>
                  <a:lnTo>
                    <a:pt x="2105" y="16950"/>
                  </a:lnTo>
                  <a:lnTo>
                    <a:pt x="2422" y="17347"/>
                  </a:lnTo>
                  <a:lnTo>
                    <a:pt x="2780" y="17744"/>
                  </a:lnTo>
                  <a:lnTo>
                    <a:pt x="3097" y="18101"/>
                  </a:lnTo>
                  <a:lnTo>
                    <a:pt x="3494" y="18459"/>
                  </a:lnTo>
                  <a:lnTo>
                    <a:pt x="3851" y="18816"/>
                  </a:lnTo>
                  <a:lnTo>
                    <a:pt x="4288" y="19133"/>
                  </a:lnTo>
                  <a:lnTo>
                    <a:pt x="4685" y="19411"/>
                  </a:lnTo>
                  <a:lnTo>
                    <a:pt x="5122" y="19689"/>
                  </a:lnTo>
                  <a:lnTo>
                    <a:pt x="5558" y="19927"/>
                  </a:lnTo>
                  <a:lnTo>
                    <a:pt x="6035" y="20166"/>
                  </a:lnTo>
                  <a:lnTo>
                    <a:pt x="6471" y="20404"/>
                  </a:lnTo>
                  <a:lnTo>
                    <a:pt x="6987" y="20563"/>
                  </a:lnTo>
                  <a:lnTo>
                    <a:pt x="7464" y="20761"/>
                  </a:lnTo>
                  <a:lnTo>
                    <a:pt x="7980" y="20880"/>
                  </a:lnTo>
                  <a:lnTo>
                    <a:pt x="8496" y="20999"/>
                  </a:lnTo>
                  <a:lnTo>
                    <a:pt x="9012" y="21118"/>
                  </a:lnTo>
                  <a:lnTo>
                    <a:pt x="9528" y="21158"/>
                  </a:lnTo>
                  <a:lnTo>
                    <a:pt x="10083" y="21198"/>
                  </a:lnTo>
                  <a:lnTo>
                    <a:pt x="10599" y="21237"/>
                  </a:lnTo>
                  <a:lnTo>
                    <a:pt x="11155" y="21198"/>
                  </a:lnTo>
                  <a:lnTo>
                    <a:pt x="11711" y="21158"/>
                  </a:lnTo>
                  <a:lnTo>
                    <a:pt x="12227" y="21118"/>
                  </a:lnTo>
                  <a:lnTo>
                    <a:pt x="12743" y="20999"/>
                  </a:lnTo>
                  <a:lnTo>
                    <a:pt x="13259" y="20880"/>
                  </a:lnTo>
                  <a:lnTo>
                    <a:pt x="13775" y="20761"/>
                  </a:lnTo>
                  <a:lnTo>
                    <a:pt x="14251" y="20563"/>
                  </a:lnTo>
                  <a:lnTo>
                    <a:pt x="14728" y="20404"/>
                  </a:lnTo>
                  <a:lnTo>
                    <a:pt x="15204" y="20166"/>
                  </a:lnTo>
                  <a:lnTo>
                    <a:pt x="15680" y="19927"/>
                  </a:lnTo>
                  <a:lnTo>
                    <a:pt x="16117" y="19689"/>
                  </a:lnTo>
                  <a:lnTo>
                    <a:pt x="16554" y="19411"/>
                  </a:lnTo>
                  <a:lnTo>
                    <a:pt x="16951" y="19133"/>
                  </a:lnTo>
                  <a:lnTo>
                    <a:pt x="17348" y="18816"/>
                  </a:lnTo>
                  <a:lnTo>
                    <a:pt x="17744" y="18459"/>
                  </a:lnTo>
                  <a:lnTo>
                    <a:pt x="18102" y="18101"/>
                  </a:lnTo>
                  <a:lnTo>
                    <a:pt x="18459" y="17744"/>
                  </a:lnTo>
                  <a:lnTo>
                    <a:pt x="18816" y="17347"/>
                  </a:lnTo>
                  <a:lnTo>
                    <a:pt x="19134" y="16950"/>
                  </a:lnTo>
                  <a:lnTo>
                    <a:pt x="19412" y="16553"/>
                  </a:lnTo>
                  <a:lnTo>
                    <a:pt x="19690" y="16117"/>
                  </a:lnTo>
                  <a:lnTo>
                    <a:pt x="19928" y="15680"/>
                  </a:lnTo>
                  <a:lnTo>
                    <a:pt x="20166" y="15204"/>
                  </a:lnTo>
                  <a:lnTo>
                    <a:pt x="20404" y="14727"/>
                  </a:lnTo>
                  <a:lnTo>
                    <a:pt x="20603" y="14251"/>
                  </a:lnTo>
                  <a:lnTo>
                    <a:pt x="20761" y="13775"/>
                  </a:lnTo>
                  <a:lnTo>
                    <a:pt x="20880" y="13259"/>
                  </a:lnTo>
                  <a:lnTo>
                    <a:pt x="20999" y="12743"/>
                  </a:lnTo>
                  <a:lnTo>
                    <a:pt x="21119" y="12227"/>
                  </a:lnTo>
                  <a:lnTo>
                    <a:pt x="21158" y="11711"/>
                  </a:lnTo>
                  <a:lnTo>
                    <a:pt x="21198" y="11155"/>
                  </a:lnTo>
                  <a:lnTo>
                    <a:pt x="21238" y="10599"/>
                  </a:lnTo>
                  <a:lnTo>
                    <a:pt x="21198" y="10083"/>
                  </a:lnTo>
                  <a:lnTo>
                    <a:pt x="21158" y="9527"/>
                  </a:lnTo>
                  <a:lnTo>
                    <a:pt x="21119" y="9011"/>
                  </a:lnTo>
                  <a:lnTo>
                    <a:pt x="20999" y="8456"/>
                  </a:lnTo>
                  <a:lnTo>
                    <a:pt x="20880" y="7940"/>
                  </a:lnTo>
                  <a:lnTo>
                    <a:pt x="20761" y="7463"/>
                  </a:lnTo>
                  <a:lnTo>
                    <a:pt x="20603" y="6947"/>
                  </a:lnTo>
                  <a:lnTo>
                    <a:pt x="20404" y="6471"/>
                  </a:lnTo>
                  <a:lnTo>
                    <a:pt x="20166" y="5994"/>
                  </a:lnTo>
                  <a:lnTo>
                    <a:pt x="19928" y="5558"/>
                  </a:lnTo>
                  <a:lnTo>
                    <a:pt x="19690" y="5121"/>
                  </a:lnTo>
                  <a:lnTo>
                    <a:pt x="19412" y="4685"/>
                  </a:lnTo>
                  <a:lnTo>
                    <a:pt x="19134" y="4248"/>
                  </a:lnTo>
                  <a:lnTo>
                    <a:pt x="18816" y="3851"/>
                  </a:lnTo>
                  <a:lnTo>
                    <a:pt x="18459" y="3494"/>
                  </a:lnTo>
                  <a:lnTo>
                    <a:pt x="18102" y="3097"/>
                  </a:lnTo>
                  <a:lnTo>
                    <a:pt x="17744" y="2739"/>
                  </a:lnTo>
                  <a:lnTo>
                    <a:pt x="17348" y="2422"/>
                  </a:lnTo>
                  <a:lnTo>
                    <a:pt x="16951" y="2104"/>
                  </a:lnTo>
                  <a:lnTo>
                    <a:pt x="16554" y="1826"/>
                  </a:lnTo>
                  <a:lnTo>
                    <a:pt x="16117" y="1549"/>
                  </a:lnTo>
                  <a:lnTo>
                    <a:pt x="15680" y="1271"/>
                  </a:lnTo>
                  <a:lnTo>
                    <a:pt x="15204" y="1033"/>
                  </a:lnTo>
                  <a:lnTo>
                    <a:pt x="14728" y="834"/>
                  </a:lnTo>
                  <a:lnTo>
                    <a:pt x="14251" y="636"/>
                  </a:lnTo>
                  <a:lnTo>
                    <a:pt x="13775" y="477"/>
                  </a:lnTo>
                  <a:lnTo>
                    <a:pt x="13259" y="318"/>
                  </a:lnTo>
                  <a:lnTo>
                    <a:pt x="12743" y="199"/>
                  </a:lnTo>
                  <a:lnTo>
                    <a:pt x="12227" y="120"/>
                  </a:lnTo>
                  <a:lnTo>
                    <a:pt x="11711" y="40"/>
                  </a:lnTo>
                  <a:lnTo>
                    <a:pt x="1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2">
              <a:extLst>
                <a:ext uri="{FF2B5EF4-FFF2-40B4-BE49-F238E27FC236}">
                  <a16:creationId xmlns:a16="http://schemas.microsoft.com/office/drawing/2014/main" id="{30C43EE8-2B34-D6A4-5085-4D30BC384DDB}"/>
                </a:ext>
              </a:extLst>
            </p:cNvPr>
            <p:cNvSpPr/>
            <p:nvPr/>
          </p:nvSpPr>
          <p:spPr>
            <a:xfrm>
              <a:off x="5925300" y="3569487"/>
              <a:ext cx="118810" cy="111686"/>
            </a:xfrm>
            <a:custGeom>
              <a:avLst/>
              <a:gdLst/>
              <a:ahLst/>
              <a:cxnLst/>
              <a:rect l="l" t="t" r="r" b="b"/>
              <a:pathLst>
                <a:path w="13260" h="12465" extrusionOk="0">
                  <a:moveTo>
                    <a:pt x="4209" y="1"/>
                  </a:moveTo>
                  <a:lnTo>
                    <a:pt x="1" y="5280"/>
                  </a:lnTo>
                  <a:lnTo>
                    <a:pt x="9051" y="12465"/>
                  </a:lnTo>
                  <a:lnTo>
                    <a:pt x="13259" y="7185"/>
                  </a:lnTo>
                  <a:lnTo>
                    <a:pt x="42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2">
              <a:extLst>
                <a:ext uri="{FF2B5EF4-FFF2-40B4-BE49-F238E27FC236}">
                  <a16:creationId xmlns:a16="http://schemas.microsoft.com/office/drawing/2014/main" id="{D828E887-63D4-9615-FC9D-DC9E4557EF95}"/>
                </a:ext>
              </a:extLst>
            </p:cNvPr>
            <p:cNvSpPr/>
            <p:nvPr/>
          </p:nvSpPr>
          <p:spPr>
            <a:xfrm>
              <a:off x="5797620" y="3454253"/>
              <a:ext cx="190292" cy="190292"/>
            </a:xfrm>
            <a:custGeom>
              <a:avLst/>
              <a:gdLst/>
              <a:ahLst/>
              <a:cxnLst/>
              <a:rect l="l" t="t" r="r" b="b"/>
              <a:pathLst>
                <a:path w="21238" h="21238" extrusionOk="0">
                  <a:moveTo>
                    <a:pt x="10083" y="0"/>
                  </a:moveTo>
                  <a:lnTo>
                    <a:pt x="9527" y="40"/>
                  </a:lnTo>
                  <a:lnTo>
                    <a:pt x="9011" y="120"/>
                  </a:lnTo>
                  <a:lnTo>
                    <a:pt x="8495" y="199"/>
                  </a:lnTo>
                  <a:lnTo>
                    <a:pt x="7979" y="318"/>
                  </a:lnTo>
                  <a:lnTo>
                    <a:pt x="7463" y="477"/>
                  </a:lnTo>
                  <a:lnTo>
                    <a:pt x="6987" y="636"/>
                  </a:lnTo>
                  <a:lnTo>
                    <a:pt x="6510" y="834"/>
                  </a:lnTo>
                  <a:lnTo>
                    <a:pt x="6034" y="1033"/>
                  </a:lnTo>
                  <a:lnTo>
                    <a:pt x="5558" y="1271"/>
                  </a:lnTo>
                  <a:lnTo>
                    <a:pt x="5121" y="1549"/>
                  </a:lnTo>
                  <a:lnTo>
                    <a:pt x="4684" y="1826"/>
                  </a:lnTo>
                  <a:lnTo>
                    <a:pt x="4288" y="2104"/>
                  </a:lnTo>
                  <a:lnTo>
                    <a:pt x="3891" y="2422"/>
                  </a:lnTo>
                  <a:lnTo>
                    <a:pt x="3494" y="2739"/>
                  </a:lnTo>
                  <a:lnTo>
                    <a:pt x="3136" y="3097"/>
                  </a:lnTo>
                  <a:lnTo>
                    <a:pt x="2779" y="3494"/>
                  </a:lnTo>
                  <a:lnTo>
                    <a:pt x="2422" y="3851"/>
                  </a:lnTo>
                  <a:lnTo>
                    <a:pt x="2104" y="4248"/>
                  </a:lnTo>
                  <a:lnTo>
                    <a:pt x="1826" y="4685"/>
                  </a:lnTo>
                  <a:lnTo>
                    <a:pt x="1549" y="5121"/>
                  </a:lnTo>
                  <a:lnTo>
                    <a:pt x="1310" y="5558"/>
                  </a:lnTo>
                  <a:lnTo>
                    <a:pt x="1072" y="5994"/>
                  </a:lnTo>
                  <a:lnTo>
                    <a:pt x="834" y="6471"/>
                  </a:lnTo>
                  <a:lnTo>
                    <a:pt x="675" y="6947"/>
                  </a:lnTo>
                  <a:lnTo>
                    <a:pt x="477" y="7463"/>
                  </a:lnTo>
                  <a:lnTo>
                    <a:pt x="358" y="7940"/>
                  </a:lnTo>
                  <a:lnTo>
                    <a:pt x="239" y="8456"/>
                  </a:lnTo>
                  <a:lnTo>
                    <a:pt x="120" y="9011"/>
                  </a:lnTo>
                  <a:lnTo>
                    <a:pt x="80" y="9527"/>
                  </a:lnTo>
                  <a:lnTo>
                    <a:pt x="40" y="10083"/>
                  </a:lnTo>
                  <a:lnTo>
                    <a:pt x="1" y="10599"/>
                  </a:lnTo>
                  <a:lnTo>
                    <a:pt x="40" y="11155"/>
                  </a:lnTo>
                  <a:lnTo>
                    <a:pt x="80" y="11711"/>
                  </a:lnTo>
                  <a:lnTo>
                    <a:pt x="120" y="12227"/>
                  </a:lnTo>
                  <a:lnTo>
                    <a:pt x="239" y="12743"/>
                  </a:lnTo>
                  <a:lnTo>
                    <a:pt x="358" y="13259"/>
                  </a:lnTo>
                  <a:lnTo>
                    <a:pt x="477" y="13775"/>
                  </a:lnTo>
                  <a:lnTo>
                    <a:pt x="675" y="14251"/>
                  </a:lnTo>
                  <a:lnTo>
                    <a:pt x="834" y="14727"/>
                  </a:lnTo>
                  <a:lnTo>
                    <a:pt x="1072" y="15204"/>
                  </a:lnTo>
                  <a:lnTo>
                    <a:pt x="1310" y="15680"/>
                  </a:lnTo>
                  <a:lnTo>
                    <a:pt x="1549" y="16117"/>
                  </a:lnTo>
                  <a:lnTo>
                    <a:pt x="1826" y="16553"/>
                  </a:lnTo>
                  <a:lnTo>
                    <a:pt x="2104" y="16950"/>
                  </a:lnTo>
                  <a:lnTo>
                    <a:pt x="2422" y="17347"/>
                  </a:lnTo>
                  <a:lnTo>
                    <a:pt x="2779" y="17744"/>
                  </a:lnTo>
                  <a:lnTo>
                    <a:pt x="3136" y="18101"/>
                  </a:lnTo>
                  <a:lnTo>
                    <a:pt x="3494" y="18459"/>
                  </a:lnTo>
                  <a:lnTo>
                    <a:pt x="3891" y="18816"/>
                  </a:lnTo>
                  <a:lnTo>
                    <a:pt x="4288" y="19133"/>
                  </a:lnTo>
                  <a:lnTo>
                    <a:pt x="4684" y="19411"/>
                  </a:lnTo>
                  <a:lnTo>
                    <a:pt x="5121" y="19689"/>
                  </a:lnTo>
                  <a:lnTo>
                    <a:pt x="5558" y="19927"/>
                  </a:lnTo>
                  <a:lnTo>
                    <a:pt x="6034" y="20166"/>
                  </a:lnTo>
                  <a:lnTo>
                    <a:pt x="6510" y="20404"/>
                  </a:lnTo>
                  <a:lnTo>
                    <a:pt x="6987" y="20563"/>
                  </a:lnTo>
                  <a:lnTo>
                    <a:pt x="7463" y="20761"/>
                  </a:lnTo>
                  <a:lnTo>
                    <a:pt x="7979" y="20880"/>
                  </a:lnTo>
                  <a:lnTo>
                    <a:pt x="8495" y="20999"/>
                  </a:lnTo>
                  <a:lnTo>
                    <a:pt x="9011" y="21118"/>
                  </a:lnTo>
                  <a:lnTo>
                    <a:pt x="9527" y="21158"/>
                  </a:lnTo>
                  <a:lnTo>
                    <a:pt x="10083" y="21198"/>
                  </a:lnTo>
                  <a:lnTo>
                    <a:pt x="10639" y="21237"/>
                  </a:lnTo>
                  <a:lnTo>
                    <a:pt x="11155" y="21198"/>
                  </a:lnTo>
                  <a:lnTo>
                    <a:pt x="11710" y="21158"/>
                  </a:lnTo>
                  <a:lnTo>
                    <a:pt x="12227" y="21118"/>
                  </a:lnTo>
                  <a:lnTo>
                    <a:pt x="12782" y="20999"/>
                  </a:lnTo>
                  <a:lnTo>
                    <a:pt x="13259" y="20880"/>
                  </a:lnTo>
                  <a:lnTo>
                    <a:pt x="13775" y="20761"/>
                  </a:lnTo>
                  <a:lnTo>
                    <a:pt x="14291" y="20563"/>
                  </a:lnTo>
                  <a:lnTo>
                    <a:pt x="14767" y="20404"/>
                  </a:lnTo>
                  <a:lnTo>
                    <a:pt x="15243" y="20166"/>
                  </a:lnTo>
                  <a:lnTo>
                    <a:pt x="15680" y="19927"/>
                  </a:lnTo>
                  <a:lnTo>
                    <a:pt x="16117" y="19689"/>
                  </a:lnTo>
                  <a:lnTo>
                    <a:pt x="16553" y="19411"/>
                  </a:lnTo>
                  <a:lnTo>
                    <a:pt x="16990" y="19133"/>
                  </a:lnTo>
                  <a:lnTo>
                    <a:pt x="17387" y="18816"/>
                  </a:lnTo>
                  <a:lnTo>
                    <a:pt x="17744" y="18459"/>
                  </a:lnTo>
                  <a:lnTo>
                    <a:pt x="18141" y="18101"/>
                  </a:lnTo>
                  <a:lnTo>
                    <a:pt x="18498" y="17744"/>
                  </a:lnTo>
                  <a:lnTo>
                    <a:pt x="18816" y="17347"/>
                  </a:lnTo>
                  <a:lnTo>
                    <a:pt x="19133" y="16950"/>
                  </a:lnTo>
                  <a:lnTo>
                    <a:pt x="19411" y="16553"/>
                  </a:lnTo>
                  <a:lnTo>
                    <a:pt x="19689" y="16117"/>
                  </a:lnTo>
                  <a:lnTo>
                    <a:pt x="19967" y="15680"/>
                  </a:lnTo>
                  <a:lnTo>
                    <a:pt x="20205" y="15204"/>
                  </a:lnTo>
                  <a:lnTo>
                    <a:pt x="20404" y="14727"/>
                  </a:lnTo>
                  <a:lnTo>
                    <a:pt x="20602" y="14251"/>
                  </a:lnTo>
                  <a:lnTo>
                    <a:pt x="20761" y="13775"/>
                  </a:lnTo>
                  <a:lnTo>
                    <a:pt x="20920" y="13259"/>
                  </a:lnTo>
                  <a:lnTo>
                    <a:pt x="21039" y="12743"/>
                  </a:lnTo>
                  <a:lnTo>
                    <a:pt x="21118" y="12227"/>
                  </a:lnTo>
                  <a:lnTo>
                    <a:pt x="21198" y="11711"/>
                  </a:lnTo>
                  <a:lnTo>
                    <a:pt x="21237" y="11155"/>
                  </a:lnTo>
                  <a:lnTo>
                    <a:pt x="21237" y="10599"/>
                  </a:lnTo>
                  <a:lnTo>
                    <a:pt x="21237" y="10083"/>
                  </a:lnTo>
                  <a:lnTo>
                    <a:pt x="21198" y="9527"/>
                  </a:lnTo>
                  <a:lnTo>
                    <a:pt x="21118" y="9011"/>
                  </a:lnTo>
                  <a:lnTo>
                    <a:pt x="21039" y="8456"/>
                  </a:lnTo>
                  <a:lnTo>
                    <a:pt x="20920" y="7940"/>
                  </a:lnTo>
                  <a:lnTo>
                    <a:pt x="20761" y="7463"/>
                  </a:lnTo>
                  <a:lnTo>
                    <a:pt x="20602" y="6947"/>
                  </a:lnTo>
                  <a:lnTo>
                    <a:pt x="20404" y="6471"/>
                  </a:lnTo>
                  <a:lnTo>
                    <a:pt x="20205" y="5994"/>
                  </a:lnTo>
                  <a:lnTo>
                    <a:pt x="19967" y="5558"/>
                  </a:lnTo>
                  <a:lnTo>
                    <a:pt x="19689" y="5121"/>
                  </a:lnTo>
                  <a:lnTo>
                    <a:pt x="19411" y="4685"/>
                  </a:lnTo>
                  <a:lnTo>
                    <a:pt x="19133" y="4248"/>
                  </a:lnTo>
                  <a:lnTo>
                    <a:pt x="18816" y="3851"/>
                  </a:lnTo>
                  <a:lnTo>
                    <a:pt x="18498" y="3494"/>
                  </a:lnTo>
                  <a:lnTo>
                    <a:pt x="18141" y="3097"/>
                  </a:lnTo>
                  <a:lnTo>
                    <a:pt x="17744" y="2739"/>
                  </a:lnTo>
                  <a:lnTo>
                    <a:pt x="17387" y="2422"/>
                  </a:lnTo>
                  <a:lnTo>
                    <a:pt x="16990" y="2104"/>
                  </a:lnTo>
                  <a:lnTo>
                    <a:pt x="16553" y="1826"/>
                  </a:lnTo>
                  <a:lnTo>
                    <a:pt x="16117" y="1549"/>
                  </a:lnTo>
                  <a:lnTo>
                    <a:pt x="15680" y="1271"/>
                  </a:lnTo>
                  <a:lnTo>
                    <a:pt x="15243" y="1033"/>
                  </a:lnTo>
                  <a:lnTo>
                    <a:pt x="14767" y="834"/>
                  </a:lnTo>
                  <a:lnTo>
                    <a:pt x="14291" y="636"/>
                  </a:lnTo>
                  <a:lnTo>
                    <a:pt x="13775" y="477"/>
                  </a:lnTo>
                  <a:lnTo>
                    <a:pt x="13259" y="318"/>
                  </a:lnTo>
                  <a:lnTo>
                    <a:pt x="12782" y="199"/>
                  </a:lnTo>
                  <a:lnTo>
                    <a:pt x="12227" y="120"/>
                  </a:lnTo>
                  <a:lnTo>
                    <a:pt x="11710" y="40"/>
                  </a:lnTo>
                  <a:lnTo>
                    <a:pt x="1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2">
              <a:extLst>
                <a:ext uri="{FF2B5EF4-FFF2-40B4-BE49-F238E27FC236}">
                  <a16:creationId xmlns:a16="http://schemas.microsoft.com/office/drawing/2014/main" id="{D353E672-CE91-44C7-A4E4-8DC7E02A2477}"/>
                </a:ext>
              </a:extLst>
            </p:cNvPr>
            <p:cNvSpPr/>
            <p:nvPr/>
          </p:nvSpPr>
          <p:spPr>
            <a:xfrm>
              <a:off x="6002481" y="3050210"/>
              <a:ext cx="1431566" cy="646975"/>
            </a:xfrm>
            <a:custGeom>
              <a:avLst/>
              <a:gdLst/>
              <a:ahLst/>
              <a:cxnLst/>
              <a:rect l="l" t="t" r="r" b="b"/>
              <a:pathLst>
                <a:path w="159773" h="72207" extrusionOk="0">
                  <a:moveTo>
                    <a:pt x="80343" y="1"/>
                  </a:moveTo>
                  <a:lnTo>
                    <a:pt x="77128" y="80"/>
                  </a:lnTo>
                  <a:lnTo>
                    <a:pt x="73436" y="199"/>
                  </a:lnTo>
                  <a:lnTo>
                    <a:pt x="69387" y="477"/>
                  </a:lnTo>
                  <a:lnTo>
                    <a:pt x="65021" y="835"/>
                  </a:lnTo>
                  <a:lnTo>
                    <a:pt x="62758" y="1073"/>
                  </a:lnTo>
                  <a:lnTo>
                    <a:pt x="60456" y="1351"/>
                  </a:lnTo>
                  <a:lnTo>
                    <a:pt x="58114" y="1628"/>
                  </a:lnTo>
                  <a:lnTo>
                    <a:pt x="55772" y="1946"/>
                  </a:lnTo>
                  <a:lnTo>
                    <a:pt x="53351" y="2303"/>
                  </a:lnTo>
                  <a:lnTo>
                    <a:pt x="50969" y="2700"/>
                  </a:lnTo>
                  <a:lnTo>
                    <a:pt x="48548" y="3137"/>
                  </a:lnTo>
                  <a:lnTo>
                    <a:pt x="46166" y="3574"/>
                  </a:lnTo>
                  <a:lnTo>
                    <a:pt x="43784" y="4090"/>
                  </a:lnTo>
                  <a:lnTo>
                    <a:pt x="41442" y="4606"/>
                  </a:lnTo>
                  <a:lnTo>
                    <a:pt x="39140" y="5161"/>
                  </a:lnTo>
                  <a:lnTo>
                    <a:pt x="36877" y="5757"/>
                  </a:lnTo>
                  <a:lnTo>
                    <a:pt x="34654" y="6392"/>
                  </a:lnTo>
                  <a:lnTo>
                    <a:pt x="32511" y="7067"/>
                  </a:lnTo>
                  <a:lnTo>
                    <a:pt x="30447" y="7781"/>
                  </a:lnTo>
                  <a:lnTo>
                    <a:pt x="28462" y="8535"/>
                  </a:lnTo>
                  <a:lnTo>
                    <a:pt x="26557" y="9329"/>
                  </a:lnTo>
                  <a:lnTo>
                    <a:pt x="24731" y="10163"/>
                  </a:lnTo>
                  <a:lnTo>
                    <a:pt x="23024" y="11036"/>
                  </a:lnTo>
                  <a:lnTo>
                    <a:pt x="22230" y="11473"/>
                  </a:lnTo>
                  <a:lnTo>
                    <a:pt x="21436" y="11949"/>
                  </a:lnTo>
                  <a:lnTo>
                    <a:pt x="20721" y="12425"/>
                  </a:lnTo>
                  <a:lnTo>
                    <a:pt x="20007" y="12902"/>
                  </a:lnTo>
                  <a:lnTo>
                    <a:pt x="19332" y="13378"/>
                  </a:lnTo>
                  <a:lnTo>
                    <a:pt x="18697" y="13894"/>
                  </a:lnTo>
                  <a:lnTo>
                    <a:pt x="18062" y="14410"/>
                  </a:lnTo>
                  <a:lnTo>
                    <a:pt x="17506" y="14966"/>
                  </a:lnTo>
                  <a:lnTo>
                    <a:pt x="16990" y="15482"/>
                  </a:lnTo>
                  <a:lnTo>
                    <a:pt x="16474" y="16038"/>
                  </a:lnTo>
                  <a:lnTo>
                    <a:pt x="15442" y="17308"/>
                  </a:lnTo>
                  <a:lnTo>
                    <a:pt x="14450" y="18697"/>
                  </a:lnTo>
                  <a:lnTo>
                    <a:pt x="13497" y="20126"/>
                  </a:lnTo>
                  <a:lnTo>
                    <a:pt x="12624" y="21635"/>
                  </a:lnTo>
                  <a:lnTo>
                    <a:pt x="11750" y="23183"/>
                  </a:lnTo>
                  <a:lnTo>
                    <a:pt x="10917" y="24810"/>
                  </a:lnTo>
                  <a:lnTo>
                    <a:pt x="10083" y="26478"/>
                  </a:lnTo>
                  <a:lnTo>
                    <a:pt x="9329" y="28224"/>
                  </a:lnTo>
                  <a:lnTo>
                    <a:pt x="8615" y="29971"/>
                  </a:lnTo>
                  <a:lnTo>
                    <a:pt x="7940" y="31797"/>
                  </a:lnTo>
                  <a:lnTo>
                    <a:pt x="7265" y="33662"/>
                  </a:lnTo>
                  <a:lnTo>
                    <a:pt x="6669" y="35528"/>
                  </a:lnTo>
                  <a:lnTo>
                    <a:pt x="6074" y="37433"/>
                  </a:lnTo>
                  <a:lnTo>
                    <a:pt x="5518" y="39339"/>
                  </a:lnTo>
                  <a:lnTo>
                    <a:pt x="4963" y="41284"/>
                  </a:lnTo>
                  <a:lnTo>
                    <a:pt x="4486" y="43229"/>
                  </a:lnTo>
                  <a:lnTo>
                    <a:pt x="4010" y="45214"/>
                  </a:lnTo>
                  <a:lnTo>
                    <a:pt x="3573" y="47159"/>
                  </a:lnTo>
                  <a:lnTo>
                    <a:pt x="3176" y="49104"/>
                  </a:lnTo>
                  <a:lnTo>
                    <a:pt x="2779" y="51088"/>
                  </a:lnTo>
                  <a:lnTo>
                    <a:pt x="2105" y="54939"/>
                  </a:lnTo>
                  <a:lnTo>
                    <a:pt x="1509" y="58710"/>
                  </a:lnTo>
                  <a:lnTo>
                    <a:pt x="993" y="62362"/>
                  </a:lnTo>
                  <a:lnTo>
                    <a:pt x="596" y="65855"/>
                  </a:lnTo>
                  <a:lnTo>
                    <a:pt x="279" y="69150"/>
                  </a:lnTo>
                  <a:lnTo>
                    <a:pt x="1" y="72206"/>
                  </a:lnTo>
                  <a:lnTo>
                    <a:pt x="1033" y="72206"/>
                  </a:lnTo>
                  <a:lnTo>
                    <a:pt x="3692" y="72167"/>
                  </a:lnTo>
                  <a:lnTo>
                    <a:pt x="12941" y="72127"/>
                  </a:lnTo>
                  <a:lnTo>
                    <a:pt x="40847" y="72167"/>
                  </a:lnTo>
                  <a:lnTo>
                    <a:pt x="81216" y="72206"/>
                  </a:lnTo>
                  <a:lnTo>
                    <a:pt x="93204" y="72127"/>
                  </a:lnTo>
                  <a:lnTo>
                    <a:pt x="119800" y="72008"/>
                  </a:lnTo>
                  <a:lnTo>
                    <a:pt x="134130" y="71968"/>
                  </a:lnTo>
                  <a:lnTo>
                    <a:pt x="146713" y="71968"/>
                  </a:lnTo>
                  <a:lnTo>
                    <a:pt x="151834" y="72008"/>
                  </a:lnTo>
                  <a:lnTo>
                    <a:pt x="155882" y="72047"/>
                  </a:lnTo>
                  <a:lnTo>
                    <a:pt x="158582" y="72127"/>
                  </a:lnTo>
                  <a:lnTo>
                    <a:pt x="159376" y="72167"/>
                  </a:lnTo>
                  <a:lnTo>
                    <a:pt x="159773" y="72206"/>
                  </a:lnTo>
                  <a:lnTo>
                    <a:pt x="159534" y="69150"/>
                  </a:lnTo>
                  <a:lnTo>
                    <a:pt x="159177" y="65855"/>
                  </a:lnTo>
                  <a:lnTo>
                    <a:pt x="158780" y="62362"/>
                  </a:lnTo>
                  <a:lnTo>
                    <a:pt x="158304" y="58710"/>
                  </a:lnTo>
                  <a:lnTo>
                    <a:pt x="157708" y="54939"/>
                  </a:lnTo>
                  <a:lnTo>
                    <a:pt x="156994" y="51088"/>
                  </a:lnTo>
                  <a:lnTo>
                    <a:pt x="156637" y="49104"/>
                  </a:lnTo>
                  <a:lnTo>
                    <a:pt x="156200" y="47159"/>
                  </a:lnTo>
                  <a:lnTo>
                    <a:pt x="155763" y="45214"/>
                  </a:lnTo>
                  <a:lnTo>
                    <a:pt x="155327" y="43229"/>
                  </a:lnTo>
                  <a:lnTo>
                    <a:pt x="154811" y="41284"/>
                  </a:lnTo>
                  <a:lnTo>
                    <a:pt x="154295" y="39339"/>
                  </a:lnTo>
                  <a:lnTo>
                    <a:pt x="153739" y="37433"/>
                  </a:lnTo>
                  <a:lnTo>
                    <a:pt x="153144" y="35528"/>
                  </a:lnTo>
                  <a:lnTo>
                    <a:pt x="152508" y="33662"/>
                  </a:lnTo>
                  <a:lnTo>
                    <a:pt x="151873" y="31797"/>
                  </a:lnTo>
                  <a:lnTo>
                    <a:pt x="151159" y="29971"/>
                  </a:lnTo>
                  <a:lnTo>
                    <a:pt x="150444" y="28224"/>
                  </a:lnTo>
                  <a:lnTo>
                    <a:pt x="149690" y="26478"/>
                  </a:lnTo>
                  <a:lnTo>
                    <a:pt x="148896" y="24810"/>
                  </a:lnTo>
                  <a:lnTo>
                    <a:pt x="148063" y="23183"/>
                  </a:lnTo>
                  <a:lnTo>
                    <a:pt x="147189" y="21635"/>
                  </a:lnTo>
                  <a:lnTo>
                    <a:pt x="146276" y="20126"/>
                  </a:lnTo>
                  <a:lnTo>
                    <a:pt x="145324" y="18697"/>
                  </a:lnTo>
                  <a:lnTo>
                    <a:pt x="144331" y="17308"/>
                  </a:lnTo>
                  <a:lnTo>
                    <a:pt x="143299" y="16038"/>
                  </a:lnTo>
                  <a:lnTo>
                    <a:pt x="142823" y="15482"/>
                  </a:lnTo>
                  <a:lnTo>
                    <a:pt x="142267" y="14966"/>
                  </a:lnTo>
                  <a:lnTo>
                    <a:pt x="141711" y="14410"/>
                  </a:lnTo>
                  <a:lnTo>
                    <a:pt x="141116" y="13894"/>
                  </a:lnTo>
                  <a:lnTo>
                    <a:pt x="140481" y="13378"/>
                  </a:lnTo>
                  <a:lnTo>
                    <a:pt x="139806" y="12902"/>
                  </a:lnTo>
                  <a:lnTo>
                    <a:pt x="139092" y="12425"/>
                  </a:lnTo>
                  <a:lnTo>
                    <a:pt x="138377" y="11949"/>
                  </a:lnTo>
                  <a:lnTo>
                    <a:pt x="137623" y="11473"/>
                  </a:lnTo>
                  <a:lnTo>
                    <a:pt x="136829" y="11036"/>
                  </a:lnTo>
                  <a:lnTo>
                    <a:pt x="135162" y="10163"/>
                  </a:lnTo>
                  <a:lnTo>
                    <a:pt x="133375" y="9329"/>
                  </a:lnTo>
                  <a:lnTo>
                    <a:pt x="131510" y="8535"/>
                  </a:lnTo>
                  <a:lnTo>
                    <a:pt x="129525" y="7781"/>
                  </a:lnTo>
                  <a:lnTo>
                    <a:pt x="127501" y="7067"/>
                  </a:lnTo>
                  <a:lnTo>
                    <a:pt x="125357" y="6392"/>
                  </a:lnTo>
                  <a:lnTo>
                    <a:pt x="123214" y="5757"/>
                  </a:lnTo>
                  <a:lnTo>
                    <a:pt x="120991" y="5161"/>
                  </a:lnTo>
                  <a:lnTo>
                    <a:pt x="118728" y="4606"/>
                  </a:lnTo>
                  <a:lnTo>
                    <a:pt x="116426" y="4090"/>
                  </a:lnTo>
                  <a:lnTo>
                    <a:pt x="114084" y="3574"/>
                  </a:lnTo>
                  <a:lnTo>
                    <a:pt x="111742" y="3137"/>
                  </a:lnTo>
                  <a:lnTo>
                    <a:pt x="109360" y="2700"/>
                  </a:lnTo>
                  <a:lnTo>
                    <a:pt x="107018" y="2303"/>
                  </a:lnTo>
                  <a:lnTo>
                    <a:pt x="104676" y="1946"/>
                  </a:lnTo>
                  <a:lnTo>
                    <a:pt x="102334" y="1628"/>
                  </a:lnTo>
                  <a:lnTo>
                    <a:pt x="100032" y="1351"/>
                  </a:lnTo>
                  <a:lnTo>
                    <a:pt x="97769" y="1073"/>
                  </a:lnTo>
                  <a:lnTo>
                    <a:pt x="95546" y="835"/>
                  </a:lnTo>
                  <a:lnTo>
                    <a:pt x="93363" y="636"/>
                  </a:lnTo>
                  <a:lnTo>
                    <a:pt x="91259" y="477"/>
                  </a:lnTo>
                  <a:lnTo>
                    <a:pt x="87250" y="199"/>
                  </a:lnTo>
                  <a:lnTo>
                    <a:pt x="83598" y="80"/>
                  </a:lnTo>
                  <a:lnTo>
                    <a:pt x="803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2">
              <a:extLst>
                <a:ext uri="{FF2B5EF4-FFF2-40B4-BE49-F238E27FC236}">
                  <a16:creationId xmlns:a16="http://schemas.microsoft.com/office/drawing/2014/main" id="{CDAADE46-84ED-CD9B-44EB-41C83D0EF25D}"/>
                </a:ext>
              </a:extLst>
            </p:cNvPr>
            <p:cNvSpPr/>
            <p:nvPr/>
          </p:nvSpPr>
          <p:spPr>
            <a:xfrm>
              <a:off x="6113451" y="3130600"/>
              <a:ext cx="1209627" cy="538836"/>
            </a:xfrm>
            <a:custGeom>
              <a:avLst/>
              <a:gdLst/>
              <a:ahLst/>
              <a:cxnLst/>
              <a:rect l="l" t="t" r="r" b="b"/>
              <a:pathLst>
                <a:path w="135003" h="60138" extrusionOk="0">
                  <a:moveTo>
                    <a:pt x="67522" y="0"/>
                  </a:moveTo>
                  <a:lnTo>
                    <a:pt x="64386" y="40"/>
                  </a:lnTo>
                  <a:lnTo>
                    <a:pt x="60972" y="199"/>
                  </a:lnTo>
                  <a:lnTo>
                    <a:pt x="57320" y="437"/>
                  </a:lnTo>
                  <a:lnTo>
                    <a:pt x="53470" y="754"/>
                  </a:lnTo>
                  <a:lnTo>
                    <a:pt x="49500" y="1191"/>
                  </a:lnTo>
                  <a:lnTo>
                    <a:pt x="45491" y="1707"/>
                  </a:lnTo>
                  <a:lnTo>
                    <a:pt x="43466" y="1985"/>
                  </a:lnTo>
                  <a:lnTo>
                    <a:pt x="41442" y="2342"/>
                  </a:lnTo>
                  <a:lnTo>
                    <a:pt x="39418" y="2660"/>
                  </a:lnTo>
                  <a:lnTo>
                    <a:pt x="37433" y="3057"/>
                  </a:lnTo>
                  <a:lnTo>
                    <a:pt x="35448" y="3453"/>
                  </a:lnTo>
                  <a:lnTo>
                    <a:pt x="33503" y="3890"/>
                  </a:lnTo>
                  <a:lnTo>
                    <a:pt x="31637" y="4327"/>
                  </a:lnTo>
                  <a:lnTo>
                    <a:pt x="29772" y="4803"/>
                  </a:lnTo>
                  <a:lnTo>
                    <a:pt x="27985" y="5319"/>
                  </a:lnTo>
                  <a:lnTo>
                    <a:pt x="26239" y="5875"/>
                  </a:lnTo>
                  <a:lnTo>
                    <a:pt x="24532" y="6431"/>
                  </a:lnTo>
                  <a:lnTo>
                    <a:pt x="22944" y="7026"/>
                  </a:lnTo>
                  <a:lnTo>
                    <a:pt x="21436" y="7621"/>
                  </a:lnTo>
                  <a:lnTo>
                    <a:pt x="19967" y="8257"/>
                  </a:lnTo>
                  <a:lnTo>
                    <a:pt x="18657" y="8931"/>
                  </a:lnTo>
                  <a:lnTo>
                    <a:pt x="17387" y="9646"/>
                  </a:lnTo>
                  <a:lnTo>
                    <a:pt x="16275" y="10360"/>
                  </a:lnTo>
                  <a:lnTo>
                    <a:pt x="15243" y="11115"/>
                  </a:lnTo>
                  <a:lnTo>
                    <a:pt x="14807" y="11512"/>
                  </a:lnTo>
                  <a:lnTo>
                    <a:pt x="14370" y="11909"/>
                  </a:lnTo>
                  <a:lnTo>
                    <a:pt x="13973" y="12305"/>
                  </a:lnTo>
                  <a:lnTo>
                    <a:pt x="13576" y="12742"/>
                  </a:lnTo>
                  <a:lnTo>
                    <a:pt x="13100" y="13338"/>
                  </a:lnTo>
                  <a:lnTo>
                    <a:pt x="12584" y="13973"/>
                  </a:lnTo>
                  <a:lnTo>
                    <a:pt x="11631" y="15362"/>
                  </a:lnTo>
                  <a:lnTo>
                    <a:pt x="10758" y="16791"/>
                  </a:lnTo>
                  <a:lnTo>
                    <a:pt x="9885" y="18339"/>
                  </a:lnTo>
                  <a:lnTo>
                    <a:pt x="9091" y="19927"/>
                  </a:lnTo>
                  <a:lnTo>
                    <a:pt x="8297" y="21594"/>
                  </a:lnTo>
                  <a:lnTo>
                    <a:pt x="7582" y="23341"/>
                  </a:lnTo>
                  <a:lnTo>
                    <a:pt x="6907" y="25127"/>
                  </a:lnTo>
                  <a:lnTo>
                    <a:pt x="6272" y="26953"/>
                  </a:lnTo>
                  <a:lnTo>
                    <a:pt x="5637" y="28779"/>
                  </a:lnTo>
                  <a:lnTo>
                    <a:pt x="5081" y="30645"/>
                  </a:lnTo>
                  <a:lnTo>
                    <a:pt x="4565" y="32550"/>
                  </a:lnTo>
                  <a:lnTo>
                    <a:pt x="4049" y="34455"/>
                  </a:lnTo>
                  <a:lnTo>
                    <a:pt x="3613" y="36321"/>
                  </a:lnTo>
                  <a:lnTo>
                    <a:pt x="3176" y="38226"/>
                  </a:lnTo>
                  <a:lnTo>
                    <a:pt x="2779" y="40052"/>
                  </a:lnTo>
                  <a:lnTo>
                    <a:pt x="2104" y="43665"/>
                  </a:lnTo>
                  <a:lnTo>
                    <a:pt x="1509" y="47118"/>
                  </a:lnTo>
                  <a:lnTo>
                    <a:pt x="1033" y="50294"/>
                  </a:lnTo>
                  <a:lnTo>
                    <a:pt x="675" y="53152"/>
                  </a:lnTo>
                  <a:lnTo>
                    <a:pt x="397" y="55613"/>
                  </a:lnTo>
                  <a:lnTo>
                    <a:pt x="199" y="57598"/>
                  </a:lnTo>
                  <a:lnTo>
                    <a:pt x="1" y="59900"/>
                  </a:lnTo>
                  <a:lnTo>
                    <a:pt x="1" y="59940"/>
                  </a:lnTo>
                  <a:lnTo>
                    <a:pt x="199" y="59940"/>
                  </a:lnTo>
                  <a:lnTo>
                    <a:pt x="1191" y="59979"/>
                  </a:lnTo>
                  <a:lnTo>
                    <a:pt x="5240" y="60019"/>
                  </a:lnTo>
                  <a:lnTo>
                    <a:pt x="20404" y="60098"/>
                  </a:lnTo>
                  <a:lnTo>
                    <a:pt x="42156" y="60138"/>
                  </a:lnTo>
                  <a:lnTo>
                    <a:pt x="92410" y="60138"/>
                  </a:lnTo>
                  <a:lnTo>
                    <a:pt x="114242" y="60059"/>
                  </a:lnTo>
                  <a:lnTo>
                    <a:pt x="129565" y="59979"/>
                  </a:lnTo>
                  <a:lnTo>
                    <a:pt x="133733" y="59940"/>
                  </a:lnTo>
                  <a:lnTo>
                    <a:pt x="134765" y="59940"/>
                  </a:lnTo>
                  <a:lnTo>
                    <a:pt x="135003" y="59900"/>
                  </a:lnTo>
                  <a:lnTo>
                    <a:pt x="134844" y="57598"/>
                  </a:lnTo>
                  <a:lnTo>
                    <a:pt x="134646" y="55613"/>
                  </a:lnTo>
                  <a:lnTo>
                    <a:pt x="134368" y="53152"/>
                  </a:lnTo>
                  <a:lnTo>
                    <a:pt x="134010" y="50294"/>
                  </a:lnTo>
                  <a:lnTo>
                    <a:pt x="133534" y="47118"/>
                  </a:lnTo>
                  <a:lnTo>
                    <a:pt x="132939" y="43665"/>
                  </a:lnTo>
                  <a:lnTo>
                    <a:pt x="132264" y="40052"/>
                  </a:lnTo>
                  <a:lnTo>
                    <a:pt x="131867" y="38226"/>
                  </a:lnTo>
                  <a:lnTo>
                    <a:pt x="131430" y="36321"/>
                  </a:lnTo>
                  <a:lnTo>
                    <a:pt x="130954" y="34455"/>
                  </a:lnTo>
                  <a:lnTo>
                    <a:pt x="130478" y="32550"/>
                  </a:lnTo>
                  <a:lnTo>
                    <a:pt x="129962" y="30645"/>
                  </a:lnTo>
                  <a:lnTo>
                    <a:pt x="129366" y="28779"/>
                  </a:lnTo>
                  <a:lnTo>
                    <a:pt x="128771" y="26953"/>
                  </a:lnTo>
                  <a:lnTo>
                    <a:pt x="128136" y="25127"/>
                  </a:lnTo>
                  <a:lnTo>
                    <a:pt x="127461" y="23341"/>
                  </a:lnTo>
                  <a:lnTo>
                    <a:pt x="126707" y="21594"/>
                  </a:lnTo>
                  <a:lnTo>
                    <a:pt x="125952" y="19927"/>
                  </a:lnTo>
                  <a:lnTo>
                    <a:pt x="125158" y="18339"/>
                  </a:lnTo>
                  <a:lnTo>
                    <a:pt x="124285" y="16791"/>
                  </a:lnTo>
                  <a:lnTo>
                    <a:pt x="123372" y="15362"/>
                  </a:lnTo>
                  <a:lnTo>
                    <a:pt x="122459" y="13973"/>
                  </a:lnTo>
                  <a:lnTo>
                    <a:pt x="121943" y="13338"/>
                  </a:lnTo>
                  <a:lnTo>
                    <a:pt x="121427" y="12742"/>
                  </a:lnTo>
                  <a:lnTo>
                    <a:pt x="121070" y="12305"/>
                  </a:lnTo>
                  <a:lnTo>
                    <a:pt x="120673" y="11909"/>
                  </a:lnTo>
                  <a:lnTo>
                    <a:pt x="120236" y="11512"/>
                  </a:lnTo>
                  <a:lnTo>
                    <a:pt x="119800" y="11115"/>
                  </a:lnTo>
                  <a:lnTo>
                    <a:pt x="118768" y="10360"/>
                  </a:lnTo>
                  <a:lnTo>
                    <a:pt x="117616" y="9646"/>
                  </a:lnTo>
                  <a:lnTo>
                    <a:pt x="116386" y="8931"/>
                  </a:lnTo>
                  <a:lnTo>
                    <a:pt x="115036" y="8257"/>
                  </a:lnTo>
                  <a:lnTo>
                    <a:pt x="113607" y="7621"/>
                  </a:lnTo>
                  <a:lnTo>
                    <a:pt x="112099" y="7026"/>
                  </a:lnTo>
                  <a:lnTo>
                    <a:pt x="110471" y="6431"/>
                  </a:lnTo>
                  <a:lnTo>
                    <a:pt x="108804" y="5875"/>
                  </a:lnTo>
                  <a:lnTo>
                    <a:pt x="107058" y="5319"/>
                  </a:lnTo>
                  <a:lnTo>
                    <a:pt x="105271" y="4803"/>
                  </a:lnTo>
                  <a:lnTo>
                    <a:pt x="103406" y="4327"/>
                  </a:lnTo>
                  <a:lnTo>
                    <a:pt x="101500" y="3890"/>
                  </a:lnTo>
                  <a:lnTo>
                    <a:pt x="99595" y="3453"/>
                  </a:lnTo>
                  <a:lnTo>
                    <a:pt x="97610" y="3057"/>
                  </a:lnTo>
                  <a:lnTo>
                    <a:pt x="95625" y="2660"/>
                  </a:lnTo>
                  <a:lnTo>
                    <a:pt x="93601" y="2342"/>
                  </a:lnTo>
                  <a:lnTo>
                    <a:pt x="91577" y="1985"/>
                  </a:lnTo>
                  <a:lnTo>
                    <a:pt x="89552" y="1707"/>
                  </a:lnTo>
                  <a:lnTo>
                    <a:pt x="85543" y="1191"/>
                  </a:lnTo>
                  <a:lnTo>
                    <a:pt x="81573" y="754"/>
                  </a:lnTo>
                  <a:lnTo>
                    <a:pt x="77723" y="437"/>
                  </a:lnTo>
                  <a:lnTo>
                    <a:pt x="74071" y="199"/>
                  </a:lnTo>
                  <a:lnTo>
                    <a:pt x="70657" y="40"/>
                  </a:lnTo>
                  <a:lnTo>
                    <a:pt x="675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2">
              <a:extLst>
                <a:ext uri="{FF2B5EF4-FFF2-40B4-BE49-F238E27FC236}">
                  <a16:creationId xmlns:a16="http://schemas.microsoft.com/office/drawing/2014/main" id="{FEBF61EA-0CB1-95C4-0C52-7CE40B249B13}"/>
                </a:ext>
              </a:extLst>
            </p:cNvPr>
            <p:cNvSpPr/>
            <p:nvPr/>
          </p:nvSpPr>
          <p:spPr>
            <a:xfrm>
              <a:off x="5960163" y="3586914"/>
              <a:ext cx="1477083" cy="172157"/>
            </a:xfrm>
            <a:custGeom>
              <a:avLst/>
              <a:gdLst/>
              <a:ahLst/>
              <a:cxnLst/>
              <a:rect l="l" t="t" r="r" b="b"/>
              <a:pathLst>
                <a:path w="164853" h="19214" extrusionOk="0">
                  <a:moveTo>
                    <a:pt x="79588" y="1"/>
                  </a:moveTo>
                  <a:lnTo>
                    <a:pt x="74745" y="120"/>
                  </a:lnTo>
                  <a:lnTo>
                    <a:pt x="70061" y="239"/>
                  </a:lnTo>
                  <a:lnTo>
                    <a:pt x="65576" y="437"/>
                  </a:lnTo>
                  <a:lnTo>
                    <a:pt x="61289" y="676"/>
                  </a:lnTo>
                  <a:lnTo>
                    <a:pt x="57161" y="953"/>
                  </a:lnTo>
                  <a:lnTo>
                    <a:pt x="53231" y="1271"/>
                  </a:lnTo>
                  <a:lnTo>
                    <a:pt x="49500" y="1628"/>
                  </a:lnTo>
                  <a:lnTo>
                    <a:pt x="45887" y="2025"/>
                  </a:lnTo>
                  <a:lnTo>
                    <a:pt x="42513" y="2422"/>
                  </a:lnTo>
                  <a:lnTo>
                    <a:pt x="39258" y="2859"/>
                  </a:lnTo>
                  <a:lnTo>
                    <a:pt x="36162" y="3335"/>
                  </a:lnTo>
                  <a:lnTo>
                    <a:pt x="33264" y="3811"/>
                  </a:lnTo>
                  <a:lnTo>
                    <a:pt x="30525" y="4288"/>
                  </a:lnTo>
                  <a:lnTo>
                    <a:pt x="27906" y="4804"/>
                  </a:lnTo>
                  <a:lnTo>
                    <a:pt x="25484" y="5320"/>
                  </a:lnTo>
                  <a:lnTo>
                    <a:pt x="23182" y="5836"/>
                  </a:lnTo>
                  <a:lnTo>
                    <a:pt x="21038" y="6312"/>
                  </a:lnTo>
                  <a:lnTo>
                    <a:pt x="19014" y="6828"/>
                  </a:lnTo>
                  <a:lnTo>
                    <a:pt x="17148" y="7344"/>
                  </a:lnTo>
                  <a:lnTo>
                    <a:pt x="15441" y="7821"/>
                  </a:lnTo>
                  <a:lnTo>
                    <a:pt x="13854" y="8297"/>
                  </a:lnTo>
                  <a:lnTo>
                    <a:pt x="11075" y="9210"/>
                  </a:lnTo>
                  <a:lnTo>
                    <a:pt x="8773" y="10004"/>
                  </a:lnTo>
                  <a:lnTo>
                    <a:pt x="6986" y="10639"/>
                  </a:lnTo>
                  <a:lnTo>
                    <a:pt x="5637" y="11155"/>
                  </a:lnTo>
                  <a:lnTo>
                    <a:pt x="4724" y="11473"/>
                  </a:lnTo>
                  <a:lnTo>
                    <a:pt x="4486" y="15363"/>
                  </a:lnTo>
                  <a:lnTo>
                    <a:pt x="4366" y="17308"/>
                  </a:lnTo>
                  <a:lnTo>
                    <a:pt x="3215" y="17705"/>
                  </a:lnTo>
                  <a:lnTo>
                    <a:pt x="2104" y="18181"/>
                  </a:lnTo>
                  <a:lnTo>
                    <a:pt x="1032" y="18657"/>
                  </a:lnTo>
                  <a:lnTo>
                    <a:pt x="0" y="19213"/>
                  </a:lnTo>
                  <a:lnTo>
                    <a:pt x="3176" y="18300"/>
                  </a:lnTo>
                  <a:lnTo>
                    <a:pt x="6391" y="17467"/>
                  </a:lnTo>
                  <a:lnTo>
                    <a:pt x="9646" y="16633"/>
                  </a:lnTo>
                  <a:lnTo>
                    <a:pt x="12861" y="15879"/>
                  </a:lnTo>
                  <a:lnTo>
                    <a:pt x="16116" y="15125"/>
                  </a:lnTo>
                  <a:lnTo>
                    <a:pt x="19371" y="14450"/>
                  </a:lnTo>
                  <a:lnTo>
                    <a:pt x="22626" y="13815"/>
                  </a:lnTo>
                  <a:lnTo>
                    <a:pt x="25881" y="13179"/>
                  </a:lnTo>
                  <a:lnTo>
                    <a:pt x="29136" y="12624"/>
                  </a:lnTo>
                  <a:lnTo>
                    <a:pt x="32431" y="12068"/>
                  </a:lnTo>
                  <a:lnTo>
                    <a:pt x="35725" y="11552"/>
                  </a:lnTo>
                  <a:lnTo>
                    <a:pt x="38980" y="11076"/>
                  </a:lnTo>
                  <a:lnTo>
                    <a:pt x="42275" y="10679"/>
                  </a:lnTo>
                  <a:lnTo>
                    <a:pt x="45609" y="10282"/>
                  </a:lnTo>
                  <a:lnTo>
                    <a:pt x="48904" y="9885"/>
                  </a:lnTo>
                  <a:lnTo>
                    <a:pt x="52199" y="9567"/>
                  </a:lnTo>
                  <a:lnTo>
                    <a:pt x="55493" y="9250"/>
                  </a:lnTo>
                  <a:lnTo>
                    <a:pt x="58828" y="9012"/>
                  </a:lnTo>
                  <a:lnTo>
                    <a:pt x="62123" y="8773"/>
                  </a:lnTo>
                  <a:lnTo>
                    <a:pt x="65457" y="8575"/>
                  </a:lnTo>
                  <a:lnTo>
                    <a:pt x="68791" y="8376"/>
                  </a:lnTo>
                  <a:lnTo>
                    <a:pt x="72086" y="8218"/>
                  </a:lnTo>
                  <a:lnTo>
                    <a:pt x="75420" y="8099"/>
                  </a:lnTo>
                  <a:lnTo>
                    <a:pt x="78755" y="8019"/>
                  </a:lnTo>
                  <a:lnTo>
                    <a:pt x="82049" y="7940"/>
                  </a:lnTo>
                  <a:lnTo>
                    <a:pt x="85384" y="7900"/>
                  </a:lnTo>
                  <a:lnTo>
                    <a:pt x="88718" y="7900"/>
                  </a:lnTo>
                  <a:lnTo>
                    <a:pt x="92052" y="7940"/>
                  </a:lnTo>
                  <a:lnTo>
                    <a:pt x="95347" y="7940"/>
                  </a:lnTo>
                  <a:lnTo>
                    <a:pt x="98681" y="8019"/>
                  </a:lnTo>
                  <a:lnTo>
                    <a:pt x="105311" y="8218"/>
                  </a:lnTo>
                  <a:lnTo>
                    <a:pt x="109042" y="8376"/>
                  </a:lnTo>
                  <a:lnTo>
                    <a:pt x="112773" y="8654"/>
                  </a:lnTo>
                  <a:lnTo>
                    <a:pt x="116465" y="8972"/>
                  </a:lnTo>
                  <a:lnTo>
                    <a:pt x="120196" y="9369"/>
                  </a:lnTo>
                  <a:lnTo>
                    <a:pt x="123927" y="9845"/>
                  </a:lnTo>
                  <a:lnTo>
                    <a:pt x="127659" y="10321"/>
                  </a:lnTo>
                  <a:lnTo>
                    <a:pt x="131390" y="10877"/>
                  </a:lnTo>
                  <a:lnTo>
                    <a:pt x="135082" y="11473"/>
                  </a:lnTo>
                  <a:lnTo>
                    <a:pt x="138813" y="12108"/>
                  </a:lnTo>
                  <a:lnTo>
                    <a:pt x="142544" y="12783"/>
                  </a:lnTo>
                  <a:lnTo>
                    <a:pt x="149967" y="14172"/>
                  </a:lnTo>
                  <a:lnTo>
                    <a:pt x="157430" y="15680"/>
                  </a:lnTo>
                  <a:lnTo>
                    <a:pt x="164853" y="17149"/>
                  </a:lnTo>
                  <a:lnTo>
                    <a:pt x="164734" y="15125"/>
                  </a:lnTo>
                  <a:lnTo>
                    <a:pt x="164496" y="11473"/>
                  </a:lnTo>
                  <a:lnTo>
                    <a:pt x="163583" y="11155"/>
                  </a:lnTo>
                  <a:lnTo>
                    <a:pt x="162233" y="10639"/>
                  </a:lnTo>
                  <a:lnTo>
                    <a:pt x="160447" y="10004"/>
                  </a:lnTo>
                  <a:lnTo>
                    <a:pt x="158184" y="9210"/>
                  </a:lnTo>
                  <a:lnTo>
                    <a:pt x="155405" y="8297"/>
                  </a:lnTo>
                  <a:lnTo>
                    <a:pt x="153818" y="7821"/>
                  </a:lnTo>
                  <a:lnTo>
                    <a:pt x="152111" y="7344"/>
                  </a:lnTo>
                  <a:lnTo>
                    <a:pt x="150245" y="6828"/>
                  </a:lnTo>
                  <a:lnTo>
                    <a:pt x="148260" y="6312"/>
                  </a:lnTo>
                  <a:lnTo>
                    <a:pt x="146117" y="5836"/>
                  </a:lnTo>
                  <a:lnTo>
                    <a:pt x="143815" y="5320"/>
                  </a:lnTo>
                  <a:lnTo>
                    <a:pt x="141353" y="4804"/>
                  </a:lnTo>
                  <a:lnTo>
                    <a:pt x="138773" y="4288"/>
                  </a:lnTo>
                  <a:lnTo>
                    <a:pt x="136034" y="3811"/>
                  </a:lnTo>
                  <a:lnTo>
                    <a:pt x="133097" y="3335"/>
                  </a:lnTo>
                  <a:lnTo>
                    <a:pt x="130040" y="2859"/>
                  </a:lnTo>
                  <a:lnTo>
                    <a:pt x="126825" y="2422"/>
                  </a:lnTo>
                  <a:lnTo>
                    <a:pt x="123411" y="2025"/>
                  </a:lnTo>
                  <a:lnTo>
                    <a:pt x="119839" y="1628"/>
                  </a:lnTo>
                  <a:lnTo>
                    <a:pt x="116068" y="1271"/>
                  </a:lnTo>
                  <a:lnTo>
                    <a:pt x="112138" y="953"/>
                  </a:lnTo>
                  <a:lnTo>
                    <a:pt x="108049" y="676"/>
                  </a:lnTo>
                  <a:lnTo>
                    <a:pt x="103723" y="437"/>
                  </a:lnTo>
                  <a:lnTo>
                    <a:pt x="99237" y="239"/>
                  </a:lnTo>
                  <a:lnTo>
                    <a:pt x="94593" y="120"/>
                  </a:lnTo>
                  <a:lnTo>
                    <a:pt x="897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2">
              <a:extLst>
                <a:ext uri="{FF2B5EF4-FFF2-40B4-BE49-F238E27FC236}">
                  <a16:creationId xmlns:a16="http://schemas.microsoft.com/office/drawing/2014/main" id="{376359F3-CA0F-63B7-C74A-846576FC295A}"/>
                </a:ext>
              </a:extLst>
            </p:cNvPr>
            <p:cNvSpPr/>
            <p:nvPr/>
          </p:nvSpPr>
          <p:spPr>
            <a:xfrm>
              <a:off x="5836739" y="3657698"/>
              <a:ext cx="1763409" cy="627756"/>
            </a:xfrm>
            <a:custGeom>
              <a:avLst/>
              <a:gdLst/>
              <a:ahLst/>
              <a:cxnLst/>
              <a:rect l="l" t="t" r="r" b="b"/>
              <a:pathLst>
                <a:path w="196809" h="70062" extrusionOk="0">
                  <a:moveTo>
                    <a:pt x="99159" y="0"/>
                  </a:moveTo>
                  <a:lnTo>
                    <a:pt x="95824" y="40"/>
                  </a:lnTo>
                  <a:lnTo>
                    <a:pt x="92530" y="119"/>
                  </a:lnTo>
                  <a:lnTo>
                    <a:pt x="89195" y="199"/>
                  </a:lnTo>
                  <a:lnTo>
                    <a:pt x="85861" y="318"/>
                  </a:lnTo>
                  <a:lnTo>
                    <a:pt x="82566" y="476"/>
                  </a:lnTo>
                  <a:lnTo>
                    <a:pt x="79232" y="675"/>
                  </a:lnTo>
                  <a:lnTo>
                    <a:pt x="75898" y="873"/>
                  </a:lnTo>
                  <a:lnTo>
                    <a:pt x="72603" y="1112"/>
                  </a:lnTo>
                  <a:lnTo>
                    <a:pt x="69268" y="1350"/>
                  </a:lnTo>
                  <a:lnTo>
                    <a:pt x="65974" y="1667"/>
                  </a:lnTo>
                  <a:lnTo>
                    <a:pt x="62679" y="1985"/>
                  </a:lnTo>
                  <a:lnTo>
                    <a:pt x="59384" y="2382"/>
                  </a:lnTo>
                  <a:lnTo>
                    <a:pt x="56050" y="2779"/>
                  </a:lnTo>
                  <a:lnTo>
                    <a:pt x="52755" y="3176"/>
                  </a:lnTo>
                  <a:lnTo>
                    <a:pt x="49500" y="3652"/>
                  </a:lnTo>
                  <a:lnTo>
                    <a:pt x="46206" y="4168"/>
                  </a:lnTo>
                  <a:lnTo>
                    <a:pt x="42911" y="4724"/>
                  </a:lnTo>
                  <a:lnTo>
                    <a:pt x="39656" y="5279"/>
                  </a:lnTo>
                  <a:lnTo>
                    <a:pt x="36401" y="5915"/>
                  </a:lnTo>
                  <a:lnTo>
                    <a:pt x="33146" y="6550"/>
                  </a:lnTo>
                  <a:lnTo>
                    <a:pt x="29891" y="7225"/>
                  </a:lnTo>
                  <a:lnTo>
                    <a:pt x="26636" y="7979"/>
                  </a:lnTo>
                  <a:lnTo>
                    <a:pt x="23421" y="8733"/>
                  </a:lnTo>
                  <a:lnTo>
                    <a:pt x="20166" y="9567"/>
                  </a:lnTo>
                  <a:lnTo>
                    <a:pt x="16951" y="10400"/>
                  </a:lnTo>
                  <a:lnTo>
                    <a:pt x="13775" y="11313"/>
                  </a:lnTo>
                  <a:lnTo>
                    <a:pt x="13021" y="11750"/>
                  </a:lnTo>
                  <a:lnTo>
                    <a:pt x="12267" y="12186"/>
                  </a:lnTo>
                  <a:lnTo>
                    <a:pt x="11592" y="12623"/>
                  </a:lnTo>
                  <a:lnTo>
                    <a:pt x="10877" y="13139"/>
                  </a:lnTo>
                  <a:lnTo>
                    <a:pt x="10203" y="13655"/>
                  </a:lnTo>
                  <a:lnTo>
                    <a:pt x="9528" y="14171"/>
                  </a:lnTo>
                  <a:lnTo>
                    <a:pt x="8893" y="14727"/>
                  </a:lnTo>
                  <a:lnTo>
                    <a:pt x="8257" y="15283"/>
                  </a:lnTo>
                  <a:lnTo>
                    <a:pt x="7662" y="15878"/>
                  </a:lnTo>
                  <a:lnTo>
                    <a:pt x="7067" y="16473"/>
                  </a:lnTo>
                  <a:lnTo>
                    <a:pt x="6511" y="17109"/>
                  </a:lnTo>
                  <a:lnTo>
                    <a:pt x="5955" y="17783"/>
                  </a:lnTo>
                  <a:lnTo>
                    <a:pt x="5439" y="18419"/>
                  </a:lnTo>
                  <a:lnTo>
                    <a:pt x="4923" y="19093"/>
                  </a:lnTo>
                  <a:lnTo>
                    <a:pt x="4447" y="19808"/>
                  </a:lnTo>
                  <a:lnTo>
                    <a:pt x="3970" y="20522"/>
                  </a:lnTo>
                  <a:lnTo>
                    <a:pt x="3534" y="21237"/>
                  </a:lnTo>
                  <a:lnTo>
                    <a:pt x="3137" y="21991"/>
                  </a:lnTo>
                  <a:lnTo>
                    <a:pt x="2740" y="22745"/>
                  </a:lnTo>
                  <a:lnTo>
                    <a:pt x="2383" y="23539"/>
                  </a:lnTo>
                  <a:lnTo>
                    <a:pt x="2025" y="24333"/>
                  </a:lnTo>
                  <a:lnTo>
                    <a:pt x="1708" y="25127"/>
                  </a:lnTo>
                  <a:lnTo>
                    <a:pt x="1390" y="25921"/>
                  </a:lnTo>
                  <a:lnTo>
                    <a:pt x="1152" y="26754"/>
                  </a:lnTo>
                  <a:lnTo>
                    <a:pt x="914" y="27588"/>
                  </a:lnTo>
                  <a:lnTo>
                    <a:pt x="676" y="28422"/>
                  </a:lnTo>
                  <a:lnTo>
                    <a:pt x="517" y="29295"/>
                  </a:lnTo>
                  <a:lnTo>
                    <a:pt x="358" y="30168"/>
                  </a:lnTo>
                  <a:lnTo>
                    <a:pt x="199" y="31042"/>
                  </a:lnTo>
                  <a:lnTo>
                    <a:pt x="120" y="31915"/>
                  </a:lnTo>
                  <a:lnTo>
                    <a:pt x="41" y="32828"/>
                  </a:lnTo>
                  <a:lnTo>
                    <a:pt x="1" y="33741"/>
                  </a:lnTo>
                  <a:lnTo>
                    <a:pt x="1" y="67124"/>
                  </a:lnTo>
                  <a:lnTo>
                    <a:pt x="98365" y="70062"/>
                  </a:lnTo>
                  <a:lnTo>
                    <a:pt x="98444" y="70062"/>
                  </a:lnTo>
                  <a:lnTo>
                    <a:pt x="196808" y="67124"/>
                  </a:lnTo>
                  <a:lnTo>
                    <a:pt x="196808" y="33741"/>
                  </a:lnTo>
                  <a:lnTo>
                    <a:pt x="196768" y="33741"/>
                  </a:lnTo>
                  <a:lnTo>
                    <a:pt x="196729" y="32669"/>
                  </a:lnTo>
                  <a:lnTo>
                    <a:pt x="196649" y="31637"/>
                  </a:lnTo>
                  <a:lnTo>
                    <a:pt x="196491" y="30565"/>
                  </a:lnTo>
                  <a:lnTo>
                    <a:pt x="196332" y="29573"/>
                  </a:lnTo>
                  <a:lnTo>
                    <a:pt x="196133" y="28541"/>
                  </a:lnTo>
                  <a:lnTo>
                    <a:pt x="195855" y="27548"/>
                  </a:lnTo>
                  <a:lnTo>
                    <a:pt x="195578" y="26556"/>
                  </a:lnTo>
                  <a:lnTo>
                    <a:pt x="195260" y="25603"/>
                  </a:lnTo>
                  <a:lnTo>
                    <a:pt x="194903" y="24651"/>
                  </a:lnTo>
                  <a:lnTo>
                    <a:pt x="194506" y="23738"/>
                  </a:lnTo>
                  <a:lnTo>
                    <a:pt x="194069" y="22825"/>
                  </a:lnTo>
                  <a:lnTo>
                    <a:pt x="193632" y="21912"/>
                  </a:lnTo>
                  <a:lnTo>
                    <a:pt x="193116" y="21078"/>
                  </a:lnTo>
                  <a:lnTo>
                    <a:pt x="192600" y="20205"/>
                  </a:lnTo>
                  <a:lnTo>
                    <a:pt x="192045" y="19371"/>
                  </a:lnTo>
                  <a:lnTo>
                    <a:pt x="191449" y="18577"/>
                  </a:lnTo>
                  <a:lnTo>
                    <a:pt x="190854" y="17783"/>
                  </a:lnTo>
                  <a:lnTo>
                    <a:pt x="190219" y="17029"/>
                  </a:lnTo>
                  <a:lnTo>
                    <a:pt x="189544" y="16315"/>
                  </a:lnTo>
                  <a:lnTo>
                    <a:pt x="188829" y="15600"/>
                  </a:lnTo>
                  <a:lnTo>
                    <a:pt x="188115" y="14925"/>
                  </a:lnTo>
                  <a:lnTo>
                    <a:pt x="187361" y="14251"/>
                  </a:lnTo>
                  <a:lnTo>
                    <a:pt x="186606" y="13655"/>
                  </a:lnTo>
                  <a:lnTo>
                    <a:pt x="185773" y="13060"/>
                  </a:lnTo>
                  <a:lnTo>
                    <a:pt x="184979" y="12464"/>
                  </a:lnTo>
                  <a:lnTo>
                    <a:pt x="184145" y="11948"/>
                  </a:lnTo>
                  <a:lnTo>
                    <a:pt x="183272" y="11432"/>
                  </a:lnTo>
                  <a:lnTo>
                    <a:pt x="182359" y="10956"/>
                  </a:lnTo>
                  <a:lnTo>
                    <a:pt x="181486" y="10519"/>
                  </a:lnTo>
                  <a:lnTo>
                    <a:pt x="180533" y="10122"/>
                  </a:lnTo>
                  <a:lnTo>
                    <a:pt x="179620" y="9765"/>
                  </a:lnTo>
                  <a:lnTo>
                    <a:pt x="178668" y="9408"/>
                  </a:lnTo>
                  <a:lnTo>
                    <a:pt x="178628" y="9249"/>
                  </a:lnTo>
                  <a:lnTo>
                    <a:pt x="171205" y="7780"/>
                  </a:lnTo>
                  <a:lnTo>
                    <a:pt x="163742" y="6272"/>
                  </a:lnTo>
                  <a:lnTo>
                    <a:pt x="156319" y="4883"/>
                  </a:lnTo>
                  <a:lnTo>
                    <a:pt x="152588" y="4208"/>
                  </a:lnTo>
                  <a:lnTo>
                    <a:pt x="148857" y="3573"/>
                  </a:lnTo>
                  <a:lnTo>
                    <a:pt x="145165" y="2977"/>
                  </a:lnTo>
                  <a:lnTo>
                    <a:pt x="141434" y="2421"/>
                  </a:lnTo>
                  <a:lnTo>
                    <a:pt x="137702" y="1945"/>
                  </a:lnTo>
                  <a:lnTo>
                    <a:pt x="133971" y="1469"/>
                  </a:lnTo>
                  <a:lnTo>
                    <a:pt x="130240" y="1072"/>
                  </a:lnTo>
                  <a:lnTo>
                    <a:pt x="126548" y="754"/>
                  </a:lnTo>
                  <a:lnTo>
                    <a:pt x="122817" y="476"/>
                  </a:lnTo>
                  <a:lnTo>
                    <a:pt x="119086" y="318"/>
                  </a:lnTo>
                  <a:lnTo>
                    <a:pt x="112456" y="119"/>
                  </a:lnTo>
                  <a:lnTo>
                    <a:pt x="109122" y="40"/>
                  </a:lnTo>
                  <a:lnTo>
                    <a:pt x="105827" y="40"/>
                  </a:lnTo>
                  <a:lnTo>
                    <a:pt x="1024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2">
              <a:extLst>
                <a:ext uri="{FF2B5EF4-FFF2-40B4-BE49-F238E27FC236}">
                  <a16:creationId xmlns:a16="http://schemas.microsoft.com/office/drawing/2014/main" id="{4AA1237F-2405-9B1C-DE2A-18F701FAD279}"/>
                </a:ext>
              </a:extLst>
            </p:cNvPr>
            <p:cNvSpPr/>
            <p:nvPr/>
          </p:nvSpPr>
          <p:spPr>
            <a:xfrm>
              <a:off x="5749603" y="4217519"/>
              <a:ext cx="1937322" cy="185311"/>
            </a:xfrm>
            <a:custGeom>
              <a:avLst/>
              <a:gdLst/>
              <a:ahLst/>
              <a:cxnLst/>
              <a:rect l="l" t="t" r="r" b="b"/>
              <a:pathLst>
                <a:path w="216219" h="20682" extrusionOk="0">
                  <a:moveTo>
                    <a:pt x="5082" y="0"/>
                  </a:moveTo>
                  <a:lnTo>
                    <a:pt x="4566" y="40"/>
                  </a:lnTo>
                  <a:lnTo>
                    <a:pt x="4050" y="119"/>
                  </a:lnTo>
                  <a:lnTo>
                    <a:pt x="3573" y="238"/>
                  </a:lnTo>
                  <a:lnTo>
                    <a:pt x="3097" y="397"/>
                  </a:lnTo>
                  <a:lnTo>
                    <a:pt x="2660" y="635"/>
                  </a:lnTo>
                  <a:lnTo>
                    <a:pt x="2263" y="873"/>
                  </a:lnTo>
                  <a:lnTo>
                    <a:pt x="1866" y="1151"/>
                  </a:lnTo>
                  <a:lnTo>
                    <a:pt x="1509" y="1508"/>
                  </a:lnTo>
                  <a:lnTo>
                    <a:pt x="1192" y="1866"/>
                  </a:lnTo>
                  <a:lnTo>
                    <a:pt x="874" y="2263"/>
                  </a:lnTo>
                  <a:lnTo>
                    <a:pt x="636" y="2660"/>
                  </a:lnTo>
                  <a:lnTo>
                    <a:pt x="398" y="3096"/>
                  </a:lnTo>
                  <a:lnTo>
                    <a:pt x="239" y="3573"/>
                  </a:lnTo>
                  <a:lnTo>
                    <a:pt x="120" y="4049"/>
                  </a:lnTo>
                  <a:lnTo>
                    <a:pt x="40" y="4565"/>
                  </a:lnTo>
                  <a:lnTo>
                    <a:pt x="1" y="5081"/>
                  </a:lnTo>
                  <a:lnTo>
                    <a:pt x="1" y="15600"/>
                  </a:lnTo>
                  <a:lnTo>
                    <a:pt x="40" y="16116"/>
                  </a:lnTo>
                  <a:lnTo>
                    <a:pt x="120" y="16632"/>
                  </a:lnTo>
                  <a:lnTo>
                    <a:pt x="239" y="17109"/>
                  </a:lnTo>
                  <a:lnTo>
                    <a:pt x="398" y="17585"/>
                  </a:lnTo>
                  <a:lnTo>
                    <a:pt x="636" y="18022"/>
                  </a:lnTo>
                  <a:lnTo>
                    <a:pt x="874" y="18458"/>
                  </a:lnTo>
                  <a:lnTo>
                    <a:pt x="1192" y="18815"/>
                  </a:lnTo>
                  <a:lnTo>
                    <a:pt x="1509" y="19173"/>
                  </a:lnTo>
                  <a:lnTo>
                    <a:pt x="1866" y="19530"/>
                  </a:lnTo>
                  <a:lnTo>
                    <a:pt x="2263" y="19808"/>
                  </a:lnTo>
                  <a:lnTo>
                    <a:pt x="2660" y="20046"/>
                  </a:lnTo>
                  <a:lnTo>
                    <a:pt x="3097" y="20284"/>
                  </a:lnTo>
                  <a:lnTo>
                    <a:pt x="3573" y="20443"/>
                  </a:lnTo>
                  <a:lnTo>
                    <a:pt x="4050" y="20562"/>
                  </a:lnTo>
                  <a:lnTo>
                    <a:pt x="4566" y="20641"/>
                  </a:lnTo>
                  <a:lnTo>
                    <a:pt x="5082" y="20681"/>
                  </a:lnTo>
                  <a:lnTo>
                    <a:pt x="211177" y="20681"/>
                  </a:lnTo>
                  <a:lnTo>
                    <a:pt x="211693" y="20641"/>
                  </a:lnTo>
                  <a:lnTo>
                    <a:pt x="212170" y="20562"/>
                  </a:lnTo>
                  <a:lnTo>
                    <a:pt x="212646" y="20443"/>
                  </a:lnTo>
                  <a:lnTo>
                    <a:pt x="213122" y="20284"/>
                  </a:lnTo>
                  <a:lnTo>
                    <a:pt x="213559" y="20046"/>
                  </a:lnTo>
                  <a:lnTo>
                    <a:pt x="213996" y="19808"/>
                  </a:lnTo>
                  <a:lnTo>
                    <a:pt x="214393" y="19530"/>
                  </a:lnTo>
                  <a:lnTo>
                    <a:pt x="214750" y="19173"/>
                  </a:lnTo>
                  <a:lnTo>
                    <a:pt x="215067" y="18815"/>
                  </a:lnTo>
                  <a:lnTo>
                    <a:pt x="215345" y="18458"/>
                  </a:lnTo>
                  <a:lnTo>
                    <a:pt x="215623" y="18022"/>
                  </a:lnTo>
                  <a:lnTo>
                    <a:pt x="215822" y="17585"/>
                  </a:lnTo>
                  <a:lnTo>
                    <a:pt x="215980" y="17109"/>
                  </a:lnTo>
                  <a:lnTo>
                    <a:pt x="216100" y="16632"/>
                  </a:lnTo>
                  <a:lnTo>
                    <a:pt x="216179" y="16116"/>
                  </a:lnTo>
                  <a:lnTo>
                    <a:pt x="216219" y="15600"/>
                  </a:lnTo>
                  <a:lnTo>
                    <a:pt x="216219" y="5081"/>
                  </a:lnTo>
                  <a:lnTo>
                    <a:pt x="216179" y="4565"/>
                  </a:lnTo>
                  <a:lnTo>
                    <a:pt x="216100" y="4049"/>
                  </a:lnTo>
                  <a:lnTo>
                    <a:pt x="215980" y="3573"/>
                  </a:lnTo>
                  <a:lnTo>
                    <a:pt x="215822" y="3096"/>
                  </a:lnTo>
                  <a:lnTo>
                    <a:pt x="215623" y="2660"/>
                  </a:lnTo>
                  <a:lnTo>
                    <a:pt x="215345" y="2263"/>
                  </a:lnTo>
                  <a:lnTo>
                    <a:pt x="215067" y="1866"/>
                  </a:lnTo>
                  <a:lnTo>
                    <a:pt x="214750" y="1508"/>
                  </a:lnTo>
                  <a:lnTo>
                    <a:pt x="214393" y="1151"/>
                  </a:lnTo>
                  <a:lnTo>
                    <a:pt x="213996" y="873"/>
                  </a:lnTo>
                  <a:lnTo>
                    <a:pt x="213559" y="635"/>
                  </a:lnTo>
                  <a:lnTo>
                    <a:pt x="213122" y="397"/>
                  </a:lnTo>
                  <a:lnTo>
                    <a:pt x="212646" y="238"/>
                  </a:lnTo>
                  <a:lnTo>
                    <a:pt x="212170" y="119"/>
                  </a:lnTo>
                  <a:lnTo>
                    <a:pt x="211693" y="40"/>
                  </a:lnTo>
                  <a:lnTo>
                    <a:pt x="2111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2">
              <a:extLst>
                <a:ext uri="{FF2B5EF4-FFF2-40B4-BE49-F238E27FC236}">
                  <a16:creationId xmlns:a16="http://schemas.microsoft.com/office/drawing/2014/main" id="{9BCD87DB-1707-3410-66E5-A52901B854A0}"/>
                </a:ext>
              </a:extLst>
            </p:cNvPr>
            <p:cNvSpPr/>
            <p:nvPr/>
          </p:nvSpPr>
          <p:spPr>
            <a:xfrm>
              <a:off x="7240198" y="3826989"/>
              <a:ext cx="258586" cy="258586"/>
            </a:xfrm>
            <a:custGeom>
              <a:avLst/>
              <a:gdLst/>
              <a:ahLst/>
              <a:cxnLst/>
              <a:rect l="l" t="t" r="r" b="b"/>
              <a:pathLst>
                <a:path w="28860" h="28860" extrusionOk="0">
                  <a:moveTo>
                    <a:pt x="13696" y="1"/>
                  </a:moveTo>
                  <a:lnTo>
                    <a:pt x="12941" y="41"/>
                  </a:lnTo>
                  <a:lnTo>
                    <a:pt x="12227" y="160"/>
                  </a:lnTo>
                  <a:lnTo>
                    <a:pt x="11512" y="279"/>
                  </a:lnTo>
                  <a:lnTo>
                    <a:pt x="10838" y="438"/>
                  </a:lnTo>
                  <a:lnTo>
                    <a:pt x="10123" y="636"/>
                  </a:lnTo>
                  <a:lnTo>
                    <a:pt x="9488" y="874"/>
                  </a:lnTo>
                  <a:lnTo>
                    <a:pt x="8813" y="1112"/>
                  </a:lnTo>
                  <a:lnTo>
                    <a:pt x="8178" y="1390"/>
                  </a:lnTo>
                  <a:lnTo>
                    <a:pt x="7543" y="1708"/>
                  </a:lnTo>
                  <a:lnTo>
                    <a:pt x="6947" y="2065"/>
                  </a:lnTo>
                  <a:lnTo>
                    <a:pt x="6352" y="2462"/>
                  </a:lnTo>
                  <a:lnTo>
                    <a:pt x="5796" y="2859"/>
                  </a:lnTo>
                  <a:lnTo>
                    <a:pt x="5241" y="3296"/>
                  </a:lnTo>
                  <a:lnTo>
                    <a:pt x="4725" y="3732"/>
                  </a:lnTo>
                  <a:lnTo>
                    <a:pt x="4209" y="4209"/>
                  </a:lnTo>
                  <a:lnTo>
                    <a:pt x="3732" y="4725"/>
                  </a:lnTo>
                  <a:lnTo>
                    <a:pt x="3296" y="5241"/>
                  </a:lnTo>
                  <a:lnTo>
                    <a:pt x="2859" y="5796"/>
                  </a:lnTo>
                  <a:lnTo>
                    <a:pt x="2462" y="6352"/>
                  </a:lnTo>
                  <a:lnTo>
                    <a:pt x="2105" y="6948"/>
                  </a:lnTo>
                  <a:lnTo>
                    <a:pt x="1747" y="7543"/>
                  </a:lnTo>
                  <a:lnTo>
                    <a:pt x="1430" y="8138"/>
                  </a:lnTo>
                  <a:lnTo>
                    <a:pt x="1152" y="8813"/>
                  </a:lnTo>
                  <a:lnTo>
                    <a:pt x="874" y="9448"/>
                  </a:lnTo>
                  <a:lnTo>
                    <a:pt x="636" y="10123"/>
                  </a:lnTo>
                  <a:lnTo>
                    <a:pt x="438" y="10798"/>
                  </a:lnTo>
                  <a:lnTo>
                    <a:pt x="279" y="11512"/>
                  </a:lnTo>
                  <a:lnTo>
                    <a:pt x="160" y="12227"/>
                  </a:lnTo>
                  <a:lnTo>
                    <a:pt x="80" y="12941"/>
                  </a:lnTo>
                  <a:lnTo>
                    <a:pt x="1" y="13656"/>
                  </a:lnTo>
                  <a:lnTo>
                    <a:pt x="1" y="14410"/>
                  </a:lnTo>
                  <a:lnTo>
                    <a:pt x="1" y="15164"/>
                  </a:lnTo>
                  <a:lnTo>
                    <a:pt x="80" y="15879"/>
                  </a:lnTo>
                  <a:lnTo>
                    <a:pt x="160" y="16593"/>
                  </a:lnTo>
                  <a:lnTo>
                    <a:pt x="279" y="17308"/>
                  </a:lnTo>
                  <a:lnTo>
                    <a:pt x="438" y="18022"/>
                  </a:lnTo>
                  <a:lnTo>
                    <a:pt x="636" y="18697"/>
                  </a:lnTo>
                  <a:lnTo>
                    <a:pt x="874" y="19372"/>
                  </a:lnTo>
                  <a:lnTo>
                    <a:pt x="1152" y="20047"/>
                  </a:lnTo>
                  <a:lnTo>
                    <a:pt x="1430" y="20682"/>
                  </a:lnTo>
                  <a:lnTo>
                    <a:pt x="1747" y="21277"/>
                  </a:lnTo>
                  <a:lnTo>
                    <a:pt x="2105" y="21913"/>
                  </a:lnTo>
                  <a:lnTo>
                    <a:pt x="2462" y="22468"/>
                  </a:lnTo>
                  <a:lnTo>
                    <a:pt x="2859" y="23064"/>
                  </a:lnTo>
                  <a:lnTo>
                    <a:pt x="3296" y="23580"/>
                  </a:lnTo>
                  <a:lnTo>
                    <a:pt x="3732" y="24135"/>
                  </a:lnTo>
                  <a:lnTo>
                    <a:pt x="4209" y="24612"/>
                  </a:lnTo>
                  <a:lnTo>
                    <a:pt x="4725" y="25088"/>
                  </a:lnTo>
                  <a:lnTo>
                    <a:pt x="5241" y="25564"/>
                  </a:lnTo>
                  <a:lnTo>
                    <a:pt x="5796" y="25961"/>
                  </a:lnTo>
                  <a:lnTo>
                    <a:pt x="6352" y="26398"/>
                  </a:lnTo>
                  <a:lnTo>
                    <a:pt x="6947" y="26755"/>
                  </a:lnTo>
                  <a:lnTo>
                    <a:pt x="7543" y="27113"/>
                  </a:lnTo>
                  <a:lnTo>
                    <a:pt x="8178" y="27430"/>
                  </a:lnTo>
                  <a:lnTo>
                    <a:pt x="8813" y="27708"/>
                  </a:lnTo>
                  <a:lnTo>
                    <a:pt x="9488" y="27986"/>
                  </a:lnTo>
                  <a:lnTo>
                    <a:pt x="10123" y="28184"/>
                  </a:lnTo>
                  <a:lnTo>
                    <a:pt x="10838" y="28383"/>
                  </a:lnTo>
                  <a:lnTo>
                    <a:pt x="11512" y="28542"/>
                  </a:lnTo>
                  <a:lnTo>
                    <a:pt x="12227" y="28661"/>
                  </a:lnTo>
                  <a:lnTo>
                    <a:pt x="12941" y="28780"/>
                  </a:lnTo>
                  <a:lnTo>
                    <a:pt x="13696" y="28819"/>
                  </a:lnTo>
                  <a:lnTo>
                    <a:pt x="14450" y="28859"/>
                  </a:lnTo>
                  <a:lnTo>
                    <a:pt x="15164" y="28819"/>
                  </a:lnTo>
                  <a:lnTo>
                    <a:pt x="15919" y="28780"/>
                  </a:lnTo>
                  <a:lnTo>
                    <a:pt x="16633" y="28661"/>
                  </a:lnTo>
                  <a:lnTo>
                    <a:pt x="17348" y="28542"/>
                  </a:lnTo>
                  <a:lnTo>
                    <a:pt x="18022" y="28383"/>
                  </a:lnTo>
                  <a:lnTo>
                    <a:pt x="18737" y="28184"/>
                  </a:lnTo>
                  <a:lnTo>
                    <a:pt x="19412" y="27986"/>
                  </a:lnTo>
                  <a:lnTo>
                    <a:pt x="20047" y="27708"/>
                  </a:lnTo>
                  <a:lnTo>
                    <a:pt x="20682" y="27430"/>
                  </a:lnTo>
                  <a:lnTo>
                    <a:pt x="21317" y="27113"/>
                  </a:lnTo>
                  <a:lnTo>
                    <a:pt x="21912" y="26755"/>
                  </a:lnTo>
                  <a:lnTo>
                    <a:pt x="22508" y="26398"/>
                  </a:lnTo>
                  <a:lnTo>
                    <a:pt x="23064" y="25961"/>
                  </a:lnTo>
                  <a:lnTo>
                    <a:pt x="23619" y="25564"/>
                  </a:lnTo>
                  <a:lnTo>
                    <a:pt x="24135" y="25088"/>
                  </a:lnTo>
                  <a:lnTo>
                    <a:pt x="24651" y="24612"/>
                  </a:lnTo>
                  <a:lnTo>
                    <a:pt x="25128" y="24135"/>
                  </a:lnTo>
                  <a:lnTo>
                    <a:pt x="25564" y="23580"/>
                  </a:lnTo>
                  <a:lnTo>
                    <a:pt x="26001" y="23064"/>
                  </a:lnTo>
                  <a:lnTo>
                    <a:pt x="26398" y="22468"/>
                  </a:lnTo>
                  <a:lnTo>
                    <a:pt x="26755" y="21913"/>
                  </a:lnTo>
                  <a:lnTo>
                    <a:pt x="27112" y="21277"/>
                  </a:lnTo>
                  <a:lnTo>
                    <a:pt x="27430" y="20682"/>
                  </a:lnTo>
                  <a:lnTo>
                    <a:pt x="27708" y="20047"/>
                  </a:lnTo>
                  <a:lnTo>
                    <a:pt x="27986" y="19372"/>
                  </a:lnTo>
                  <a:lnTo>
                    <a:pt x="28224" y="18697"/>
                  </a:lnTo>
                  <a:lnTo>
                    <a:pt x="28422" y="18022"/>
                  </a:lnTo>
                  <a:lnTo>
                    <a:pt x="28581" y="17308"/>
                  </a:lnTo>
                  <a:lnTo>
                    <a:pt x="28700" y="16593"/>
                  </a:lnTo>
                  <a:lnTo>
                    <a:pt x="28780" y="15879"/>
                  </a:lnTo>
                  <a:lnTo>
                    <a:pt x="28859" y="15164"/>
                  </a:lnTo>
                  <a:lnTo>
                    <a:pt x="28859" y="14410"/>
                  </a:lnTo>
                  <a:lnTo>
                    <a:pt x="28859" y="13656"/>
                  </a:lnTo>
                  <a:lnTo>
                    <a:pt x="28780" y="12941"/>
                  </a:lnTo>
                  <a:lnTo>
                    <a:pt x="28700" y="12227"/>
                  </a:lnTo>
                  <a:lnTo>
                    <a:pt x="28581" y="11512"/>
                  </a:lnTo>
                  <a:lnTo>
                    <a:pt x="28422" y="10798"/>
                  </a:lnTo>
                  <a:lnTo>
                    <a:pt x="28224" y="10123"/>
                  </a:lnTo>
                  <a:lnTo>
                    <a:pt x="27986" y="9448"/>
                  </a:lnTo>
                  <a:lnTo>
                    <a:pt x="27708" y="8813"/>
                  </a:lnTo>
                  <a:lnTo>
                    <a:pt x="27430" y="8138"/>
                  </a:lnTo>
                  <a:lnTo>
                    <a:pt x="27112" y="7543"/>
                  </a:lnTo>
                  <a:lnTo>
                    <a:pt x="26755" y="6948"/>
                  </a:lnTo>
                  <a:lnTo>
                    <a:pt x="26398" y="6352"/>
                  </a:lnTo>
                  <a:lnTo>
                    <a:pt x="26001" y="5796"/>
                  </a:lnTo>
                  <a:lnTo>
                    <a:pt x="25564" y="5241"/>
                  </a:lnTo>
                  <a:lnTo>
                    <a:pt x="25128" y="4725"/>
                  </a:lnTo>
                  <a:lnTo>
                    <a:pt x="24651" y="4209"/>
                  </a:lnTo>
                  <a:lnTo>
                    <a:pt x="24135" y="3732"/>
                  </a:lnTo>
                  <a:lnTo>
                    <a:pt x="23619" y="3296"/>
                  </a:lnTo>
                  <a:lnTo>
                    <a:pt x="23064" y="2859"/>
                  </a:lnTo>
                  <a:lnTo>
                    <a:pt x="22508" y="2462"/>
                  </a:lnTo>
                  <a:lnTo>
                    <a:pt x="21912" y="2065"/>
                  </a:lnTo>
                  <a:lnTo>
                    <a:pt x="21317" y="1708"/>
                  </a:lnTo>
                  <a:lnTo>
                    <a:pt x="20682" y="1390"/>
                  </a:lnTo>
                  <a:lnTo>
                    <a:pt x="20047" y="1112"/>
                  </a:lnTo>
                  <a:lnTo>
                    <a:pt x="19412" y="874"/>
                  </a:lnTo>
                  <a:lnTo>
                    <a:pt x="18737" y="636"/>
                  </a:lnTo>
                  <a:lnTo>
                    <a:pt x="18022" y="438"/>
                  </a:lnTo>
                  <a:lnTo>
                    <a:pt x="17348" y="279"/>
                  </a:lnTo>
                  <a:lnTo>
                    <a:pt x="16633" y="160"/>
                  </a:lnTo>
                  <a:lnTo>
                    <a:pt x="15919" y="41"/>
                  </a:lnTo>
                  <a:lnTo>
                    <a:pt x="151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2">
              <a:extLst>
                <a:ext uri="{FF2B5EF4-FFF2-40B4-BE49-F238E27FC236}">
                  <a16:creationId xmlns:a16="http://schemas.microsoft.com/office/drawing/2014/main" id="{DBF886E7-C6A8-2658-F22C-03DB1C15FC12}"/>
                </a:ext>
              </a:extLst>
            </p:cNvPr>
            <p:cNvSpPr/>
            <p:nvPr/>
          </p:nvSpPr>
          <p:spPr>
            <a:xfrm>
              <a:off x="7240198" y="3826989"/>
              <a:ext cx="258586" cy="258586"/>
            </a:xfrm>
            <a:custGeom>
              <a:avLst/>
              <a:gdLst/>
              <a:ahLst/>
              <a:cxnLst/>
              <a:rect l="l" t="t" r="r" b="b"/>
              <a:pathLst>
                <a:path w="28860" h="28860" fill="none" extrusionOk="0">
                  <a:moveTo>
                    <a:pt x="1" y="14410"/>
                  </a:moveTo>
                  <a:lnTo>
                    <a:pt x="1" y="14410"/>
                  </a:lnTo>
                  <a:lnTo>
                    <a:pt x="1" y="15164"/>
                  </a:lnTo>
                  <a:lnTo>
                    <a:pt x="80" y="15879"/>
                  </a:lnTo>
                  <a:lnTo>
                    <a:pt x="160" y="16593"/>
                  </a:lnTo>
                  <a:lnTo>
                    <a:pt x="279" y="17308"/>
                  </a:lnTo>
                  <a:lnTo>
                    <a:pt x="438" y="18022"/>
                  </a:lnTo>
                  <a:lnTo>
                    <a:pt x="636" y="18697"/>
                  </a:lnTo>
                  <a:lnTo>
                    <a:pt x="874" y="19372"/>
                  </a:lnTo>
                  <a:lnTo>
                    <a:pt x="1152" y="20047"/>
                  </a:lnTo>
                  <a:lnTo>
                    <a:pt x="1430" y="20682"/>
                  </a:lnTo>
                  <a:lnTo>
                    <a:pt x="1747" y="21277"/>
                  </a:lnTo>
                  <a:lnTo>
                    <a:pt x="2105" y="21913"/>
                  </a:lnTo>
                  <a:lnTo>
                    <a:pt x="2462" y="22468"/>
                  </a:lnTo>
                  <a:lnTo>
                    <a:pt x="2859" y="23064"/>
                  </a:lnTo>
                  <a:lnTo>
                    <a:pt x="3296" y="23580"/>
                  </a:lnTo>
                  <a:lnTo>
                    <a:pt x="3732" y="24135"/>
                  </a:lnTo>
                  <a:lnTo>
                    <a:pt x="4209" y="24612"/>
                  </a:lnTo>
                  <a:lnTo>
                    <a:pt x="4725" y="25088"/>
                  </a:lnTo>
                  <a:lnTo>
                    <a:pt x="5241" y="25564"/>
                  </a:lnTo>
                  <a:lnTo>
                    <a:pt x="5796" y="25961"/>
                  </a:lnTo>
                  <a:lnTo>
                    <a:pt x="6352" y="26398"/>
                  </a:lnTo>
                  <a:lnTo>
                    <a:pt x="6947" y="26755"/>
                  </a:lnTo>
                  <a:lnTo>
                    <a:pt x="7543" y="27113"/>
                  </a:lnTo>
                  <a:lnTo>
                    <a:pt x="8178" y="27430"/>
                  </a:lnTo>
                  <a:lnTo>
                    <a:pt x="8813" y="27708"/>
                  </a:lnTo>
                  <a:lnTo>
                    <a:pt x="9488" y="27986"/>
                  </a:lnTo>
                  <a:lnTo>
                    <a:pt x="10123" y="28184"/>
                  </a:lnTo>
                  <a:lnTo>
                    <a:pt x="10838" y="28383"/>
                  </a:lnTo>
                  <a:lnTo>
                    <a:pt x="11512" y="28542"/>
                  </a:lnTo>
                  <a:lnTo>
                    <a:pt x="12227" y="28661"/>
                  </a:lnTo>
                  <a:lnTo>
                    <a:pt x="12941" y="28780"/>
                  </a:lnTo>
                  <a:lnTo>
                    <a:pt x="13696" y="28819"/>
                  </a:lnTo>
                  <a:lnTo>
                    <a:pt x="14450" y="28859"/>
                  </a:lnTo>
                  <a:lnTo>
                    <a:pt x="14450" y="28859"/>
                  </a:lnTo>
                  <a:lnTo>
                    <a:pt x="15164" y="28819"/>
                  </a:lnTo>
                  <a:lnTo>
                    <a:pt x="15919" y="28780"/>
                  </a:lnTo>
                  <a:lnTo>
                    <a:pt x="16633" y="28661"/>
                  </a:lnTo>
                  <a:lnTo>
                    <a:pt x="17348" y="28542"/>
                  </a:lnTo>
                  <a:lnTo>
                    <a:pt x="18022" y="28383"/>
                  </a:lnTo>
                  <a:lnTo>
                    <a:pt x="18737" y="28184"/>
                  </a:lnTo>
                  <a:lnTo>
                    <a:pt x="19412" y="27986"/>
                  </a:lnTo>
                  <a:lnTo>
                    <a:pt x="20047" y="27708"/>
                  </a:lnTo>
                  <a:lnTo>
                    <a:pt x="20682" y="27430"/>
                  </a:lnTo>
                  <a:lnTo>
                    <a:pt x="21317" y="27113"/>
                  </a:lnTo>
                  <a:lnTo>
                    <a:pt x="21912" y="26755"/>
                  </a:lnTo>
                  <a:lnTo>
                    <a:pt x="22508" y="26398"/>
                  </a:lnTo>
                  <a:lnTo>
                    <a:pt x="23064" y="25961"/>
                  </a:lnTo>
                  <a:lnTo>
                    <a:pt x="23619" y="25564"/>
                  </a:lnTo>
                  <a:lnTo>
                    <a:pt x="24135" y="25088"/>
                  </a:lnTo>
                  <a:lnTo>
                    <a:pt x="24651" y="24612"/>
                  </a:lnTo>
                  <a:lnTo>
                    <a:pt x="25128" y="24135"/>
                  </a:lnTo>
                  <a:lnTo>
                    <a:pt x="25564" y="23580"/>
                  </a:lnTo>
                  <a:lnTo>
                    <a:pt x="26001" y="23064"/>
                  </a:lnTo>
                  <a:lnTo>
                    <a:pt x="26398" y="22468"/>
                  </a:lnTo>
                  <a:lnTo>
                    <a:pt x="26755" y="21913"/>
                  </a:lnTo>
                  <a:lnTo>
                    <a:pt x="27112" y="21277"/>
                  </a:lnTo>
                  <a:lnTo>
                    <a:pt x="27430" y="20682"/>
                  </a:lnTo>
                  <a:lnTo>
                    <a:pt x="27708" y="20047"/>
                  </a:lnTo>
                  <a:lnTo>
                    <a:pt x="27986" y="19372"/>
                  </a:lnTo>
                  <a:lnTo>
                    <a:pt x="28224" y="18697"/>
                  </a:lnTo>
                  <a:lnTo>
                    <a:pt x="28422" y="18022"/>
                  </a:lnTo>
                  <a:lnTo>
                    <a:pt x="28581" y="17308"/>
                  </a:lnTo>
                  <a:lnTo>
                    <a:pt x="28700" y="16593"/>
                  </a:lnTo>
                  <a:lnTo>
                    <a:pt x="28780" y="15879"/>
                  </a:lnTo>
                  <a:lnTo>
                    <a:pt x="28859" y="15164"/>
                  </a:lnTo>
                  <a:lnTo>
                    <a:pt x="28859" y="14410"/>
                  </a:lnTo>
                  <a:lnTo>
                    <a:pt x="28859" y="14410"/>
                  </a:lnTo>
                  <a:lnTo>
                    <a:pt x="28859" y="13656"/>
                  </a:lnTo>
                  <a:lnTo>
                    <a:pt x="28780" y="12941"/>
                  </a:lnTo>
                  <a:lnTo>
                    <a:pt x="28700" y="12227"/>
                  </a:lnTo>
                  <a:lnTo>
                    <a:pt x="28581" y="11512"/>
                  </a:lnTo>
                  <a:lnTo>
                    <a:pt x="28422" y="10798"/>
                  </a:lnTo>
                  <a:lnTo>
                    <a:pt x="28224" y="10123"/>
                  </a:lnTo>
                  <a:lnTo>
                    <a:pt x="27986" y="9448"/>
                  </a:lnTo>
                  <a:lnTo>
                    <a:pt x="27708" y="8813"/>
                  </a:lnTo>
                  <a:lnTo>
                    <a:pt x="27430" y="8138"/>
                  </a:lnTo>
                  <a:lnTo>
                    <a:pt x="27112" y="7543"/>
                  </a:lnTo>
                  <a:lnTo>
                    <a:pt x="26755" y="6948"/>
                  </a:lnTo>
                  <a:lnTo>
                    <a:pt x="26398" y="6352"/>
                  </a:lnTo>
                  <a:lnTo>
                    <a:pt x="26001" y="5796"/>
                  </a:lnTo>
                  <a:lnTo>
                    <a:pt x="25564" y="5241"/>
                  </a:lnTo>
                  <a:lnTo>
                    <a:pt x="25128" y="4725"/>
                  </a:lnTo>
                  <a:lnTo>
                    <a:pt x="24651" y="4209"/>
                  </a:lnTo>
                  <a:lnTo>
                    <a:pt x="24135" y="3732"/>
                  </a:lnTo>
                  <a:lnTo>
                    <a:pt x="23619" y="3296"/>
                  </a:lnTo>
                  <a:lnTo>
                    <a:pt x="23064" y="2859"/>
                  </a:lnTo>
                  <a:lnTo>
                    <a:pt x="22508" y="2462"/>
                  </a:lnTo>
                  <a:lnTo>
                    <a:pt x="21912" y="2065"/>
                  </a:lnTo>
                  <a:lnTo>
                    <a:pt x="21317" y="1708"/>
                  </a:lnTo>
                  <a:lnTo>
                    <a:pt x="20682" y="1390"/>
                  </a:lnTo>
                  <a:lnTo>
                    <a:pt x="20047" y="1112"/>
                  </a:lnTo>
                  <a:lnTo>
                    <a:pt x="19412" y="874"/>
                  </a:lnTo>
                  <a:lnTo>
                    <a:pt x="18737" y="636"/>
                  </a:lnTo>
                  <a:lnTo>
                    <a:pt x="18022" y="438"/>
                  </a:lnTo>
                  <a:lnTo>
                    <a:pt x="17348" y="279"/>
                  </a:lnTo>
                  <a:lnTo>
                    <a:pt x="16633" y="160"/>
                  </a:lnTo>
                  <a:lnTo>
                    <a:pt x="15919" y="41"/>
                  </a:lnTo>
                  <a:lnTo>
                    <a:pt x="15164" y="1"/>
                  </a:lnTo>
                  <a:lnTo>
                    <a:pt x="14450" y="1"/>
                  </a:lnTo>
                  <a:lnTo>
                    <a:pt x="14450" y="1"/>
                  </a:lnTo>
                  <a:lnTo>
                    <a:pt x="13696" y="1"/>
                  </a:lnTo>
                  <a:lnTo>
                    <a:pt x="12941" y="41"/>
                  </a:lnTo>
                  <a:lnTo>
                    <a:pt x="12227" y="160"/>
                  </a:lnTo>
                  <a:lnTo>
                    <a:pt x="11512" y="279"/>
                  </a:lnTo>
                  <a:lnTo>
                    <a:pt x="10838" y="438"/>
                  </a:lnTo>
                  <a:lnTo>
                    <a:pt x="10123" y="636"/>
                  </a:lnTo>
                  <a:lnTo>
                    <a:pt x="9488" y="874"/>
                  </a:lnTo>
                  <a:lnTo>
                    <a:pt x="8813" y="1112"/>
                  </a:lnTo>
                  <a:lnTo>
                    <a:pt x="8178" y="1390"/>
                  </a:lnTo>
                  <a:lnTo>
                    <a:pt x="7543" y="1708"/>
                  </a:lnTo>
                  <a:lnTo>
                    <a:pt x="6947" y="2065"/>
                  </a:lnTo>
                  <a:lnTo>
                    <a:pt x="6352" y="2462"/>
                  </a:lnTo>
                  <a:lnTo>
                    <a:pt x="5796" y="2859"/>
                  </a:lnTo>
                  <a:lnTo>
                    <a:pt x="5241" y="3296"/>
                  </a:lnTo>
                  <a:lnTo>
                    <a:pt x="4725" y="3732"/>
                  </a:lnTo>
                  <a:lnTo>
                    <a:pt x="4209" y="4209"/>
                  </a:lnTo>
                  <a:lnTo>
                    <a:pt x="3732" y="4725"/>
                  </a:lnTo>
                  <a:lnTo>
                    <a:pt x="3296" y="5241"/>
                  </a:lnTo>
                  <a:lnTo>
                    <a:pt x="2859" y="5796"/>
                  </a:lnTo>
                  <a:lnTo>
                    <a:pt x="2462" y="6352"/>
                  </a:lnTo>
                  <a:lnTo>
                    <a:pt x="2105" y="6948"/>
                  </a:lnTo>
                  <a:lnTo>
                    <a:pt x="1747" y="7543"/>
                  </a:lnTo>
                  <a:lnTo>
                    <a:pt x="1430" y="8138"/>
                  </a:lnTo>
                  <a:lnTo>
                    <a:pt x="1152" y="8813"/>
                  </a:lnTo>
                  <a:lnTo>
                    <a:pt x="874" y="9448"/>
                  </a:lnTo>
                  <a:lnTo>
                    <a:pt x="636" y="10123"/>
                  </a:lnTo>
                  <a:lnTo>
                    <a:pt x="438" y="10798"/>
                  </a:lnTo>
                  <a:lnTo>
                    <a:pt x="279" y="11512"/>
                  </a:lnTo>
                  <a:lnTo>
                    <a:pt x="160" y="12227"/>
                  </a:lnTo>
                  <a:lnTo>
                    <a:pt x="80" y="12941"/>
                  </a:lnTo>
                  <a:lnTo>
                    <a:pt x="1" y="13656"/>
                  </a:lnTo>
                  <a:lnTo>
                    <a:pt x="1" y="14410"/>
                  </a:lnTo>
                  <a:lnTo>
                    <a:pt x="1" y="14410"/>
                  </a:lnTo>
                  <a:close/>
                </a:path>
              </a:pathLst>
            </a:custGeom>
            <a:solidFill>
              <a:schemeClr val="accent6"/>
            </a:solidFill>
            <a:ln w="381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2">
              <a:extLst>
                <a:ext uri="{FF2B5EF4-FFF2-40B4-BE49-F238E27FC236}">
                  <a16:creationId xmlns:a16="http://schemas.microsoft.com/office/drawing/2014/main" id="{01A85130-C33A-3518-BE9F-2BF6D731E25E}"/>
                </a:ext>
              </a:extLst>
            </p:cNvPr>
            <p:cNvSpPr/>
            <p:nvPr/>
          </p:nvSpPr>
          <p:spPr>
            <a:xfrm>
              <a:off x="5966919" y="3826989"/>
              <a:ext cx="258577" cy="258586"/>
            </a:xfrm>
            <a:custGeom>
              <a:avLst/>
              <a:gdLst/>
              <a:ahLst/>
              <a:cxnLst/>
              <a:rect l="l" t="t" r="r" b="b"/>
              <a:pathLst>
                <a:path w="28859" h="28860" extrusionOk="0">
                  <a:moveTo>
                    <a:pt x="13695" y="1"/>
                  </a:moveTo>
                  <a:lnTo>
                    <a:pt x="12980" y="41"/>
                  </a:lnTo>
                  <a:lnTo>
                    <a:pt x="12266" y="160"/>
                  </a:lnTo>
                  <a:lnTo>
                    <a:pt x="11551" y="279"/>
                  </a:lnTo>
                  <a:lnTo>
                    <a:pt x="10837" y="438"/>
                  </a:lnTo>
                  <a:lnTo>
                    <a:pt x="10162" y="636"/>
                  </a:lnTo>
                  <a:lnTo>
                    <a:pt x="9487" y="874"/>
                  </a:lnTo>
                  <a:lnTo>
                    <a:pt x="8813" y="1112"/>
                  </a:lnTo>
                  <a:lnTo>
                    <a:pt x="8177" y="1390"/>
                  </a:lnTo>
                  <a:lnTo>
                    <a:pt x="7582" y="1708"/>
                  </a:lnTo>
                  <a:lnTo>
                    <a:pt x="6947" y="2065"/>
                  </a:lnTo>
                  <a:lnTo>
                    <a:pt x="6391" y="2462"/>
                  </a:lnTo>
                  <a:lnTo>
                    <a:pt x="5796" y="2859"/>
                  </a:lnTo>
                  <a:lnTo>
                    <a:pt x="5280" y="3296"/>
                  </a:lnTo>
                  <a:lnTo>
                    <a:pt x="4724" y="3732"/>
                  </a:lnTo>
                  <a:lnTo>
                    <a:pt x="4248" y="4209"/>
                  </a:lnTo>
                  <a:lnTo>
                    <a:pt x="3771" y="4725"/>
                  </a:lnTo>
                  <a:lnTo>
                    <a:pt x="3295" y="5241"/>
                  </a:lnTo>
                  <a:lnTo>
                    <a:pt x="2898" y="5796"/>
                  </a:lnTo>
                  <a:lnTo>
                    <a:pt x="2461" y="6352"/>
                  </a:lnTo>
                  <a:lnTo>
                    <a:pt x="2104" y="6948"/>
                  </a:lnTo>
                  <a:lnTo>
                    <a:pt x="1747" y="7543"/>
                  </a:lnTo>
                  <a:lnTo>
                    <a:pt x="1429" y="8138"/>
                  </a:lnTo>
                  <a:lnTo>
                    <a:pt x="1151" y="8813"/>
                  </a:lnTo>
                  <a:lnTo>
                    <a:pt x="874" y="9448"/>
                  </a:lnTo>
                  <a:lnTo>
                    <a:pt x="675" y="10123"/>
                  </a:lnTo>
                  <a:lnTo>
                    <a:pt x="477" y="10798"/>
                  </a:lnTo>
                  <a:lnTo>
                    <a:pt x="318" y="11512"/>
                  </a:lnTo>
                  <a:lnTo>
                    <a:pt x="199" y="12227"/>
                  </a:lnTo>
                  <a:lnTo>
                    <a:pt x="80" y="12941"/>
                  </a:lnTo>
                  <a:lnTo>
                    <a:pt x="40" y="13656"/>
                  </a:lnTo>
                  <a:lnTo>
                    <a:pt x="0" y="14410"/>
                  </a:lnTo>
                  <a:lnTo>
                    <a:pt x="40" y="15164"/>
                  </a:lnTo>
                  <a:lnTo>
                    <a:pt x="80" y="15879"/>
                  </a:lnTo>
                  <a:lnTo>
                    <a:pt x="199" y="16593"/>
                  </a:lnTo>
                  <a:lnTo>
                    <a:pt x="318" y="17308"/>
                  </a:lnTo>
                  <a:lnTo>
                    <a:pt x="477" y="18022"/>
                  </a:lnTo>
                  <a:lnTo>
                    <a:pt x="675" y="18697"/>
                  </a:lnTo>
                  <a:lnTo>
                    <a:pt x="874" y="19372"/>
                  </a:lnTo>
                  <a:lnTo>
                    <a:pt x="1151" y="20047"/>
                  </a:lnTo>
                  <a:lnTo>
                    <a:pt x="1429" y="20682"/>
                  </a:lnTo>
                  <a:lnTo>
                    <a:pt x="1747" y="21277"/>
                  </a:lnTo>
                  <a:lnTo>
                    <a:pt x="2104" y="21913"/>
                  </a:lnTo>
                  <a:lnTo>
                    <a:pt x="2461" y="22468"/>
                  </a:lnTo>
                  <a:lnTo>
                    <a:pt x="2898" y="23064"/>
                  </a:lnTo>
                  <a:lnTo>
                    <a:pt x="3295" y="23580"/>
                  </a:lnTo>
                  <a:lnTo>
                    <a:pt x="3771" y="24135"/>
                  </a:lnTo>
                  <a:lnTo>
                    <a:pt x="4248" y="24612"/>
                  </a:lnTo>
                  <a:lnTo>
                    <a:pt x="4724" y="25088"/>
                  </a:lnTo>
                  <a:lnTo>
                    <a:pt x="5280" y="25564"/>
                  </a:lnTo>
                  <a:lnTo>
                    <a:pt x="5796" y="25961"/>
                  </a:lnTo>
                  <a:lnTo>
                    <a:pt x="6391" y="26398"/>
                  </a:lnTo>
                  <a:lnTo>
                    <a:pt x="6947" y="26755"/>
                  </a:lnTo>
                  <a:lnTo>
                    <a:pt x="7582" y="27113"/>
                  </a:lnTo>
                  <a:lnTo>
                    <a:pt x="8177" y="27430"/>
                  </a:lnTo>
                  <a:lnTo>
                    <a:pt x="8813" y="27708"/>
                  </a:lnTo>
                  <a:lnTo>
                    <a:pt x="9487" y="27986"/>
                  </a:lnTo>
                  <a:lnTo>
                    <a:pt x="10162" y="28184"/>
                  </a:lnTo>
                  <a:lnTo>
                    <a:pt x="10837" y="28383"/>
                  </a:lnTo>
                  <a:lnTo>
                    <a:pt x="11551" y="28542"/>
                  </a:lnTo>
                  <a:lnTo>
                    <a:pt x="12266" y="28661"/>
                  </a:lnTo>
                  <a:lnTo>
                    <a:pt x="12980" y="28780"/>
                  </a:lnTo>
                  <a:lnTo>
                    <a:pt x="13695" y="28819"/>
                  </a:lnTo>
                  <a:lnTo>
                    <a:pt x="14449" y="28859"/>
                  </a:lnTo>
                  <a:lnTo>
                    <a:pt x="15203" y="28819"/>
                  </a:lnTo>
                  <a:lnTo>
                    <a:pt x="15918" y="28780"/>
                  </a:lnTo>
                  <a:lnTo>
                    <a:pt x="16632" y="28661"/>
                  </a:lnTo>
                  <a:lnTo>
                    <a:pt x="17347" y="28542"/>
                  </a:lnTo>
                  <a:lnTo>
                    <a:pt x="18061" y="28383"/>
                  </a:lnTo>
                  <a:lnTo>
                    <a:pt x="18736" y="28184"/>
                  </a:lnTo>
                  <a:lnTo>
                    <a:pt x="19411" y="27986"/>
                  </a:lnTo>
                  <a:lnTo>
                    <a:pt x="20046" y="27708"/>
                  </a:lnTo>
                  <a:lnTo>
                    <a:pt x="20681" y="27430"/>
                  </a:lnTo>
                  <a:lnTo>
                    <a:pt x="21316" y="27113"/>
                  </a:lnTo>
                  <a:lnTo>
                    <a:pt x="21912" y="26755"/>
                  </a:lnTo>
                  <a:lnTo>
                    <a:pt x="22507" y="26398"/>
                  </a:lnTo>
                  <a:lnTo>
                    <a:pt x="23063" y="25961"/>
                  </a:lnTo>
                  <a:lnTo>
                    <a:pt x="23619" y="25564"/>
                  </a:lnTo>
                  <a:lnTo>
                    <a:pt x="24135" y="25088"/>
                  </a:lnTo>
                  <a:lnTo>
                    <a:pt x="24651" y="24612"/>
                  </a:lnTo>
                  <a:lnTo>
                    <a:pt x="25127" y="24135"/>
                  </a:lnTo>
                  <a:lnTo>
                    <a:pt x="25564" y="23580"/>
                  </a:lnTo>
                  <a:lnTo>
                    <a:pt x="26000" y="23064"/>
                  </a:lnTo>
                  <a:lnTo>
                    <a:pt x="26397" y="22468"/>
                  </a:lnTo>
                  <a:lnTo>
                    <a:pt x="26794" y="21913"/>
                  </a:lnTo>
                  <a:lnTo>
                    <a:pt x="27152" y="21277"/>
                  </a:lnTo>
                  <a:lnTo>
                    <a:pt x="27469" y="20682"/>
                  </a:lnTo>
                  <a:lnTo>
                    <a:pt x="27747" y="20047"/>
                  </a:lnTo>
                  <a:lnTo>
                    <a:pt x="27985" y="19372"/>
                  </a:lnTo>
                  <a:lnTo>
                    <a:pt x="28223" y="18697"/>
                  </a:lnTo>
                  <a:lnTo>
                    <a:pt x="28422" y="18022"/>
                  </a:lnTo>
                  <a:lnTo>
                    <a:pt x="28581" y="17308"/>
                  </a:lnTo>
                  <a:lnTo>
                    <a:pt x="28700" y="16593"/>
                  </a:lnTo>
                  <a:lnTo>
                    <a:pt x="28819" y="15879"/>
                  </a:lnTo>
                  <a:lnTo>
                    <a:pt x="28858" y="15164"/>
                  </a:lnTo>
                  <a:lnTo>
                    <a:pt x="28858" y="14410"/>
                  </a:lnTo>
                  <a:lnTo>
                    <a:pt x="28858" y="13656"/>
                  </a:lnTo>
                  <a:lnTo>
                    <a:pt x="28819" y="12941"/>
                  </a:lnTo>
                  <a:lnTo>
                    <a:pt x="28700" y="12227"/>
                  </a:lnTo>
                  <a:lnTo>
                    <a:pt x="28581" y="11512"/>
                  </a:lnTo>
                  <a:lnTo>
                    <a:pt x="28422" y="10798"/>
                  </a:lnTo>
                  <a:lnTo>
                    <a:pt x="28223" y="10123"/>
                  </a:lnTo>
                  <a:lnTo>
                    <a:pt x="27985" y="9448"/>
                  </a:lnTo>
                  <a:lnTo>
                    <a:pt x="27747" y="8813"/>
                  </a:lnTo>
                  <a:lnTo>
                    <a:pt x="27469" y="8138"/>
                  </a:lnTo>
                  <a:lnTo>
                    <a:pt x="27152" y="7543"/>
                  </a:lnTo>
                  <a:lnTo>
                    <a:pt x="26794" y="6948"/>
                  </a:lnTo>
                  <a:lnTo>
                    <a:pt x="26397" y="6352"/>
                  </a:lnTo>
                  <a:lnTo>
                    <a:pt x="26000" y="5796"/>
                  </a:lnTo>
                  <a:lnTo>
                    <a:pt x="25564" y="5241"/>
                  </a:lnTo>
                  <a:lnTo>
                    <a:pt x="25127" y="4725"/>
                  </a:lnTo>
                  <a:lnTo>
                    <a:pt x="24651" y="4209"/>
                  </a:lnTo>
                  <a:lnTo>
                    <a:pt x="24135" y="3732"/>
                  </a:lnTo>
                  <a:lnTo>
                    <a:pt x="23619" y="3296"/>
                  </a:lnTo>
                  <a:lnTo>
                    <a:pt x="23063" y="2859"/>
                  </a:lnTo>
                  <a:lnTo>
                    <a:pt x="22507" y="2462"/>
                  </a:lnTo>
                  <a:lnTo>
                    <a:pt x="21912" y="2065"/>
                  </a:lnTo>
                  <a:lnTo>
                    <a:pt x="21316" y="1708"/>
                  </a:lnTo>
                  <a:lnTo>
                    <a:pt x="20681" y="1390"/>
                  </a:lnTo>
                  <a:lnTo>
                    <a:pt x="20046" y="1112"/>
                  </a:lnTo>
                  <a:lnTo>
                    <a:pt x="19411" y="874"/>
                  </a:lnTo>
                  <a:lnTo>
                    <a:pt x="18736" y="636"/>
                  </a:lnTo>
                  <a:lnTo>
                    <a:pt x="18061" y="438"/>
                  </a:lnTo>
                  <a:lnTo>
                    <a:pt x="17347" y="279"/>
                  </a:lnTo>
                  <a:lnTo>
                    <a:pt x="16632" y="160"/>
                  </a:lnTo>
                  <a:lnTo>
                    <a:pt x="15918" y="41"/>
                  </a:lnTo>
                  <a:lnTo>
                    <a:pt x="15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2">
              <a:extLst>
                <a:ext uri="{FF2B5EF4-FFF2-40B4-BE49-F238E27FC236}">
                  <a16:creationId xmlns:a16="http://schemas.microsoft.com/office/drawing/2014/main" id="{E19DE9A2-071D-6CC5-B5CE-398D3D91B18D}"/>
                </a:ext>
              </a:extLst>
            </p:cNvPr>
            <p:cNvSpPr/>
            <p:nvPr/>
          </p:nvSpPr>
          <p:spPr>
            <a:xfrm>
              <a:off x="5966919" y="3826989"/>
              <a:ext cx="258577" cy="258586"/>
            </a:xfrm>
            <a:custGeom>
              <a:avLst/>
              <a:gdLst/>
              <a:ahLst/>
              <a:cxnLst/>
              <a:rect l="l" t="t" r="r" b="b"/>
              <a:pathLst>
                <a:path w="28859" h="28860" fill="none" extrusionOk="0">
                  <a:moveTo>
                    <a:pt x="0" y="14410"/>
                  </a:moveTo>
                  <a:lnTo>
                    <a:pt x="0" y="14410"/>
                  </a:lnTo>
                  <a:lnTo>
                    <a:pt x="40" y="15164"/>
                  </a:lnTo>
                  <a:lnTo>
                    <a:pt x="80" y="15879"/>
                  </a:lnTo>
                  <a:lnTo>
                    <a:pt x="199" y="16593"/>
                  </a:lnTo>
                  <a:lnTo>
                    <a:pt x="318" y="17308"/>
                  </a:lnTo>
                  <a:lnTo>
                    <a:pt x="477" y="18022"/>
                  </a:lnTo>
                  <a:lnTo>
                    <a:pt x="675" y="18697"/>
                  </a:lnTo>
                  <a:lnTo>
                    <a:pt x="874" y="19372"/>
                  </a:lnTo>
                  <a:lnTo>
                    <a:pt x="1151" y="20047"/>
                  </a:lnTo>
                  <a:lnTo>
                    <a:pt x="1429" y="20682"/>
                  </a:lnTo>
                  <a:lnTo>
                    <a:pt x="1747" y="21277"/>
                  </a:lnTo>
                  <a:lnTo>
                    <a:pt x="2104" y="21913"/>
                  </a:lnTo>
                  <a:lnTo>
                    <a:pt x="2461" y="22468"/>
                  </a:lnTo>
                  <a:lnTo>
                    <a:pt x="2898" y="23064"/>
                  </a:lnTo>
                  <a:lnTo>
                    <a:pt x="3295" y="23580"/>
                  </a:lnTo>
                  <a:lnTo>
                    <a:pt x="3771" y="24135"/>
                  </a:lnTo>
                  <a:lnTo>
                    <a:pt x="4248" y="24612"/>
                  </a:lnTo>
                  <a:lnTo>
                    <a:pt x="4724" y="25088"/>
                  </a:lnTo>
                  <a:lnTo>
                    <a:pt x="5280" y="25564"/>
                  </a:lnTo>
                  <a:lnTo>
                    <a:pt x="5796" y="25961"/>
                  </a:lnTo>
                  <a:lnTo>
                    <a:pt x="6391" y="26398"/>
                  </a:lnTo>
                  <a:lnTo>
                    <a:pt x="6947" y="26755"/>
                  </a:lnTo>
                  <a:lnTo>
                    <a:pt x="7582" y="27113"/>
                  </a:lnTo>
                  <a:lnTo>
                    <a:pt x="8177" y="27430"/>
                  </a:lnTo>
                  <a:lnTo>
                    <a:pt x="8813" y="27708"/>
                  </a:lnTo>
                  <a:lnTo>
                    <a:pt x="9487" y="27986"/>
                  </a:lnTo>
                  <a:lnTo>
                    <a:pt x="10162" y="28184"/>
                  </a:lnTo>
                  <a:lnTo>
                    <a:pt x="10837" y="28383"/>
                  </a:lnTo>
                  <a:lnTo>
                    <a:pt x="11551" y="28542"/>
                  </a:lnTo>
                  <a:lnTo>
                    <a:pt x="12266" y="28661"/>
                  </a:lnTo>
                  <a:lnTo>
                    <a:pt x="12980" y="28780"/>
                  </a:lnTo>
                  <a:lnTo>
                    <a:pt x="13695" y="28819"/>
                  </a:lnTo>
                  <a:lnTo>
                    <a:pt x="14449" y="28859"/>
                  </a:lnTo>
                  <a:lnTo>
                    <a:pt x="14449" y="28859"/>
                  </a:lnTo>
                  <a:lnTo>
                    <a:pt x="15203" y="28819"/>
                  </a:lnTo>
                  <a:lnTo>
                    <a:pt x="15918" y="28780"/>
                  </a:lnTo>
                  <a:lnTo>
                    <a:pt x="16632" y="28661"/>
                  </a:lnTo>
                  <a:lnTo>
                    <a:pt x="17347" y="28542"/>
                  </a:lnTo>
                  <a:lnTo>
                    <a:pt x="18061" y="28383"/>
                  </a:lnTo>
                  <a:lnTo>
                    <a:pt x="18736" y="28184"/>
                  </a:lnTo>
                  <a:lnTo>
                    <a:pt x="19411" y="27986"/>
                  </a:lnTo>
                  <a:lnTo>
                    <a:pt x="20046" y="27708"/>
                  </a:lnTo>
                  <a:lnTo>
                    <a:pt x="20681" y="27430"/>
                  </a:lnTo>
                  <a:lnTo>
                    <a:pt x="21316" y="27113"/>
                  </a:lnTo>
                  <a:lnTo>
                    <a:pt x="21912" y="26755"/>
                  </a:lnTo>
                  <a:lnTo>
                    <a:pt x="22507" y="26398"/>
                  </a:lnTo>
                  <a:lnTo>
                    <a:pt x="23063" y="25961"/>
                  </a:lnTo>
                  <a:lnTo>
                    <a:pt x="23619" y="25564"/>
                  </a:lnTo>
                  <a:lnTo>
                    <a:pt x="24135" y="25088"/>
                  </a:lnTo>
                  <a:lnTo>
                    <a:pt x="24651" y="24612"/>
                  </a:lnTo>
                  <a:lnTo>
                    <a:pt x="25127" y="24135"/>
                  </a:lnTo>
                  <a:lnTo>
                    <a:pt x="25564" y="23580"/>
                  </a:lnTo>
                  <a:lnTo>
                    <a:pt x="26000" y="23064"/>
                  </a:lnTo>
                  <a:lnTo>
                    <a:pt x="26397" y="22468"/>
                  </a:lnTo>
                  <a:lnTo>
                    <a:pt x="26794" y="21913"/>
                  </a:lnTo>
                  <a:lnTo>
                    <a:pt x="27152" y="21277"/>
                  </a:lnTo>
                  <a:lnTo>
                    <a:pt x="27469" y="20682"/>
                  </a:lnTo>
                  <a:lnTo>
                    <a:pt x="27747" y="20047"/>
                  </a:lnTo>
                  <a:lnTo>
                    <a:pt x="27985" y="19372"/>
                  </a:lnTo>
                  <a:lnTo>
                    <a:pt x="28223" y="18697"/>
                  </a:lnTo>
                  <a:lnTo>
                    <a:pt x="28422" y="18022"/>
                  </a:lnTo>
                  <a:lnTo>
                    <a:pt x="28581" y="17308"/>
                  </a:lnTo>
                  <a:lnTo>
                    <a:pt x="28700" y="16593"/>
                  </a:lnTo>
                  <a:lnTo>
                    <a:pt x="28819" y="15879"/>
                  </a:lnTo>
                  <a:lnTo>
                    <a:pt x="28858" y="15164"/>
                  </a:lnTo>
                  <a:lnTo>
                    <a:pt x="28858" y="14410"/>
                  </a:lnTo>
                  <a:lnTo>
                    <a:pt x="28858" y="14410"/>
                  </a:lnTo>
                  <a:lnTo>
                    <a:pt x="28858" y="13656"/>
                  </a:lnTo>
                  <a:lnTo>
                    <a:pt x="28819" y="12941"/>
                  </a:lnTo>
                  <a:lnTo>
                    <a:pt x="28700" y="12227"/>
                  </a:lnTo>
                  <a:lnTo>
                    <a:pt x="28581" y="11512"/>
                  </a:lnTo>
                  <a:lnTo>
                    <a:pt x="28422" y="10798"/>
                  </a:lnTo>
                  <a:lnTo>
                    <a:pt x="28223" y="10123"/>
                  </a:lnTo>
                  <a:lnTo>
                    <a:pt x="27985" y="9448"/>
                  </a:lnTo>
                  <a:lnTo>
                    <a:pt x="27747" y="8813"/>
                  </a:lnTo>
                  <a:lnTo>
                    <a:pt x="27469" y="8138"/>
                  </a:lnTo>
                  <a:lnTo>
                    <a:pt x="27152" y="7543"/>
                  </a:lnTo>
                  <a:lnTo>
                    <a:pt x="26794" y="6948"/>
                  </a:lnTo>
                  <a:lnTo>
                    <a:pt x="26397" y="6352"/>
                  </a:lnTo>
                  <a:lnTo>
                    <a:pt x="26000" y="5796"/>
                  </a:lnTo>
                  <a:lnTo>
                    <a:pt x="25564" y="5241"/>
                  </a:lnTo>
                  <a:lnTo>
                    <a:pt x="25127" y="4725"/>
                  </a:lnTo>
                  <a:lnTo>
                    <a:pt x="24651" y="4209"/>
                  </a:lnTo>
                  <a:lnTo>
                    <a:pt x="24135" y="3732"/>
                  </a:lnTo>
                  <a:lnTo>
                    <a:pt x="23619" y="3296"/>
                  </a:lnTo>
                  <a:lnTo>
                    <a:pt x="23063" y="2859"/>
                  </a:lnTo>
                  <a:lnTo>
                    <a:pt x="22507" y="2462"/>
                  </a:lnTo>
                  <a:lnTo>
                    <a:pt x="21912" y="2065"/>
                  </a:lnTo>
                  <a:lnTo>
                    <a:pt x="21316" y="1708"/>
                  </a:lnTo>
                  <a:lnTo>
                    <a:pt x="20681" y="1390"/>
                  </a:lnTo>
                  <a:lnTo>
                    <a:pt x="20046" y="1112"/>
                  </a:lnTo>
                  <a:lnTo>
                    <a:pt x="19411" y="874"/>
                  </a:lnTo>
                  <a:lnTo>
                    <a:pt x="18736" y="636"/>
                  </a:lnTo>
                  <a:lnTo>
                    <a:pt x="18061" y="438"/>
                  </a:lnTo>
                  <a:lnTo>
                    <a:pt x="17347" y="279"/>
                  </a:lnTo>
                  <a:lnTo>
                    <a:pt x="16632" y="160"/>
                  </a:lnTo>
                  <a:lnTo>
                    <a:pt x="15918" y="41"/>
                  </a:lnTo>
                  <a:lnTo>
                    <a:pt x="15203" y="1"/>
                  </a:lnTo>
                  <a:lnTo>
                    <a:pt x="14449" y="1"/>
                  </a:lnTo>
                  <a:lnTo>
                    <a:pt x="14449" y="1"/>
                  </a:lnTo>
                  <a:lnTo>
                    <a:pt x="13695" y="1"/>
                  </a:lnTo>
                  <a:lnTo>
                    <a:pt x="12980" y="41"/>
                  </a:lnTo>
                  <a:lnTo>
                    <a:pt x="12266" y="160"/>
                  </a:lnTo>
                  <a:lnTo>
                    <a:pt x="11551" y="279"/>
                  </a:lnTo>
                  <a:lnTo>
                    <a:pt x="10837" y="438"/>
                  </a:lnTo>
                  <a:lnTo>
                    <a:pt x="10162" y="636"/>
                  </a:lnTo>
                  <a:lnTo>
                    <a:pt x="9487" y="874"/>
                  </a:lnTo>
                  <a:lnTo>
                    <a:pt x="8813" y="1112"/>
                  </a:lnTo>
                  <a:lnTo>
                    <a:pt x="8177" y="1390"/>
                  </a:lnTo>
                  <a:lnTo>
                    <a:pt x="7582" y="1708"/>
                  </a:lnTo>
                  <a:lnTo>
                    <a:pt x="6947" y="2065"/>
                  </a:lnTo>
                  <a:lnTo>
                    <a:pt x="6391" y="2462"/>
                  </a:lnTo>
                  <a:lnTo>
                    <a:pt x="5796" y="2859"/>
                  </a:lnTo>
                  <a:lnTo>
                    <a:pt x="5280" y="3296"/>
                  </a:lnTo>
                  <a:lnTo>
                    <a:pt x="4724" y="3732"/>
                  </a:lnTo>
                  <a:lnTo>
                    <a:pt x="4248" y="4209"/>
                  </a:lnTo>
                  <a:lnTo>
                    <a:pt x="3771" y="4725"/>
                  </a:lnTo>
                  <a:lnTo>
                    <a:pt x="3295" y="5241"/>
                  </a:lnTo>
                  <a:lnTo>
                    <a:pt x="2898" y="5796"/>
                  </a:lnTo>
                  <a:lnTo>
                    <a:pt x="2461" y="6352"/>
                  </a:lnTo>
                  <a:lnTo>
                    <a:pt x="2104" y="6948"/>
                  </a:lnTo>
                  <a:lnTo>
                    <a:pt x="1747" y="7543"/>
                  </a:lnTo>
                  <a:lnTo>
                    <a:pt x="1429" y="8138"/>
                  </a:lnTo>
                  <a:lnTo>
                    <a:pt x="1151" y="8813"/>
                  </a:lnTo>
                  <a:lnTo>
                    <a:pt x="874" y="9448"/>
                  </a:lnTo>
                  <a:lnTo>
                    <a:pt x="675" y="10123"/>
                  </a:lnTo>
                  <a:lnTo>
                    <a:pt x="477" y="10798"/>
                  </a:lnTo>
                  <a:lnTo>
                    <a:pt x="318" y="11512"/>
                  </a:lnTo>
                  <a:lnTo>
                    <a:pt x="199" y="12227"/>
                  </a:lnTo>
                  <a:lnTo>
                    <a:pt x="80" y="12941"/>
                  </a:lnTo>
                  <a:lnTo>
                    <a:pt x="40" y="13656"/>
                  </a:lnTo>
                  <a:lnTo>
                    <a:pt x="0" y="14410"/>
                  </a:lnTo>
                  <a:lnTo>
                    <a:pt x="0" y="14410"/>
                  </a:lnTo>
                  <a:close/>
                </a:path>
              </a:pathLst>
            </a:custGeom>
            <a:solidFill>
              <a:schemeClr val="accent6"/>
            </a:solidFill>
            <a:ln w="381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2">
              <a:extLst>
                <a:ext uri="{FF2B5EF4-FFF2-40B4-BE49-F238E27FC236}">
                  <a16:creationId xmlns:a16="http://schemas.microsoft.com/office/drawing/2014/main" id="{EAD6D907-216E-FB8D-36A4-60358F0A4480}"/>
                </a:ext>
              </a:extLst>
            </p:cNvPr>
            <p:cNvSpPr/>
            <p:nvPr/>
          </p:nvSpPr>
          <p:spPr>
            <a:xfrm>
              <a:off x="6418611" y="3834820"/>
              <a:ext cx="599308" cy="52998"/>
            </a:xfrm>
            <a:custGeom>
              <a:avLst/>
              <a:gdLst/>
              <a:ahLst/>
              <a:cxnLst/>
              <a:rect l="l" t="t" r="r" b="b"/>
              <a:pathLst>
                <a:path w="66887" h="5915" extrusionOk="0">
                  <a:moveTo>
                    <a:pt x="2660" y="0"/>
                  </a:moveTo>
                  <a:lnTo>
                    <a:pt x="2382" y="80"/>
                  </a:lnTo>
                  <a:lnTo>
                    <a:pt x="2105" y="119"/>
                  </a:lnTo>
                  <a:lnTo>
                    <a:pt x="1827" y="238"/>
                  </a:lnTo>
                  <a:lnTo>
                    <a:pt x="1549" y="357"/>
                  </a:lnTo>
                  <a:lnTo>
                    <a:pt x="1311" y="516"/>
                  </a:lnTo>
                  <a:lnTo>
                    <a:pt x="1072" y="675"/>
                  </a:lnTo>
                  <a:lnTo>
                    <a:pt x="874" y="873"/>
                  </a:lnTo>
                  <a:lnTo>
                    <a:pt x="676" y="1072"/>
                  </a:lnTo>
                  <a:lnTo>
                    <a:pt x="517" y="1310"/>
                  </a:lnTo>
                  <a:lnTo>
                    <a:pt x="358" y="1548"/>
                  </a:lnTo>
                  <a:lnTo>
                    <a:pt x="239" y="1786"/>
                  </a:lnTo>
                  <a:lnTo>
                    <a:pt x="160" y="2064"/>
                  </a:lnTo>
                  <a:lnTo>
                    <a:pt x="80" y="2342"/>
                  </a:lnTo>
                  <a:lnTo>
                    <a:pt x="40" y="2660"/>
                  </a:lnTo>
                  <a:lnTo>
                    <a:pt x="1" y="2938"/>
                  </a:lnTo>
                  <a:lnTo>
                    <a:pt x="40" y="3255"/>
                  </a:lnTo>
                  <a:lnTo>
                    <a:pt x="80" y="3533"/>
                  </a:lnTo>
                  <a:lnTo>
                    <a:pt x="160" y="3851"/>
                  </a:lnTo>
                  <a:lnTo>
                    <a:pt x="239" y="4089"/>
                  </a:lnTo>
                  <a:lnTo>
                    <a:pt x="358" y="4367"/>
                  </a:lnTo>
                  <a:lnTo>
                    <a:pt x="517" y="4605"/>
                  </a:lnTo>
                  <a:lnTo>
                    <a:pt x="676" y="4843"/>
                  </a:lnTo>
                  <a:lnTo>
                    <a:pt x="874" y="5041"/>
                  </a:lnTo>
                  <a:lnTo>
                    <a:pt x="1072" y="5240"/>
                  </a:lnTo>
                  <a:lnTo>
                    <a:pt x="1311" y="5399"/>
                  </a:lnTo>
                  <a:lnTo>
                    <a:pt x="1549" y="5557"/>
                  </a:lnTo>
                  <a:lnTo>
                    <a:pt x="1827" y="5677"/>
                  </a:lnTo>
                  <a:lnTo>
                    <a:pt x="2105" y="5756"/>
                  </a:lnTo>
                  <a:lnTo>
                    <a:pt x="2382" y="5835"/>
                  </a:lnTo>
                  <a:lnTo>
                    <a:pt x="2660" y="5875"/>
                  </a:lnTo>
                  <a:lnTo>
                    <a:pt x="2978" y="5915"/>
                  </a:lnTo>
                  <a:lnTo>
                    <a:pt x="63949" y="5915"/>
                  </a:lnTo>
                  <a:lnTo>
                    <a:pt x="64227" y="5875"/>
                  </a:lnTo>
                  <a:lnTo>
                    <a:pt x="64545" y="5835"/>
                  </a:lnTo>
                  <a:lnTo>
                    <a:pt x="64822" y="5756"/>
                  </a:lnTo>
                  <a:lnTo>
                    <a:pt x="65100" y="5677"/>
                  </a:lnTo>
                  <a:lnTo>
                    <a:pt x="65338" y="5557"/>
                  </a:lnTo>
                  <a:lnTo>
                    <a:pt x="65577" y="5399"/>
                  </a:lnTo>
                  <a:lnTo>
                    <a:pt x="65815" y="5240"/>
                  </a:lnTo>
                  <a:lnTo>
                    <a:pt x="66013" y="5041"/>
                  </a:lnTo>
                  <a:lnTo>
                    <a:pt x="66212" y="4843"/>
                  </a:lnTo>
                  <a:lnTo>
                    <a:pt x="66371" y="4605"/>
                  </a:lnTo>
                  <a:lnTo>
                    <a:pt x="66529" y="4367"/>
                  </a:lnTo>
                  <a:lnTo>
                    <a:pt x="66648" y="4089"/>
                  </a:lnTo>
                  <a:lnTo>
                    <a:pt x="66767" y="3851"/>
                  </a:lnTo>
                  <a:lnTo>
                    <a:pt x="66847" y="3533"/>
                  </a:lnTo>
                  <a:lnTo>
                    <a:pt x="66887" y="3255"/>
                  </a:lnTo>
                  <a:lnTo>
                    <a:pt x="66887" y="2938"/>
                  </a:lnTo>
                  <a:lnTo>
                    <a:pt x="66887" y="2660"/>
                  </a:lnTo>
                  <a:lnTo>
                    <a:pt x="66847" y="2342"/>
                  </a:lnTo>
                  <a:lnTo>
                    <a:pt x="66767" y="2064"/>
                  </a:lnTo>
                  <a:lnTo>
                    <a:pt x="66648" y="1786"/>
                  </a:lnTo>
                  <a:lnTo>
                    <a:pt x="66529" y="1548"/>
                  </a:lnTo>
                  <a:lnTo>
                    <a:pt x="66371" y="1310"/>
                  </a:lnTo>
                  <a:lnTo>
                    <a:pt x="66212" y="1072"/>
                  </a:lnTo>
                  <a:lnTo>
                    <a:pt x="66013" y="873"/>
                  </a:lnTo>
                  <a:lnTo>
                    <a:pt x="65815" y="675"/>
                  </a:lnTo>
                  <a:lnTo>
                    <a:pt x="65577" y="516"/>
                  </a:lnTo>
                  <a:lnTo>
                    <a:pt x="65338" y="357"/>
                  </a:lnTo>
                  <a:lnTo>
                    <a:pt x="65100" y="238"/>
                  </a:lnTo>
                  <a:lnTo>
                    <a:pt x="64822" y="119"/>
                  </a:lnTo>
                  <a:lnTo>
                    <a:pt x="64545" y="80"/>
                  </a:lnTo>
                  <a:lnTo>
                    <a:pt x="642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2">
              <a:extLst>
                <a:ext uri="{FF2B5EF4-FFF2-40B4-BE49-F238E27FC236}">
                  <a16:creationId xmlns:a16="http://schemas.microsoft.com/office/drawing/2014/main" id="{43AB648D-4752-CC79-BB95-1441645F5646}"/>
                </a:ext>
              </a:extLst>
            </p:cNvPr>
            <p:cNvSpPr/>
            <p:nvPr/>
          </p:nvSpPr>
          <p:spPr>
            <a:xfrm>
              <a:off x="6418611" y="3924088"/>
              <a:ext cx="599308" cy="53007"/>
            </a:xfrm>
            <a:custGeom>
              <a:avLst/>
              <a:gdLst/>
              <a:ahLst/>
              <a:cxnLst/>
              <a:rect l="l" t="t" r="r" b="b"/>
              <a:pathLst>
                <a:path w="66887" h="5916" extrusionOk="0">
                  <a:moveTo>
                    <a:pt x="2978" y="1"/>
                  </a:moveTo>
                  <a:lnTo>
                    <a:pt x="2660" y="40"/>
                  </a:lnTo>
                  <a:lnTo>
                    <a:pt x="2382" y="80"/>
                  </a:lnTo>
                  <a:lnTo>
                    <a:pt x="2105" y="159"/>
                  </a:lnTo>
                  <a:lnTo>
                    <a:pt x="1827" y="239"/>
                  </a:lnTo>
                  <a:lnTo>
                    <a:pt x="1549" y="358"/>
                  </a:lnTo>
                  <a:lnTo>
                    <a:pt x="1311" y="517"/>
                  </a:lnTo>
                  <a:lnTo>
                    <a:pt x="1072" y="675"/>
                  </a:lnTo>
                  <a:lnTo>
                    <a:pt x="874" y="874"/>
                  </a:lnTo>
                  <a:lnTo>
                    <a:pt x="676" y="1072"/>
                  </a:lnTo>
                  <a:lnTo>
                    <a:pt x="517" y="1311"/>
                  </a:lnTo>
                  <a:lnTo>
                    <a:pt x="358" y="1549"/>
                  </a:lnTo>
                  <a:lnTo>
                    <a:pt x="239" y="1827"/>
                  </a:lnTo>
                  <a:lnTo>
                    <a:pt x="160" y="2104"/>
                  </a:lnTo>
                  <a:lnTo>
                    <a:pt x="80" y="2382"/>
                  </a:lnTo>
                  <a:lnTo>
                    <a:pt x="40" y="2660"/>
                  </a:lnTo>
                  <a:lnTo>
                    <a:pt x="1" y="2978"/>
                  </a:lnTo>
                  <a:lnTo>
                    <a:pt x="40" y="3256"/>
                  </a:lnTo>
                  <a:lnTo>
                    <a:pt x="80" y="3573"/>
                  </a:lnTo>
                  <a:lnTo>
                    <a:pt x="160" y="3851"/>
                  </a:lnTo>
                  <a:lnTo>
                    <a:pt x="239" y="4129"/>
                  </a:lnTo>
                  <a:lnTo>
                    <a:pt x="358" y="4367"/>
                  </a:lnTo>
                  <a:lnTo>
                    <a:pt x="517" y="4605"/>
                  </a:lnTo>
                  <a:lnTo>
                    <a:pt x="676" y="4843"/>
                  </a:lnTo>
                  <a:lnTo>
                    <a:pt x="874" y="5042"/>
                  </a:lnTo>
                  <a:lnTo>
                    <a:pt x="1072" y="5240"/>
                  </a:lnTo>
                  <a:lnTo>
                    <a:pt x="1311" y="5399"/>
                  </a:lnTo>
                  <a:lnTo>
                    <a:pt x="1549" y="5558"/>
                  </a:lnTo>
                  <a:lnTo>
                    <a:pt x="1827" y="5677"/>
                  </a:lnTo>
                  <a:lnTo>
                    <a:pt x="2105" y="5796"/>
                  </a:lnTo>
                  <a:lnTo>
                    <a:pt x="2382" y="5875"/>
                  </a:lnTo>
                  <a:lnTo>
                    <a:pt x="2660" y="5915"/>
                  </a:lnTo>
                  <a:lnTo>
                    <a:pt x="64227" y="5915"/>
                  </a:lnTo>
                  <a:lnTo>
                    <a:pt x="64545" y="5875"/>
                  </a:lnTo>
                  <a:lnTo>
                    <a:pt x="64822" y="5796"/>
                  </a:lnTo>
                  <a:lnTo>
                    <a:pt x="65100" y="5677"/>
                  </a:lnTo>
                  <a:lnTo>
                    <a:pt x="65338" y="5558"/>
                  </a:lnTo>
                  <a:lnTo>
                    <a:pt x="65577" y="5399"/>
                  </a:lnTo>
                  <a:lnTo>
                    <a:pt x="65815" y="5240"/>
                  </a:lnTo>
                  <a:lnTo>
                    <a:pt x="66013" y="5042"/>
                  </a:lnTo>
                  <a:lnTo>
                    <a:pt x="66212" y="4843"/>
                  </a:lnTo>
                  <a:lnTo>
                    <a:pt x="66371" y="4605"/>
                  </a:lnTo>
                  <a:lnTo>
                    <a:pt x="66529" y="4367"/>
                  </a:lnTo>
                  <a:lnTo>
                    <a:pt x="66648" y="4129"/>
                  </a:lnTo>
                  <a:lnTo>
                    <a:pt x="66767" y="3851"/>
                  </a:lnTo>
                  <a:lnTo>
                    <a:pt x="66847" y="3573"/>
                  </a:lnTo>
                  <a:lnTo>
                    <a:pt x="66887" y="3256"/>
                  </a:lnTo>
                  <a:lnTo>
                    <a:pt x="66887" y="2978"/>
                  </a:lnTo>
                  <a:lnTo>
                    <a:pt x="66887" y="2660"/>
                  </a:lnTo>
                  <a:lnTo>
                    <a:pt x="66847" y="2382"/>
                  </a:lnTo>
                  <a:lnTo>
                    <a:pt x="66767" y="2104"/>
                  </a:lnTo>
                  <a:lnTo>
                    <a:pt x="66648" y="1827"/>
                  </a:lnTo>
                  <a:lnTo>
                    <a:pt x="66529" y="1549"/>
                  </a:lnTo>
                  <a:lnTo>
                    <a:pt x="66371" y="1311"/>
                  </a:lnTo>
                  <a:lnTo>
                    <a:pt x="66212" y="1072"/>
                  </a:lnTo>
                  <a:lnTo>
                    <a:pt x="66013" y="874"/>
                  </a:lnTo>
                  <a:lnTo>
                    <a:pt x="65815" y="675"/>
                  </a:lnTo>
                  <a:lnTo>
                    <a:pt x="65577" y="517"/>
                  </a:lnTo>
                  <a:lnTo>
                    <a:pt x="65338" y="358"/>
                  </a:lnTo>
                  <a:lnTo>
                    <a:pt x="65100" y="239"/>
                  </a:lnTo>
                  <a:lnTo>
                    <a:pt x="64822" y="159"/>
                  </a:lnTo>
                  <a:lnTo>
                    <a:pt x="64545" y="80"/>
                  </a:lnTo>
                  <a:lnTo>
                    <a:pt x="64227" y="40"/>
                  </a:lnTo>
                  <a:lnTo>
                    <a:pt x="639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2">
              <a:extLst>
                <a:ext uri="{FF2B5EF4-FFF2-40B4-BE49-F238E27FC236}">
                  <a16:creationId xmlns:a16="http://schemas.microsoft.com/office/drawing/2014/main" id="{A53F73F1-C10A-F809-DBA5-8629DA63F50C}"/>
                </a:ext>
              </a:extLst>
            </p:cNvPr>
            <p:cNvSpPr/>
            <p:nvPr/>
          </p:nvSpPr>
          <p:spPr>
            <a:xfrm>
              <a:off x="6418611" y="4013715"/>
              <a:ext cx="599308" cy="53007"/>
            </a:xfrm>
            <a:custGeom>
              <a:avLst/>
              <a:gdLst/>
              <a:ahLst/>
              <a:cxnLst/>
              <a:rect l="l" t="t" r="r" b="b"/>
              <a:pathLst>
                <a:path w="66887" h="5916" extrusionOk="0">
                  <a:moveTo>
                    <a:pt x="2660" y="1"/>
                  </a:moveTo>
                  <a:lnTo>
                    <a:pt x="2382" y="40"/>
                  </a:lnTo>
                  <a:lnTo>
                    <a:pt x="2105" y="120"/>
                  </a:lnTo>
                  <a:lnTo>
                    <a:pt x="1827" y="239"/>
                  </a:lnTo>
                  <a:lnTo>
                    <a:pt x="1549" y="358"/>
                  </a:lnTo>
                  <a:lnTo>
                    <a:pt x="1311" y="517"/>
                  </a:lnTo>
                  <a:lnTo>
                    <a:pt x="1072" y="676"/>
                  </a:lnTo>
                  <a:lnTo>
                    <a:pt x="874" y="874"/>
                  </a:lnTo>
                  <a:lnTo>
                    <a:pt x="676" y="1073"/>
                  </a:lnTo>
                  <a:lnTo>
                    <a:pt x="517" y="1311"/>
                  </a:lnTo>
                  <a:lnTo>
                    <a:pt x="358" y="1549"/>
                  </a:lnTo>
                  <a:lnTo>
                    <a:pt x="239" y="1787"/>
                  </a:lnTo>
                  <a:lnTo>
                    <a:pt x="160" y="2065"/>
                  </a:lnTo>
                  <a:lnTo>
                    <a:pt x="80" y="2343"/>
                  </a:lnTo>
                  <a:lnTo>
                    <a:pt x="40" y="2660"/>
                  </a:lnTo>
                  <a:lnTo>
                    <a:pt x="1" y="2938"/>
                  </a:lnTo>
                  <a:lnTo>
                    <a:pt x="40" y="3256"/>
                  </a:lnTo>
                  <a:lnTo>
                    <a:pt x="80" y="3534"/>
                  </a:lnTo>
                  <a:lnTo>
                    <a:pt x="160" y="3811"/>
                  </a:lnTo>
                  <a:lnTo>
                    <a:pt x="239" y="4089"/>
                  </a:lnTo>
                  <a:lnTo>
                    <a:pt x="358" y="4367"/>
                  </a:lnTo>
                  <a:lnTo>
                    <a:pt x="517" y="4605"/>
                  </a:lnTo>
                  <a:lnTo>
                    <a:pt x="676" y="4804"/>
                  </a:lnTo>
                  <a:lnTo>
                    <a:pt x="874" y="5042"/>
                  </a:lnTo>
                  <a:lnTo>
                    <a:pt x="1072" y="5241"/>
                  </a:lnTo>
                  <a:lnTo>
                    <a:pt x="1311" y="5399"/>
                  </a:lnTo>
                  <a:lnTo>
                    <a:pt x="1549" y="5558"/>
                  </a:lnTo>
                  <a:lnTo>
                    <a:pt x="1827" y="5677"/>
                  </a:lnTo>
                  <a:lnTo>
                    <a:pt x="2105" y="5757"/>
                  </a:lnTo>
                  <a:lnTo>
                    <a:pt x="2382" y="5836"/>
                  </a:lnTo>
                  <a:lnTo>
                    <a:pt x="2660" y="5876"/>
                  </a:lnTo>
                  <a:lnTo>
                    <a:pt x="2978" y="5915"/>
                  </a:lnTo>
                  <a:lnTo>
                    <a:pt x="63949" y="5915"/>
                  </a:lnTo>
                  <a:lnTo>
                    <a:pt x="64227" y="5876"/>
                  </a:lnTo>
                  <a:lnTo>
                    <a:pt x="64545" y="5836"/>
                  </a:lnTo>
                  <a:lnTo>
                    <a:pt x="64822" y="5757"/>
                  </a:lnTo>
                  <a:lnTo>
                    <a:pt x="65100" y="5677"/>
                  </a:lnTo>
                  <a:lnTo>
                    <a:pt x="65338" y="5558"/>
                  </a:lnTo>
                  <a:lnTo>
                    <a:pt x="65577" y="5399"/>
                  </a:lnTo>
                  <a:lnTo>
                    <a:pt x="65815" y="5241"/>
                  </a:lnTo>
                  <a:lnTo>
                    <a:pt x="66013" y="5042"/>
                  </a:lnTo>
                  <a:lnTo>
                    <a:pt x="66212" y="4804"/>
                  </a:lnTo>
                  <a:lnTo>
                    <a:pt x="66371" y="4605"/>
                  </a:lnTo>
                  <a:lnTo>
                    <a:pt x="66529" y="4367"/>
                  </a:lnTo>
                  <a:lnTo>
                    <a:pt x="66648" y="4089"/>
                  </a:lnTo>
                  <a:lnTo>
                    <a:pt x="66767" y="3811"/>
                  </a:lnTo>
                  <a:lnTo>
                    <a:pt x="66847" y="3534"/>
                  </a:lnTo>
                  <a:lnTo>
                    <a:pt x="66887" y="3256"/>
                  </a:lnTo>
                  <a:lnTo>
                    <a:pt x="66887" y="2938"/>
                  </a:lnTo>
                  <a:lnTo>
                    <a:pt x="66887" y="2660"/>
                  </a:lnTo>
                  <a:lnTo>
                    <a:pt x="66847" y="2343"/>
                  </a:lnTo>
                  <a:lnTo>
                    <a:pt x="66767" y="2065"/>
                  </a:lnTo>
                  <a:lnTo>
                    <a:pt x="66648" y="1787"/>
                  </a:lnTo>
                  <a:lnTo>
                    <a:pt x="66529" y="1549"/>
                  </a:lnTo>
                  <a:lnTo>
                    <a:pt x="66371" y="1311"/>
                  </a:lnTo>
                  <a:lnTo>
                    <a:pt x="66212" y="1073"/>
                  </a:lnTo>
                  <a:lnTo>
                    <a:pt x="66013" y="874"/>
                  </a:lnTo>
                  <a:lnTo>
                    <a:pt x="65815" y="676"/>
                  </a:lnTo>
                  <a:lnTo>
                    <a:pt x="65577" y="517"/>
                  </a:lnTo>
                  <a:lnTo>
                    <a:pt x="65338" y="358"/>
                  </a:lnTo>
                  <a:lnTo>
                    <a:pt x="65100" y="239"/>
                  </a:lnTo>
                  <a:lnTo>
                    <a:pt x="64822" y="120"/>
                  </a:lnTo>
                  <a:lnTo>
                    <a:pt x="64545" y="40"/>
                  </a:lnTo>
                  <a:lnTo>
                    <a:pt x="642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2">
              <a:extLst>
                <a:ext uri="{FF2B5EF4-FFF2-40B4-BE49-F238E27FC236}">
                  <a16:creationId xmlns:a16="http://schemas.microsoft.com/office/drawing/2014/main" id="{7584C4ED-F48C-C1E4-E06C-89802A0FB886}"/>
                </a:ext>
              </a:extLst>
            </p:cNvPr>
            <p:cNvSpPr/>
            <p:nvPr/>
          </p:nvSpPr>
          <p:spPr>
            <a:xfrm>
              <a:off x="6414346" y="4189062"/>
              <a:ext cx="607837" cy="237592"/>
            </a:xfrm>
            <a:custGeom>
              <a:avLst/>
              <a:gdLst/>
              <a:ahLst/>
              <a:cxnLst/>
              <a:rect l="l" t="t" r="r" b="b"/>
              <a:pathLst>
                <a:path w="67839" h="26517" extrusionOk="0">
                  <a:moveTo>
                    <a:pt x="5081" y="0"/>
                  </a:moveTo>
                  <a:lnTo>
                    <a:pt x="4565" y="40"/>
                  </a:lnTo>
                  <a:lnTo>
                    <a:pt x="4049" y="80"/>
                  </a:lnTo>
                  <a:lnTo>
                    <a:pt x="3573" y="239"/>
                  </a:lnTo>
                  <a:lnTo>
                    <a:pt x="3097" y="397"/>
                  </a:lnTo>
                  <a:lnTo>
                    <a:pt x="2660" y="596"/>
                  </a:lnTo>
                  <a:lnTo>
                    <a:pt x="2223" y="874"/>
                  </a:lnTo>
                  <a:lnTo>
                    <a:pt x="1866" y="1152"/>
                  </a:lnTo>
                  <a:lnTo>
                    <a:pt x="1509" y="1469"/>
                  </a:lnTo>
                  <a:lnTo>
                    <a:pt x="1152" y="1826"/>
                  </a:lnTo>
                  <a:lnTo>
                    <a:pt x="874" y="2223"/>
                  </a:lnTo>
                  <a:lnTo>
                    <a:pt x="636" y="2660"/>
                  </a:lnTo>
                  <a:lnTo>
                    <a:pt x="397" y="3097"/>
                  </a:lnTo>
                  <a:lnTo>
                    <a:pt x="239" y="3533"/>
                  </a:lnTo>
                  <a:lnTo>
                    <a:pt x="119" y="4049"/>
                  </a:lnTo>
                  <a:lnTo>
                    <a:pt x="40" y="4526"/>
                  </a:lnTo>
                  <a:lnTo>
                    <a:pt x="0" y="5042"/>
                  </a:lnTo>
                  <a:lnTo>
                    <a:pt x="0" y="21475"/>
                  </a:lnTo>
                  <a:lnTo>
                    <a:pt x="40" y="21991"/>
                  </a:lnTo>
                  <a:lnTo>
                    <a:pt x="119" y="22468"/>
                  </a:lnTo>
                  <a:lnTo>
                    <a:pt x="239" y="22984"/>
                  </a:lnTo>
                  <a:lnTo>
                    <a:pt x="397" y="23420"/>
                  </a:lnTo>
                  <a:lnTo>
                    <a:pt x="636" y="23857"/>
                  </a:lnTo>
                  <a:lnTo>
                    <a:pt x="874" y="24294"/>
                  </a:lnTo>
                  <a:lnTo>
                    <a:pt x="1152" y="24691"/>
                  </a:lnTo>
                  <a:lnTo>
                    <a:pt x="1509" y="25048"/>
                  </a:lnTo>
                  <a:lnTo>
                    <a:pt x="1866" y="25366"/>
                  </a:lnTo>
                  <a:lnTo>
                    <a:pt x="2223" y="25643"/>
                  </a:lnTo>
                  <a:lnTo>
                    <a:pt x="2660" y="25921"/>
                  </a:lnTo>
                  <a:lnTo>
                    <a:pt x="3097" y="26120"/>
                  </a:lnTo>
                  <a:lnTo>
                    <a:pt x="3573" y="26279"/>
                  </a:lnTo>
                  <a:lnTo>
                    <a:pt x="4049" y="26398"/>
                  </a:lnTo>
                  <a:lnTo>
                    <a:pt x="4565" y="26477"/>
                  </a:lnTo>
                  <a:lnTo>
                    <a:pt x="5081" y="26517"/>
                  </a:lnTo>
                  <a:lnTo>
                    <a:pt x="62798" y="26517"/>
                  </a:lnTo>
                  <a:lnTo>
                    <a:pt x="63314" y="26477"/>
                  </a:lnTo>
                  <a:lnTo>
                    <a:pt x="63790" y="26398"/>
                  </a:lnTo>
                  <a:lnTo>
                    <a:pt x="64306" y="26279"/>
                  </a:lnTo>
                  <a:lnTo>
                    <a:pt x="64743" y="26120"/>
                  </a:lnTo>
                  <a:lnTo>
                    <a:pt x="65179" y="25921"/>
                  </a:lnTo>
                  <a:lnTo>
                    <a:pt x="65616" y="25643"/>
                  </a:lnTo>
                  <a:lnTo>
                    <a:pt x="66013" y="25366"/>
                  </a:lnTo>
                  <a:lnTo>
                    <a:pt x="66370" y="25048"/>
                  </a:lnTo>
                  <a:lnTo>
                    <a:pt x="66688" y="24691"/>
                  </a:lnTo>
                  <a:lnTo>
                    <a:pt x="66966" y="24294"/>
                  </a:lnTo>
                  <a:lnTo>
                    <a:pt x="67243" y="23857"/>
                  </a:lnTo>
                  <a:lnTo>
                    <a:pt x="67442" y="23420"/>
                  </a:lnTo>
                  <a:lnTo>
                    <a:pt x="67601" y="22984"/>
                  </a:lnTo>
                  <a:lnTo>
                    <a:pt x="67760" y="22468"/>
                  </a:lnTo>
                  <a:lnTo>
                    <a:pt x="67799" y="21991"/>
                  </a:lnTo>
                  <a:lnTo>
                    <a:pt x="67839" y="21475"/>
                  </a:lnTo>
                  <a:lnTo>
                    <a:pt x="67839" y="5042"/>
                  </a:lnTo>
                  <a:lnTo>
                    <a:pt x="67799" y="4526"/>
                  </a:lnTo>
                  <a:lnTo>
                    <a:pt x="67760" y="4049"/>
                  </a:lnTo>
                  <a:lnTo>
                    <a:pt x="67601" y="3533"/>
                  </a:lnTo>
                  <a:lnTo>
                    <a:pt x="67442" y="3097"/>
                  </a:lnTo>
                  <a:lnTo>
                    <a:pt x="67243" y="2660"/>
                  </a:lnTo>
                  <a:lnTo>
                    <a:pt x="66966" y="2223"/>
                  </a:lnTo>
                  <a:lnTo>
                    <a:pt x="66688" y="1826"/>
                  </a:lnTo>
                  <a:lnTo>
                    <a:pt x="66370" y="1469"/>
                  </a:lnTo>
                  <a:lnTo>
                    <a:pt x="66013" y="1152"/>
                  </a:lnTo>
                  <a:lnTo>
                    <a:pt x="65616" y="874"/>
                  </a:lnTo>
                  <a:lnTo>
                    <a:pt x="65179" y="596"/>
                  </a:lnTo>
                  <a:lnTo>
                    <a:pt x="64743" y="397"/>
                  </a:lnTo>
                  <a:lnTo>
                    <a:pt x="64306" y="239"/>
                  </a:lnTo>
                  <a:lnTo>
                    <a:pt x="63790" y="80"/>
                  </a:lnTo>
                  <a:lnTo>
                    <a:pt x="63314" y="40"/>
                  </a:lnTo>
                  <a:lnTo>
                    <a:pt x="627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24473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4">
          <a:extLst>
            <a:ext uri="{FF2B5EF4-FFF2-40B4-BE49-F238E27FC236}">
              <a16:creationId xmlns:a16="http://schemas.microsoft.com/office/drawing/2014/main" id="{5D3792A7-9FB9-E40B-9C39-B4DF981FE63F}"/>
            </a:ext>
          </a:extLst>
        </p:cNvPr>
        <p:cNvGrpSpPr/>
        <p:nvPr/>
      </p:nvGrpSpPr>
      <p:grpSpPr>
        <a:xfrm>
          <a:off x="0" y="0"/>
          <a:ext cx="0" cy="0"/>
          <a:chOff x="0" y="0"/>
          <a:chExt cx="0" cy="0"/>
        </a:xfrm>
      </p:grpSpPr>
      <p:sp>
        <p:nvSpPr>
          <p:cNvPr id="846" name="Google Shape;846;p22">
            <a:extLst>
              <a:ext uri="{FF2B5EF4-FFF2-40B4-BE49-F238E27FC236}">
                <a16:creationId xmlns:a16="http://schemas.microsoft.com/office/drawing/2014/main" id="{50DF3F99-21AB-0FAD-B149-C671E79416C1}"/>
              </a:ext>
            </a:extLst>
          </p:cNvPr>
          <p:cNvSpPr txBox="1">
            <a:spLocks noGrp="1"/>
          </p:cNvSpPr>
          <p:nvPr>
            <p:ph type="title"/>
          </p:nvPr>
        </p:nvSpPr>
        <p:spPr>
          <a:xfrm>
            <a:off x="457200" y="209963"/>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Data Structure &amp; Exploration</a:t>
            </a:r>
          </a:p>
        </p:txBody>
      </p:sp>
      <p:sp>
        <p:nvSpPr>
          <p:cNvPr id="849" name="Google Shape;849;p22">
            <a:extLst>
              <a:ext uri="{FF2B5EF4-FFF2-40B4-BE49-F238E27FC236}">
                <a16:creationId xmlns:a16="http://schemas.microsoft.com/office/drawing/2014/main" id="{C5DA0707-B8CF-6533-AF73-7C60AAE618A6}"/>
              </a:ext>
            </a:extLst>
          </p:cNvPr>
          <p:cNvSpPr txBox="1"/>
          <p:nvPr/>
        </p:nvSpPr>
        <p:spPr>
          <a:xfrm>
            <a:off x="186076" y="1019408"/>
            <a:ext cx="8724040" cy="343500"/>
          </a:xfrm>
          <a:prstGeom prst="rect">
            <a:avLst/>
          </a:prstGeom>
          <a:noFill/>
          <a:ln>
            <a:noFill/>
          </a:ln>
        </p:spPr>
        <p:txBody>
          <a:bodyPr spcFirstLastPara="1" wrap="square" lIns="91425" tIns="91425" rIns="91425" bIns="91425" anchor="ctr" anchorCtr="0">
            <a:noAutofit/>
          </a:bodyPr>
          <a:lstStyle/>
          <a:p>
            <a:pPr algn="l" rtl="0">
              <a:lnSpc>
                <a:spcPct val="107000"/>
              </a:lnSpc>
              <a:spcAft>
                <a:spcPts val="800"/>
              </a:spcAft>
            </a:pPr>
            <a:r>
              <a:rPr lang="en-US" kern="100" dirty="0">
                <a:effectLst/>
                <a:latin typeface="Roboto" panose="02000000000000000000" pitchFamily="2" charset="0"/>
                <a:ea typeface="Roboto" panose="02000000000000000000" pitchFamily="2" charset="0"/>
                <a:cs typeface="Roboto" panose="02000000000000000000" pitchFamily="2" charset="0"/>
              </a:rPr>
              <a:t>This dataset provides a </a:t>
            </a:r>
            <a:r>
              <a:rPr lang="en-US" b="1" kern="100" dirty="0">
                <a:effectLst/>
                <a:latin typeface="Roboto" panose="02000000000000000000" pitchFamily="2" charset="0"/>
                <a:ea typeface="Roboto" panose="02000000000000000000" pitchFamily="2" charset="0"/>
                <a:cs typeface="Roboto" panose="02000000000000000000" pitchFamily="2" charset="0"/>
              </a:rPr>
              <a:t>rich combination of temporal, geospatial, and categorical data</a:t>
            </a:r>
            <a:r>
              <a:rPr lang="en-US" kern="100" dirty="0">
                <a:effectLst/>
                <a:latin typeface="Roboto" panose="02000000000000000000" pitchFamily="2" charset="0"/>
                <a:ea typeface="Roboto" panose="02000000000000000000" pitchFamily="2" charset="0"/>
                <a:cs typeface="Roboto" panose="02000000000000000000" pitchFamily="2" charset="0"/>
              </a:rPr>
              <a:t>, making it highly valuable for </a:t>
            </a:r>
            <a:r>
              <a:rPr lang="en-US" b="1" kern="100" dirty="0">
                <a:effectLst/>
                <a:latin typeface="Roboto" panose="02000000000000000000" pitchFamily="2" charset="0"/>
                <a:ea typeface="Roboto" panose="02000000000000000000" pitchFamily="2" charset="0"/>
                <a:cs typeface="Roboto" panose="02000000000000000000" pitchFamily="2" charset="0"/>
              </a:rPr>
              <a:t>predictive analysis, pricing strategies, and ride demand forecasting.</a:t>
            </a:r>
            <a:endParaRPr lang="en-US" kern="100" dirty="0">
              <a:effectLst/>
              <a:latin typeface="Roboto" panose="02000000000000000000" pitchFamily="2" charset="0"/>
              <a:ea typeface="Roboto" panose="02000000000000000000" pitchFamily="2" charset="0"/>
              <a:cs typeface="Roboto" panose="02000000000000000000" pitchFamily="2" charset="0"/>
            </a:endParaRPr>
          </a:p>
        </p:txBody>
      </p:sp>
      <p:graphicFrame>
        <p:nvGraphicFramePr>
          <p:cNvPr id="2" name="Table 1">
            <a:extLst>
              <a:ext uri="{FF2B5EF4-FFF2-40B4-BE49-F238E27FC236}">
                <a16:creationId xmlns:a16="http://schemas.microsoft.com/office/drawing/2014/main" id="{B201174A-6DC5-B785-6BEB-D4A5E5AFD666}"/>
              </a:ext>
            </a:extLst>
          </p:cNvPr>
          <p:cNvGraphicFramePr>
            <a:graphicFrameLocks noGrp="1"/>
          </p:cNvGraphicFramePr>
          <p:nvPr>
            <p:extLst>
              <p:ext uri="{D42A27DB-BD31-4B8C-83A1-F6EECF244321}">
                <p14:modId xmlns:p14="http://schemas.microsoft.com/office/powerpoint/2010/main" val="4224284880"/>
              </p:ext>
            </p:extLst>
          </p:nvPr>
        </p:nvGraphicFramePr>
        <p:xfrm>
          <a:off x="275901" y="1550013"/>
          <a:ext cx="7811051" cy="2773176"/>
        </p:xfrm>
        <a:graphic>
          <a:graphicData uri="http://schemas.openxmlformats.org/drawingml/2006/table">
            <a:tbl>
              <a:tblPr firstRow="1" bandRow="1">
                <a:tableStyleId>{5C22544A-7EE6-4342-B048-85BDC9FD1C3A}</a:tableStyleId>
              </a:tblPr>
              <a:tblGrid>
                <a:gridCol w="1455696">
                  <a:extLst>
                    <a:ext uri="{9D8B030D-6E8A-4147-A177-3AD203B41FA5}">
                      <a16:colId xmlns:a16="http://schemas.microsoft.com/office/drawing/2014/main" val="20000"/>
                    </a:ext>
                  </a:extLst>
                </a:gridCol>
                <a:gridCol w="1562210">
                  <a:extLst>
                    <a:ext uri="{9D8B030D-6E8A-4147-A177-3AD203B41FA5}">
                      <a16:colId xmlns:a16="http://schemas.microsoft.com/office/drawing/2014/main" val="20001"/>
                    </a:ext>
                  </a:extLst>
                </a:gridCol>
                <a:gridCol w="852115">
                  <a:extLst>
                    <a:ext uri="{9D8B030D-6E8A-4147-A177-3AD203B41FA5}">
                      <a16:colId xmlns:a16="http://schemas.microsoft.com/office/drawing/2014/main" val="20002"/>
                    </a:ext>
                  </a:extLst>
                </a:gridCol>
                <a:gridCol w="3941030">
                  <a:extLst>
                    <a:ext uri="{9D8B030D-6E8A-4147-A177-3AD203B41FA5}">
                      <a16:colId xmlns:a16="http://schemas.microsoft.com/office/drawing/2014/main" val="20003"/>
                    </a:ext>
                  </a:extLst>
                </a:gridCol>
              </a:tblGrid>
              <a:tr h="396168">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Column Name</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Non-Null Count</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Dtype</a:t>
                      </a:r>
                      <a:endPar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8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Description</a:t>
                      </a:r>
                    </a:p>
                  </a:txBody>
                  <a:tcPr anchor="ctr">
                    <a:solidFill>
                      <a:srgbClr val="434343"/>
                    </a:solidFill>
                  </a:tcPr>
                </a:tc>
                <a:extLst>
                  <a:ext uri="{0D108BD9-81ED-4DB2-BD59-A6C34878D82A}">
                    <a16:rowId xmlns:a16="http://schemas.microsoft.com/office/drawing/2014/main" val="10000"/>
                  </a:ext>
                </a:extLst>
              </a:tr>
              <a:tr h="297126">
                <a:tc>
                  <a:txBody>
                    <a:bodyPr/>
                    <a:lstStyle/>
                    <a:p>
                      <a:pPr algn="ctr"/>
                      <a:r>
                        <a:rPr sz="1050" b="1" dirty="0">
                          <a:solidFill>
                            <a:schemeClr val="bg1"/>
                          </a:solidFill>
                          <a:latin typeface="Roboto" panose="02000000000000000000" pitchFamily="2" charset="0"/>
                          <a:ea typeface="Roboto" panose="02000000000000000000" pitchFamily="2" charset="0"/>
                          <a:cs typeface="Roboto" panose="02000000000000000000" pitchFamily="2" charset="0"/>
                        </a:rPr>
                        <a:t>weekday</a:t>
                      </a:r>
                    </a:p>
                  </a:txBody>
                  <a:tcPr>
                    <a:solidFill>
                      <a:schemeClr val="accent1"/>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500,000</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int64</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Day of the week when the trip started</a:t>
                      </a:r>
                    </a:p>
                  </a:txBody>
                  <a:tcPr>
                    <a:solidFill>
                      <a:srgbClr val="D9D9D9"/>
                    </a:solidFill>
                  </a:tcPr>
                </a:tc>
                <a:extLst>
                  <a:ext uri="{0D108BD9-81ED-4DB2-BD59-A6C34878D82A}">
                    <a16:rowId xmlns:a16="http://schemas.microsoft.com/office/drawing/2014/main" val="10001"/>
                  </a:ext>
                </a:extLst>
              </a:tr>
              <a:tr h="297126">
                <a:tc>
                  <a:txBody>
                    <a:bodyPr/>
                    <a:lstStyle/>
                    <a:p>
                      <a:pPr algn="ctr"/>
                      <a:r>
                        <a:rPr sz="1050" b="1" dirty="0">
                          <a:solidFill>
                            <a:schemeClr val="bg1"/>
                          </a:solidFill>
                          <a:latin typeface="Roboto" panose="02000000000000000000" pitchFamily="2" charset="0"/>
                          <a:ea typeface="Roboto" panose="02000000000000000000" pitchFamily="2" charset="0"/>
                          <a:cs typeface="Roboto" panose="02000000000000000000" pitchFamily="2" charset="0"/>
                        </a:rPr>
                        <a:t>year</a:t>
                      </a:r>
                    </a:p>
                  </a:txBody>
                  <a:tcPr>
                    <a:solidFill>
                      <a:schemeClr val="accent1"/>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500,000</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int64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Year when the trip started</a:t>
                      </a:r>
                    </a:p>
                  </a:txBody>
                  <a:tcPr>
                    <a:solidFill>
                      <a:srgbClr val="D9D9D9"/>
                    </a:solidFill>
                  </a:tcPr>
                </a:tc>
                <a:extLst>
                  <a:ext uri="{0D108BD9-81ED-4DB2-BD59-A6C34878D82A}">
                    <a16:rowId xmlns:a16="http://schemas.microsoft.com/office/drawing/2014/main" val="10002"/>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jfk_dist</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1"/>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499,995</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Distance from pickup to John F. Kennedy International Airport</a:t>
                      </a:r>
                    </a:p>
                  </a:txBody>
                  <a:tcPr>
                    <a:solidFill>
                      <a:srgbClr val="D9D9D9"/>
                    </a:solidFill>
                  </a:tcPr>
                </a:tc>
                <a:extLst>
                  <a:ext uri="{0D108BD9-81ED-4DB2-BD59-A6C34878D82A}">
                    <a16:rowId xmlns:a16="http://schemas.microsoft.com/office/drawing/2014/main" val="10003"/>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ewr_dist</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1"/>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499,995</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Distance from pickup to Newark Liberty International Airport</a:t>
                      </a:r>
                    </a:p>
                  </a:txBody>
                  <a:tcPr>
                    <a:solidFill>
                      <a:srgbClr val="D9D9D9"/>
                    </a:solidFill>
                  </a:tcPr>
                </a:tc>
                <a:extLst>
                  <a:ext uri="{0D108BD9-81ED-4DB2-BD59-A6C34878D82A}">
                    <a16:rowId xmlns:a16="http://schemas.microsoft.com/office/drawing/2014/main" val="10004"/>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lga_dist</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1"/>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499,995</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Distance from pickup to LaGuardia Airport</a:t>
                      </a:r>
                    </a:p>
                  </a:txBody>
                  <a:tcPr>
                    <a:solidFill>
                      <a:srgbClr val="D9D9D9"/>
                    </a:solidFill>
                  </a:tcPr>
                </a:tc>
                <a:extLst>
                  <a:ext uri="{0D108BD9-81ED-4DB2-BD59-A6C34878D82A}">
                    <a16:rowId xmlns:a16="http://schemas.microsoft.com/office/drawing/2014/main" val="10005"/>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sol_dist</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1"/>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499,995</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Distance from pickup to the Statue of Liberty</a:t>
                      </a:r>
                    </a:p>
                  </a:txBody>
                  <a:tcPr>
                    <a:solidFill>
                      <a:srgbClr val="D9D9D9"/>
                    </a:solidFill>
                  </a:tcPr>
                </a:tc>
                <a:extLst>
                  <a:ext uri="{0D108BD9-81ED-4DB2-BD59-A6C34878D82A}">
                    <a16:rowId xmlns:a16="http://schemas.microsoft.com/office/drawing/2014/main" val="10006"/>
                  </a:ext>
                </a:extLst>
              </a:tr>
              <a:tr h="297126">
                <a:tc>
                  <a:txBody>
                    <a:bodyPr/>
                    <a:lstStyle/>
                    <a:p>
                      <a:pPr algn="ctr"/>
                      <a:r>
                        <a:rPr sz="1050" b="1" dirty="0" err="1">
                          <a:solidFill>
                            <a:schemeClr val="bg1"/>
                          </a:solidFill>
                          <a:latin typeface="Roboto" panose="02000000000000000000" pitchFamily="2" charset="0"/>
                          <a:ea typeface="Roboto" panose="02000000000000000000" pitchFamily="2" charset="0"/>
                          <a:cs typeface="Roboto" panose="02000000000000000000" pitchFamily="2" charset="0"/>
                        </a:rPr>
                        <a:t>nyc_dist</a:t>
                      </a:r>
                      <a:endParaRPr sz="105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solidFill>
                      <a:schemeClr val="accent1"/>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499,995</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a:latin typeface="Roboto" panose="02000000000000000000" pitchFamily="2" charset="0"/>
                          <a:ea typeface="Roboto" panose="02000000000000000000" pitchFamily="2" charset="0"/>
                          <a:cs typeface="Roboto" panose="02000000000000000000" pitchFamily="2" charset="0"/>
                        </a:rPr>
                        <a:t>Distance from pickup to the center of New York City</a:t>
                      </a:r>
                    </a:p>
                  </a:txBody>
                  <a:tcPr>
                    <a:solidFill>
                      <a:srgbClr val="D9D9D9"/>
                    </a:solidFill>
                  </a:tcPr>
                </a:tc>
                <a:extLst>
                  <a:ext uri="{0D108BD9-81ED-4DB2-BD59-A6C34878D82A}">
                    <a16:rowId xmlns:a16="http://schemas.microsoft.com/office/drawing/2014/main" val="10007"/>
                  </a:ext>
                </a:extLst>
              </a:tr>
              <a:tr h="297126">
                <a:tc>
                  <a:txBody>
                    <a:bodyPr/>
                    <a:lstStyle/>
                    <a:p>
                      <a:pPr algn="ctr"/>
                      <a:r>
                        <a:rPr sz="1050" b="1" dirty="0">
                          <a:solidFill>
                            <a:schemeClr val="bg1"/>
                          </a:solidFill>
                          <a:latin typeface="Roboto" panose="02000000000000000000" pitchFamily="2" charset="0"/>
                          <a:ea typeface="Roboto" panose="02000000000000000000" pitchFamily="2" charset="0"/>
                          <a:cs typeface="Roboto" panose="02000000000000000000" pitchFamily="2" charset="0"/>
                        </a:rPr>
                        <a:t>distance</a:t>
                      </a:r>
                    </a:p>
                  </a:txBody>
                  <a:tcPr>
                    <a:solidFill>
                      <a:schemeClr val="accent1"/>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499,995</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float64</a:t>
                      </a:r>
                    </a:p>
                  </a:txBody>
                  <a:tcPr>
                    <a:solidFill>
                      <a:srgbClr val="D9D9D9"/>
                    </a:solidFill>
                  </a:tcPr>
                </a:tc>
                <a:tc>
                  <a:txBody>
                    <a:bodyPr/>
                    <a:lstStyle/>
                    <a:p>
                      <a:pPr algn="ctr"/>
                      <a:r>
                        <a:rPr sz="1050" dirty="0">
                          <a:latin typeface="Roboto" panose="02000000000000000000" pitchFamily="2" charset="0"/>
                          <a:ea typeface="Roboto" panose="02000000000000000000" pitchFamily="2" charset="0"/>
                          <a:cs typeface="Roboto" panose="02000000000000000000" pitchFamily="2" charset="0"/>
                        </a:rPr>
                        <a:t>Total distance of the trip</a:t>
                      </a:r>
                    </a:p>
                  </a:txBody>
                  <a:tcPr>
                    <a:solidFill>
                      <a:srgbClr val="D9D9D9"/>
                    </a:solidFill>
                  </a:tcPr>
                </a:tc>
                <a:extLst>
                  <a:ext uri="{0D108BD9-81ED-4DB2-BD59-A6C34878D82A}">
                    <a16:rowId xmlns:a16="http://schemas.microsoft.com/office/drawing/2014/main" val="10008"/>
                  </a:ext>
                </a:extLst>
              </a:tr>
            </a:tbl>
          </a:graphicData>
        </a:graphic>
      </p:graphicFrame>
      <p:grpSp>
        <p:nvGrpSpPr>
          <p:cNvPr id="869" name="Google Shape;869;p22">
            <a:extLst>
              <a:ext uri="{FF2B5EF4-FFF2-40B4-BE49-F238E27FC236}">
                <a16:creationId xmlns:a16="http://schemas.microsoft.com/office/drawing/2014/main" id="{12EA487A-CADB-F29B-375F-F3F2515E784D}"/>
              </a:ext>
            </a:extLst>
          </p:cNvPr>
          <p:cNvGrpSpPr/>
          <p:nvPr/>
        </p:nvGrpSpPr>
        <p:grpSpPr>
          <a:xfrm>
            <a:off x="7426052" y="3728214"/>
            <a:ext cx="1565564" cy="1300679"/>
            <a:chOff x="5610544" y="2868800"/>
            <a:chExt cx="2215799" cy="1863014"/>
          </a:xfrm>
        </p:grpSpPr>
        <p:sp>
          <p:nvSpPr>
            <p:cNvPr id="870" name="Google Shape;870;p22">
              <a:extLst>
                <a:ext uri="{FF2B5EF4-FFF2-40B4-BE49-F238E27FC236}">
                  <a16:creationId xmlns:a16="http://schemas.microsoft.com/office/drawing/2014/main" id="{784EADC4-EF06-653A-5EB8-C4092F25FF3C}"/>
                </a:ext>
              </a:extLst>
            </p:cNvPr>
            <p:cNvSpPr/>
            <p:nvPr/>
          </p:nvSpPr>
          <p:spPr>
            <a:xfrm>
              <a:off x="6516100" y="2868800"/>
              <a:ext cx="404700" cy="205500"/>
            </a:xfrm>
            <a:prstGeom prst="round2SameRect">
              <a:avLst>
                <a:gd name="adj1" fmla="val 47457"/>
                <a:gd name="adj2" fmla="val 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2">
              <a:extLst>
                <a:ext uri="{FF2B5EF4-FFF2-40B4-BE49-F238E27FC236}">
                  <a16:creationId xmlns:a16="http://schemas.microsoft.com/office/drawing/2014/main" id="{79D52CDD-C9D4-3629-3376-3C96F8AE1B63}"/>
                </a:ext>
              </a:extLst>
            </p:cNvPr>
            <p:cNvSpPr/>
            <p:nvPr/>
          </p:nvSpPr>
          <p:spPr>
            <a:xfrm>
              <a:off x="5610544" y="4460084"/>
              <a:ext cx="2215799" cy="271730"/>
            </a:xfrm>
            <a:custGeom>
              <a:avLst/>
              <a:gdLst/>
              <a:ahLst/>
              <a:cxnLst/>
              <a:rect l="l" t="t" r="r" b="b"/>
              <a:pathLst>
                <a:path w="247299" h="30327" extrusionOk="0">
                  <a:moveTo>
                    <a:pt x="117259" y="0"/>
                  </a:moveTo>
                  <a:lnTo>
                    <a:pt x="110987" y="40"/>
                  </a:lnTo>
                  <a:lnTo>
                    <a:pt x="104794" y="159"/>
                  </a:lnTo>
                  <a:lnTo>
                    <a:pt x="98721" y="278"/>
                  </a:lnTo>
                  <a:lnTo>
                    <a:pt x="92727" y="476"/>
                  </a:lnTo>
                  <a:lnTo>
                    <a:pt x="86852" y="675"/>
                  </a:lnTo>
                  <a:lnTo>
                    <a:pt x="81136" y="913"/>
                  </a:lnTo>
                  <a:lnTo>
                    <a:pt x="75500" y="1191"/>
                  </a:lnTo>
                  <a:lnTo>
                    <a:pt x="70022" y="1469"/>
                  </a:lnTo>
                  <a:lnTo>
                    <a:pt x="64703" y="1826"/>
                  </a:lnTo>
                  <a:lnTo>
                    <a:pt x="59503" y="2183"/>
                  </a:lnTo>
                  <a:lnTo>
                    <a:pt x="54501" y="2580"/>
                  </a:lnTo>
                  <a:lnTo>
                    <a:pt x="49658" y="2977"/>
                  </a:lnTo>
                  <a:lnTo>
                    <a:pt x="44974" y="3453"/>
                  </a:lnTo>
                  <a:lnTo>
                    <a:pt x="40489" y="3930"/>
                  </a:lnTo>
                  <a:lnTo>
                    <a:pt x="36202" y="4446"/>
                  </a:lnTo>
                  <a:lnTo>
                    <a:pt x="32113" y="4962"/>
                  </a:lnTo>
                  <a:lnTo>
                    <a:pt x="28223" y="5518"/>
                  </a:lnTo>
                  <a:lnTo>
                    <a:pt x="24531" y="6073"/>
                  </a:lnTo>
                  <a:lnTo>
                    <a:pt x="21118" y="6669"/>
                  </a:lnTo>
                  <a:lnTo>
                    <a:pt x="17902" y="7304"/>
                  </a:lnTo>
                  <a:lnTo>
                    <a:pt x="14925" y="7939"/>
                  </a:lnTo>
                  <a:lnTo>
                    <a:pt x="12186" y="8574"/>
                  </a:lnTo>
                  <a:lnTo>
                    <a:pt x="9686" y="9249"/>
                  </a:lnTo>
                  <a:lnTo>
                    <a:pt x="7502" y="9924"/>
                  </a:lnTo>
                  <a:lnTo>
                    <a:pt x="6470" y="10281"/>
                  </a:lnTo>
                  <a:lnTo>
                    <a:pt x="5557" y="10638"/>
                  </a:lnTo>
                  <a:lnTo>
                    <a:pt x="4684" y="10996"/>
                  </a:lnTo>
                  <a:lnTo>
                    <a:pt x="3890" y="11353"/>
                  </a:lnTo>
                  <a:lnTo>
                    <a:pt x="3136" y="11750"/>
                  </a:lnTo>
                  <a:lnTo>
                    <a:pt x="2501" y="12107"/>
                  </a:lnTo>
                  <a:lnTo>
                    <a:pt x="1905" y="12464"/>
                  </a:lnTo>
                  <a:lnTo>
                    <a:pt x="1389" y="12861"/>
                  </a:lnTo>
                  <a:lnTo>
                    <a:pt x="992" y="13218"/>
                  </a:lnTo>
                  <a:lnTo>
                    <a:pt x="635" y="13615"/>
                  </a:lnTo>
                  <a:lnTo>
                    <a:pt x="357" y="13973"/>
                  </a:lnTo>
                  <a:lnTo>
                    <a:pt x="159" y="14370"/>
                  </a:lnTo>
                  <a:lnTo>
                    <a:pt x="40" y="14767"/>
                  </a:lnTo>
                  <a:lnTo>
                    <a:pt x="0" y="15164"/>
                  </a:lnTo>
                  <a:lnTo>
                    <a:pt x="40" y="15560"/>
                  </a:lnTo>
                  <a:lnTo>
                    <a:pt x="159" y="15957"/>
                  </a:lnTo>
                  <a:lnTo>
                    <a:pt x="357" y="16315"/>
                  </a:lnTo>
                  <a:lnTo>
                    <a:pt x="635" y="16712"/>
                  </a:lnTo>
                  <a:lnTo>
                    <a:pt x="992" y="17109"/>
                  </a:lnTo>
                  <a:lnTo>
                    <a:pt x="1389" y="17466"/>
                  </a:lnTo>
                  <a:lnTo>
                    <a:pt x="1905" y="17863"/>
                  </a:lnTo>
                  <a:lnTo>
                    <a:pt x="2501" y="18220"/>
                  </a:lnTo>
                  <a:lnTo>
                    <a:pt x="3136" y="18577"/>
                  </a:lnTo>
                  <a:lnTo>
                    <a:pt x="3890" y="18935"/>
                  </a:lnTo>
                  <a:lnTo>
                    <a:pt x="4684" y="19331"/>
                  </a:lnTo>
                  <a:lnTo>
                    <a:pt x="5557" y="19689"/>
                  </a:lnTo>
                  <a:lnTo>
                    <a:pt x="6470" y="20006"/>
                  </a:lnTo>
                  <a:lnTo>
                    <a:pt x="7502" y="20364"/>
                  </a:lnTo>
                  <a:lnTo>
                    <a:pt x="9686" y="21078"/>
                  </a:lnTo>
                  <a:lnTo>
                    <a:pt x="12186" y="21753"/>
                  </a:lnTo>
                  <a:lnTo>
                    <a:pt x="14925" y="22388"/>
                  </a:lnTo>
                  <a:lnTo>
                    <a:pt x="17902" y="23023"/>
                  </a:lnTo>
                  <a:lnTo>
                    <a:pt x="21118" y="23658"/>
                  </a:lnTo>
                  <a:lnTo>
                    <a:pt x="24531" y="24254"/>
                  </a:lnTo>
                  <a:lnTo>
                    <a:pt x="28223" y="24809"/>
                  </a:lnTo>
                  <a:lnTo>
                    <a:pt x="32113" y="25365"/>
                  </a:lnTo>
                  <a:lnTo>
                    <a:pt x="36202" y="25881"/>
                  </a:lnTo>
                  <a:lnTo>
                    <a:pt x="40489" y="26397"/>
                  </a:lnTo>
                  <a:lnTo>
                    <a:pt x="44974" y="26874"/>
                  </a:lnTo>
                  <a:lnTo>
                    <a:pt x="49658" y="27310"/>
                  </a:lnTo>
                  <a:lnTo>
                    <a:pt x="54501" y="27747"/>
                  </a:lnTo>
                  <a:lnTo>
                    <a:pt x="59503" y="28144"/>
                  </a:lnTo>
                  <a:lnTo>
                    <a:pt x="64703" y="28501"/>
                  </a:lnTo>
                  <a:lnTo>
                    <a:pt x="70022" y="28858"/>
                  </a:lnTo>
                  <a:lnTo>
                    <a:pt x="75500" y="29136"/>
                  </a:lnTo>
                  <a:lnTo>
                    <a:pt x="81136" y="29414"/>
                  </a:lnTo>
                  <a:lnTo>
                    <a:pt x="86852" y="29652"/>
                  </a:lnTo>
                  <a:lnTo>
                    <a:pt x="92727" y="29851"/>
                  </a:lnTo>
                  <a:lnTo>
                    <a:pt x="98721" y="30009"/>
                  </a:lnTo>
                  <a:lnTo>
                    <a:pt x="104794" y="30168"/>
                  </a:lnTo>
                  <a:lnTo>
                    <a:pt x="110987" y="30248"/>
                  </a:lnTo>
                  <a:lnTo>
                    <a:pt x="117259" y="30327"/>
                  </a:lnTo>
                  <a:lnTo>
                    <a:pt x="130001" y="30327"/>
                  </a:lnTo>
                  <a:lnTo>
                    <a:pt x="136272" y="30248"/>
                  </a:lnTo>
                  <a:lnTo>
                    <a:pt x="142465" y="30168"/>
                  </a:lnTo>
                  <a:lnTo>
                    <a:pt x="148578" y="30009"/>
                  </a:lnTo>
                  <a:lnTo>
                    <a:pt x="154532" y="29851"/>
                  </a:lnTo>
                  <a:lnTo>
                    <a:pt x="160407" y="29652"/>
                  </a:lnTo>
                  <a:lnTo>
                    <a:pt x="166163" y="29414"/>
                  </a:lnTo>
                  <a:lnTo>
                    <a:pt x="171760" y="29136"/>
                  </a:lnTo>
                  <a:lnTo>
                    <a:pt x="177238" y="28858"/>
                  </a:lnTo>
                  <a:lnTo>
                    <a:pt x="182596" y="28501"/>
                  </a:lnTo>
                  <a:lnTo>
                    <a:pt x="187757" y="28144"/>
                  </a:lnTo>
                  <a:lnTo>
                    <a:pt x="192758" y="27747"/>
                  </a:lnTo>
                  <a:lnTo>
                    <a:pt x="197641" y="27310"/>
                  </a:lnTo>
                  <a:lnTo>
                    <a:pt x="202285" y="26874"/>
                  </a:lnTo>
                  <a:lnTo>
                    <a:pt x="206771" y="26397"/>
                  </a:lnTo>
                  <a:lnTo>
                    <a:pt x="211058" y="25881"/>
                  </a:lnTo>
                  <a:lnTo>
                    <a:pt x="215186" y="25365"/>
                  </a:lnTo>
                  <a:lnTo>
                    <a:pt x="219076" y="24809"/>
                  </a:lnTo>
                  <a:lnTo>
                    <a:pt x="222728" y="24254"/>
                  </a:lnTo>
                  <a:lnTo>
                    <a:pt x="226181" y="23658"/>
                  </a:lnTo>
                  <a:lnTo>
                    <a:pt x="229397" y="23023"/>
                  </a:lnTo>
                  <a:lnTo>
                    <a:pt x="232374" y="22388"/>
                  </a:lnTo>
                  <a:lnTo>
                    <a:pt x="235113" y="21753"/>
                  </a:lnTo>
                  <a:lnTo>
                    <a:pt x="237574" y="21078"/>
                  </a:lnTo>
                  <a:lnTo>
                    <a:pt x="239797" y="20364"/>
                  </a:lnTo>
                  <a:lnTo>
                    <a:pt x="240789" y="20006"/>
                  </a:lnTo>
                  <a:lnTo>
                    <a:pt x="241742" y="19689"/>
                  </a:lnTo>
                  <a:lnTo>
                    <a:pt x="242615" y="19331"/>
                  </a:lnTo>
                  <a:lnTo>
                    <a:pt x="243409" y="18935"/>
                  </a:lnTo>
                  <a:lnTo>
                    <a:pt x="244123" y="18577"/>
                  </a:lnTo>
                  <a:lnTo>
                    <a:pt x="244798" y="18220"/>
                  </a:lnTo>
                  <a:lnTo>
                    <a:pt x="245354" y="17863"/>
                  </a:lnTo>
                  <a:lnTo>
                    <a:pt x="245870" y="17466"/>
                  </a:lnTo>
                  <a:lnTo>
                    <a:pt x="246307" y="17109"/>
                  </a:lnTo>
                  <a:lnTo>
                    <a:pt x="246664" y="16712"/>
                  </a:lnTo>
                  <a:lnTo>
                    <a:pt x="246942" y="16315"/>
                  </a:lnTo>
                  <a:lnTo>
                    <a:pt x="247140" y="15957"/>
                  </a:lnTo>
                  <a:lnTo>
                    <a:pt x="247259" y="15560"/>
                  </a:lnTo>
                  <a:lnTo>
                    <a:pt x="247299" y="15164"/>
                  </a:lnTo>
                  <a:lnTo>
                    <a:pt x="247259" y="14767"/>
                  </a:lnTo>
                  <a:lnTo>
                    <a:pt x="247140" y="14370"/>
                  </a:lnTo>
                  <a:lnTo>
                    <a:pt x="246942" y="13973"/>
                  </a:lnTo>
                  <a:lnTo>
                    <a:pt x="246664" y="13615"/>
                  </a:lnTo>
                  <a:lnTo>
                    <a:pt x="246307" y="13218"/>
                  </a:lnTo>
                  <a:lnTo>
                    <a:pt x="245870" y="12861"/>
                  </a:lnTo>
                  <a:lnTo>
                    <a:pt x="245354" y="12464"/>
                  </a:lnTo>
                  <a:lnTo>
                    <a:pt x="244798" y="12107"/>
                  </a:lnTo>
                  <a:lnTo>
                    <a:pt x="244123" y="11750"/>
                  </a:lnTo>
                  <a:lnTo>
                    <a:pt x="243409" y="11353"/>
                  </a:lnTo>
                  <a:lnTo>
                    <a:pt x="242615" y="10996"/>
                  </a:lnTo>
                  <a:lnTo>
                    <a:pt x="241742" y="10638"/>
                  </a:lnTo>
                  <a:lnTo>
                    <a:pt x="240789" y="10281"/>
                  </a:lnTo>
                  <a:lnTo>
                    <a:pt x="239797" y="9924"/>
                  </a:lnTo>
                  <a:lnTo>
                    <a:pt x="237574" y="9249"/>
                  </a:lnTo>
                  <a:lnTo>
                    <a:pt x="235113" y="8574"/>
                  </a:lnTo>
                  <a:lnTo>
                    <a:pt x="232374" y="7939"/>
                  </a:lnTo>
                  <a:lnTo>
                    <a:pt x="229397" y="7304"/>
                  </a:lnTo>
                  <a:lnTo>
                    <a:pt x="226181" y="6669"/>
                  </a:lnTo>
                  <a:lnTo>
                    <a:pt x="222728" y="6073"/>
                  </a:lnTo>
                  <a:lnTo>
                    <a:pt x="219076" y="5518"/>
                  </a:lnTo>
                  <a:lnTo>
                    <a:pt x="215186" y="4962"/>
                  </a:lnTo>
                  <a:lnTo>
                    <a:pt x="211058" y="4446"/>
                  </a:lnTo>
                  <a:lnTo>
                    <a:pt x="206771" y="3930"/>
                  </a:lnTo>
                  <a:lnTo>
                    <a:pt x="202285" y="3453"/>
                  </a:lnTo>
                  <a:lnTo>
                    <a:pt x="197641" y="2977"/>
                  </a:lnTo>
                  <a:lnTo>
                    <a:pt x="192758" y="2580"/>
                  </a:lnTo>
                  <a:lnTo>
                    <a:pt x="187757" y="2183"/>
                  </a:lnTo>
                  <a:lnTo>
                    <a:pt x="182596" y="1826"/>
                  </a:lnTo>
                  <a:lnTo>
                    <a:pt x="177238" y="1469"/>
                  </a:lnTo>
                  <a:lnTo>
                    <a:pt x="171760" y="1191"/>
                  </a:lnTo>
                  <a:lnTo>
                    <a:pt x="166163" y="913"/>
                  </a:lnTo>
                  <a:lnTo>
                    <a:pt x="160407" y="675"/>
                  </a:lnTo>
                  <a:lnTo>
                    <a:pt x="154532" y="476"/>
                  </a:lnTo>
                  <a:lnTo>
                    <a:pt x="148578" y="278"/>
                  </a:lnTo>
                  <a:lnTo>
                    <a:pt x="142465" y="159"/>
                  </a:lnTo>
                  <a:lnTo>
                    <a:pt x="136272" y="40"/>
                  </a:lnTo>
                  <a:lnTo>
                    <a:pt x="130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2">
              <a:extLst>
                <a:ext uri="{FF2B5EF4-FFF2-40B4-BE49-F238E27FC236}">
                  <a16:creationId xmlns:a16="http://schemas.microsoft.com/office/drawing/2014/main" id="{FC98CA1B-CD24-5B5B-11AA-95AF02CB69C8}"/>
                </a:ext>
              </a:extLst>
            </p:cNvPr>
            <p:cNvSpPr/>
            <p:nvPr/>
          </p:nvSpPr>
          <p:spPr>
            <a:xfrm>
              <a:off x="5610544" y="4460084"/>
              <a:ext cx="2215799" cy="271730"/>
            </a:xfrm>
            <a:custGeom>
              <a:avLst/>
              <a:gdLst/>
              <a:ahLst/>
              <a:cxnLst/>
              <a:rect l="l" t="t" r="r" b="b"/>
              <a:pathLst>
                <a:path w="247299" h="30327" fill="none" extrusionOk="0">
                  <a:moveTo>
                    <a:pt x="123650" y="0"/>
                  </a:moveTo>
                  <a:lnTo>
                    <a:pt x="123650" y="0"/>
                  </a:lnTo>
                  <a:lnTo>
                    <a:pt x="117259" y="0"/>
                  </a:lnTo>
                  <a:lnTo>
                    <a:pt x="110987" y="40"/>
                  </a:lnTo>
                  <a:lnTo>
                    <a:pt x="104794" y="159"/>
                  </a:lnTo>
                  <a:lnTo>
                    <a:pt x="98721" y="278"/>
                  </a:lnTo>
                  <a:lnTo>
                    <a:pt x="92727" y="476"/>
                  </a:lnTo>
                  <a:lnTo>
                    <a:pt x="86852" y="675"/>
                  </a:lnTo>
                  <a:lnTo>
                    <a:pt x="81136" y="913"/>
                  </a:lnTo>
                  <a:lnTo>
                    <a:pt x="75500" y="1191"/>
                  </a:lnTo>
                  <a:lnTo>
                    <a:pt x="70022" y="1469"/>
                  </a:lnTo>
                  <a:lnTo>
                    <a:pt x="64703" y="1826"/>
                  </a:lnTo>
                  <a:lnTo>
                    <a:pt x="59503" y="2183"/>
                  </a:lnTo>
                  <a:lnTo>
                    <a:pt x="54501" y="2580"/>
                  </a:lnTo>
                  <a:lnTo>
                    <a:pt x="49658" y="2977"/>
                  </a:lnTo>
                  <a:lnTo>
                    <a:pt x="44974" y="3453"/>
                  </a:lnTo>
                  <a:lnTo>
                    <a:pt x="40489" y="3930"/>
                  </a:lnTo>
                  <a:lnTo>
                    <a:pt x="36202" y="4446"/>
                  </a:lnTo>
                  <a:lnTo>
                    <a:pt x="32113" y="4962"/>
                  </a:lnTo>
                  <a:lnTo>
                    <a:pt x="28223" y="5518"/>
                  </a:lnTo>
                  <a:lnTo>
                    <a:pt x="24531" y="6073"/>
                  </a:lnTo>
                  <a:lnTo>
                    <a:pt x="21118" y="6669"/>
                  </a:lnTo>
                  <a:lnTo>
                    <a:pt x="17902" y="7304"/>
                  </a:lnTo>
                  <a:lnTo>
                    <a:pt x="14925" y="7939"/>
                  </a:lnTo>
                  <a:lnTo>
                    <a:pt x="12186" y="8574"/>
                  </a:lnTo>
                  <a:lnTo>
                    <a:pt x="9686" y="9249"/>
                  </a:lnTo>
                  <a:lnTo>
                    <a:pt x="7502" y="9924"/>
                  </a:lnTo>
                  <a:lnTo>
                    <a:pt x="6470" y="10281"/>
                  </a:lnTo>
                  <a:lnTo>
                    <a:pt x="5557" y="10638"/>
                  </a:lnTo>
                  <a:lnTo>
                    <a:pt x="4684" y="10996"/>
                  </a:lnTo>
                  <a:lnTo>
                    <a:pt x="3890" y="11353"/>
                  </a:lnTo>
                  <a:lnTo>
                    <a:pt x="3136" y="11750"/>
                  </a:lnTo>
                  <a:lnTo>
                    <a:pt x="2501" y="12107"/>
                  </a:lnTo>
                  <a:lnTo>
                    <a:pt x="1905" y="12464"/>
                  </a:lnTo>
                  <a:lnTo>
                    <a:pt x="1389" y="12861"/>
                  </a:lnTo>
                  <a:lnTo>
                    <a:pt x="992" y="13218"/>
                  </a:lnTo>
                  <a:lnTo>
                    <a:pt x="635" y="13615"/>
                  </a:lnTo>
                  <a:lnTo>
                    <a:pt x="357" y="13973"/>
                  </a:lnTo>
                  <a:lnTo>
                    <a:pt x="159" y="14370"/>
                  </a:lnTo>
                  <a:lnTo>
                    <a:pt x="40" y="14767"/>
                  </a:lnTo>
                  <a:lnTo>
                    <a:pt x="0" y="15164"/>
                  </a:lnTo>
                  <a:lnTo>
                    <a:pt x="0" y="15164"/>
                  </a:lnTo>
                  <a:lnTo>
                    <a:pt x="40" y="15560"/>
                  </a:lnTo>
                  <a:lnTo>
                    <a:pt x="159" y="15957"/>
                  </a:lnTo>
                  <a:lnTo>
                    <a:pt x="357" y="16315"/>
                  </a:lnTo>
                  <a:lnTo>
                    <a:pt x="635" y="16712"/>
                  </a:lnTo>
                  <a:lnTo>
                    <a:pt x="992" y="17109"/>
                  </a:lnTo>
                  <a:lnTo>
                    <a:pt x="1389" y="17466"/>
                  </a:lnTo>
                  <a:lnTo>
                    <a:pt x="1905" y="17863"/>
                  </a:lnTo>
                  <a:lnTo>
                    <a:pt x="2501" y="18220"/>
                  </a:lnTo>
                  <a:lnTo>
                    <a:pt x="3136" y="18577"/>
                  </a:lnTo>
                  <a:lnTo>
                    <a:pt x="3890" y="18935"/>
                  </a:lnTo>
                  <a:lnTo>
                    <a:pt x="4684" y="19331"/>
                  </a:lnTo>
                  <a:lnTo>
                    <a:pt x="5557" y="19689"/>
                  </a:lnTo>
                  <a:lnTo>
                    <a:pt x="6470" y="20006"/>
                  </a:lnTo>
                  <a:lnTo>
                    <a:pt x="7502" y="20364"/>
                  </a:lnTo>
                  <a:lnTo>
                    <a:pt x="9686" y="21078"/>
                  </a:lnTo>
                  <a:lnTo>
                    <a:pt x="12186" y="21753"/>
                  </a:lnTo>
                  <a:lnTo>
                    <a:pt x="14925" y="22388"/>
                  </a:lnTo>
                  <a:lnTo>
                    <a:pt x="17902" y="23023"/>
                  </a:lnTo>
                  <a:lnTo>
                    <a:pt x="21118" y="23658"/>
                  </a:lnTo>
                  <a:lnTo>
                    <a:pt x="24531" y="24254"/>
                  </a:lnTo>
                  <a:lnTo>
                    <a:pt x="28223" y="24809"/>
                  </a:lnTo>
                  <a:lnTo>
                    <a:pt x="32113" y="25365"/>
                  </a:lnTo>
                  <a:lnTo>
                    <a:pt x="36202" y="25881"/>
                  </a:lnTo>
                  <a:lnTo>
                    <a:pt x="40489" y="26397"/>
                  </a:lnTo>
                  <a:lnTo>
                    <a:pt x="44974" y="26874"/>
                  </a:lnTo>
                  <a:lnTo>
                    <a:pt x="49658" y="27310"/>
                  </a:lnTo>
                  <a:lnTo>
                    <a:pt x="54501" y="27747"/>
                  </a:lnTo>
                  <a:lnTo>
                    <a:pt x="59503" y="28144"/>
                  </a:lnTo>
                  <a:lnTo>
                    <a:pt x="64703" y="28501"/>
                  </a:lnTo>
                  <a:lnTo>
                    <a:pt x="70022" y="28858"/>
                  </a:lnTo>
                  <a:lnTo>
                    <a:pt x="75500" y="29136"/>
                  </a:lnTo>
                  <a:lnTo>
                    <a:pt x="81136" y="29414"/>
                  </a:lnTo>
                  <a:lnTo>
                    <a:pt x="86852" y="29652"/>
                  </a:lnTo>
                  <a:lnTo>
                    <a:pt x="92727" y="29851"/>
                  </a:lnTo>
                  <a:lnTo>
                    <a:pt x="98721" y="30009"/>
                  </a:lnTo>
                  <a:lnTo>
                    <a:pt x="104794" y="30168"/>
                  </a:lnTo>
                  <a:lnTo>
                    <a:pt x="110987" y="30248"/>
                  </a:lnTo>
                  <a:lnTo>
                    <a:pt x="117259" y="30327"/>
                  </a:lnTo>
                  <a:lnTo>
                    <a:pt x="123650" y="30327"/>
                  </a:lnTo>
                  <a:lnTo>
                    <a:pt x="123650" y="30327"/>
                  </a:lnTo>
                  <a:lnTo>
                    <a:pt x="130001" y="30327"/>
                  </a:lnTo>
                  <a:lnTo>
                    <a:pt x="136272" y="30248"/>
                  </a:lnTo>
                  <a:lnTo>
                    <a:pt x="142465" y="30168"/>
                  </a:lnTo>
                  <a:lnTo>
                    <a:pt x="148578" y="30009"/>
                  </a:lnTo>
                  <a:lnTo>
                    <a:pt x="154532" y="29851"/>
                  </a:lnTo>
                  <a:lnTo>
                    <a:pt x="160407" y="29652"/>
                  </a:lnTo>
                  <a:lnTo>
                    <a:pt x="166163" y="29414"/>
                  </a:lnTo>
                  <a:lnTo>
                    <a:pt x="171760" y="29136"/>
                  </a:lnTo>
                  <a:lnTo>
                    <a:pt x="177238" y="28858"/>
                  </a:lnTo>
                  <a:lnTo>
                    <a:pt x="182596" y="28501"/>
                  </a:lnTo>
                  <a:lnTo>
                    <a:pt x="187757" y="28144"/>
                  </a:lnTo>
                  <a:lnTo>
                    <a:pt x="192758" y="27747"/>
                  </a:lnTo>
                  <a:lnTo>
                    <a:pt x="197641" y="27310"/>
                  </a:lnTo>
                  <a:lnTo>
                    <a:pt x="202285" y="26874"/>
                  </a:lnTo>
                  <a:lnTo>
                    <a:pt x="206771" y="26397"/>
                  </a:lnTo>
                  <a:lnTo>
                    <a:pt x="211058" y="25881"/>
                  </a:lnTo>
                  <a:lnTo>
                    <a:pt x="215186" y="25365"/>
                  </a:lnTo>
                  <a:lnTo>
                    <a:pt x="219076" y="24809"/>
                  </a:lnTo>
                  <a:lnTo>
                    <a:pt x="222728" y="24254"/>
                  </a:lnTo>
                  <a:lnTo>
                    <a:pt x="226181" y="23658"/>
                  </a:lnTo>
                  <a:lnTo>
                    <a:pt x="229397" y="23023"/>
                  </a:lnTo>
                  <a:lnTo>
                    <a:pt x="232374" y="22388"/>
                  </a:lnTo>
                  <a:lnTo>
                    <a:pt x="235113" y="21753"/>
                  </a:lnTo>
                  <a:lnTo>
                    <a:pt x="237574" y="21078"/>
                  </a:lnTo>
                  <a:lnTo>
                    <a:pt x="239797" y="20364"/>
                  </a:lnTo>
                  <a:lnTo>
                    <a:pt x="240789" y="20006"/>
                  </a:lnTo>
                  <a:lnTo>
                    <a:pt x="241742" y="19689"/>
                  </a:lnTo>
                  <a:lnTo>
                    <a:pt x="242615" y="19331"/>
                  </a:lnTo>
                  <a:lnTo>
                    <a:pt x="243409" y="18935"/>
                  </a:lnTo>
                  <a:lnTo>
                    <a:pt x="244123" y="18577"/>
                  </a:lnTo>
                  <a:lnTo>
                    <a:pt x="244798" y="18220"/>
                  </a:lnTo>
                  <a:lnTo>
                    <a:pt x="245354" y="17863"/>
                  </a:lnTo>
                  <a:lnTo>
                    <a:pt x="245870" y="17466"/>
                  </a:lnTo>
                  <a:lnTo>
                    <a:pt x="246307" y="17109"/>
                  </a:lnTo>
                  <a:lnTo>
                    <a:pt x="246664" y="16712"/>
                  </a:lnTo>
                  <a:lnTo>
                    <a:pt x="246942" y="16315"/>
                  </a:lnTo>
                  <a:lnTo>
                    <a:pt x="247140" y="15957"/>
                  </a:lnTo>
                  <a:lnTo>
                    <a:pt x="247259" y="15560"/>
                  </a:lnTo>
                  <a:lnTo>
                    <a:pt x="247299" y="15164"/>
                  </a:lnTo>
                  <a:lnTo>
                    <a:pt x="247299" y="15164"/>
                  </a:lnTo>
                  <a:lnTo>
                    <a:pt x="247259" y="14767"/>
                  </a:lnTo>
                  <a:lnTo>
                    <a:pt x="247140" y="14370"/>
                  </a:lnTo>
                  <a:lnTo>
                    <a:pt x="246942" y="13973"/>
                  </a:lnTo>
                  <a:lnTo>
                    <a:pt x="246664" y="13615"/>
                  </a:lnTo>
                  <a:lnTo>
                    <a:pt x="246307" y="13218"/>
                  </a:lnTo>
                  <a:lnTo>
                    <a:pt x="245870" y="12861"/>
                  </a:lnTo>
                  <a:lnTo>
                    <a:pt x="245354" y="12464"/>
                  </a:lnTo>
                  <a:lnTo>
                    <a:pt x="244798" y="12107"/>
                  </a:lnTo>
                  <a:lnTo>
                    <a:pt x="244123" y="11750"/>
                  </a:lnTo>
                  <a:lnTo>
                    <a:pt x="243409" y="11353"/>
                  </a:lnTo>
                  <a:lnTo>
                    <a:pt x="242615" y="10996"/>
                  </a:lnTo>
                  <a:lnTo>
                    <a:pt x="241742" y="10638"/>
                  </a:lnTo>
                  <a:lnTo>
                    <a:pt x="240789" y="10281"/>
                  </a:lnTo>
                  <a:lnTo>
                    <a:pt x="239797" y="9924"/>
                  </a:lnTo>
                  <a:lnTo>
                    <a:pt x="237574" y="9249"/>
                  </a:lnTo>
                  <a:lnTo>
                    <a:pt x="235113" y="8574"/>
                  </a:lnTo>
                  <a:lnTo>
                    <a:pt x="232374" y="7939"/>
                  </a:lnTo>
                  <a:lnTo>
                    <a:pt x="229397" y="7304"/>
                  </a:lnTo>
                  <a:lnTo>
                    <a:pt x="226181" y="6669"/>
                  </a:lnTo>
                  <a:lnTo>
                    <a:pt x="222728" y="6073"/>
                  </a:lnTo>
                  <a:lnTo>
                    <a:pt x="219076" y="5518"/>
                  </a:lnTo>
                  <a:lnTo>
                    <a:pt x="215186" y="4962"/>
                  </a:lnTo>
                  <a:lnTo>
                    <a:pt x="211058" y="4446"/>
                  </a:lnTo>
                  <a:lnTo>
                    <a:pt x="206771" y="3930"/>
                  </a:lnTo>
                  <a:lnTo>
                    <a:pt x="202285" y="3453"/>
                  </a:lnTo>
                  <a:lnTo>
                    <a:pt x="197641" y="2977"/>
                  </a:lnTo>
                  <a:lnTo>
                    <a:pt x="192758" y="2580"/>
                  </a:lnTo>
                  <a:lnTo>
                    <a:pt x="187757" y="2183"/>
                  </a:lnTo>
                  <a:lnTo>
                    <a:pt x="182596" y="1826"/>
                  </a:lnTo>
                  <a:lnTo>
                    <a:pt x="177238" y="1469"/>
                  </a:lnTo>
                  <a:lnTo>
                    <a:pt x="171760" y="1191"/>
                  </a:lnTo>
                  <a:lnTo>
                    <a:pt x="166163" y="913"/>
                  </a:lnTo>
                  <a:lnTo>
                    <a:pt x="160407" y="675"/>
                  </a:lnTo>
                  <a:lnTo>
                    <a:pt x="154532" y="476"/>
                  </a:lnTo>
                  <a:lnTo>
                    <a:pt x="148578" y="278"/>
                  </a:lnTo>
                  <a:lnTo>
                    <a:pt x="142465" y="159"/>
                  </a:lnTo>
                  <a:lnTo>
                    <a:pt x="136272" y="40"/>
                  </a:lnTo>
                  <a:lnTo>
                    <a:pt x="130001" y="0"/>
                  </a:lnTo>
                  <a:lnTo>
                    <a:pt x="12365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3" name="Google Shape;873;p22">
              <a:extLst>
                <a:ext uri="{FF2B5EF4-FFF2-40B4-BE49-F238E27FC236}">
                  <a16:creationId xmlns:a16="http://schemas.microsoft.com/office/drawing/2014/main" id="{8D3B53B7-BA71-9A49-F792-C2514251271D}"/>
                </a:ext>
              </a:extLst>
            </p:cNvPr>
            <p:cNvGrpSpPr/>
            <p:nvPr/>
          </p:nvGrpSpPr>
          <p:grpSpPr>
            <a:xfrm>
              <a:off x="6597864" y="2924305"/>
              <a:ext cx="245782" cy="84305"/>
              <a:chOff x="6597864" y="2924305"/>
              <a:chExt cx="245782" cy="84305"/>
            </a:xfrm>
          </p:grpSpPr>
          <p:sp>
            <p:nvSpPr>
              <p:cNvPr id="874" name="Google Shape;874;p22">
                <a:extLst>
                  <a:ext uri="{FF2B5EF4-FFF2-40B4-BE49-F238E27FC236}">
                    <a16:creationId xmlns:a16="http://schemas.microsoft.com/office/drawing/2014/main" id="{C0662E91-9A65-2809-5488-0D91D8EEF694}"/>
                  </a:ext>
                </a:extLst>
              </p:cNvPr>
              <p:cNvSpPr/>
              <p:nvPr/>
            </p:nvSpPr>
            <p:spPr>
              <a:xfrm>
                <a:off x="6597864" y="2924305"/>
                <a:ext cx="69010" cy="84305"/>
              </a:xfrm>
              <a:custGeom>
                <a:avLst/>
                <a:gdLst/>
                <a:ahLst/>
                <a:cxnLst/>
                <a:rect l="l" t="t" r="r" b="b"/>
                <a:pathLst>
                  <a:path w="7702" h="9409" extrusionOk="0">
                    <a:moveTo>
                      <a:pt x="1" y="1"/>
                    </a:moveTo>
                    <a:lnTo>
                      <a:pt x="1" y="1748"/>
                    </a:lnTo>
                    <a:lnTo>
                      <a:pt x="2819" y="1748"/>
                    </a:lnTo>
                    <a:lnTo>
                      <a:pt x="2819" y="9409"/>
                    </a:lnTo>
                    <a:lnTo>
                      <a:pt x="4883" y="9409"/>
                    </a:lnTo>
                    <a:lnTo>
                      <a:pt x="4883" y="1748"/>
                    </a:lnTo>
                    <a:lnTo>
                      <a:pt x="7702" y="1748"/>
                    </a:lnTo>
                    <a:lnTo>
                      <a:pt x="77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2">
                <a:extLst>
                  <a:ext uri="{FF2B5EF4-FFF2-40B4-BE49-F238E27FC236}">
                    <a16:creationId xmlns:a16="http://schemas.microsoft.com/office/drawing/2014/main" id="{83A9273F-9FCD-0B2A-283F-A46D33B7063F}"/>
                  </a:ext>
                </a:extLst>
              </p:cNvPr>
              <p:cNvSpPr/>
              <p:nvPr/>
            </p:nvSpPr>
            <p:spPr>
              <a:xfrm>
                <a:off x="6656911" y="2924305"/>
                <a:ext cx="82163" cy="84305"/>
              </a:xfrm>
              <a:custGeom>
                <a:avLst/>
                <a:gdLst/>
                <a:ahLst/>
                <a:cxnLst/>
                <a:rect l="l" t="t" r="r" b="b"/>
                <a:pathLst>
                  <a:path w="9170" h="9409" extrusionOk="0">
                    <a:moveTo>
                      <a:pt x="4605" y="2303"/>
                    </a:moveTo>
                    <a:lnTo>
                      <a:pt x="5796" y="5757"/>
                    </a:lnTo>
                    <a:lnTo>
                      <a:pt x="3335" y="5757"/>
                    </a:lnTo>
                    <a:lnTo>
                      <a:pt x="4565" y="2303"/>
                    </a:lnTo>
                    <a:close/>
                    <a:moveTo>
                      <a:pt x="3533" y="1"/>
                    </a:moveTo>
                    <a:lnTo>
                      <a:pt x="0" y="9409"/>
                    </a:lnTo>
                    <a:lnTo>
                      <a:pt x="2064" y="9409"/>
                    </a:lnTo>
                    <a:lnTo>
                      <a:pt x="2819" y="7305"/>
                    </a:lnTo>
                    <a:lnTo>
                      <a:pt x="6312" y="7305"/>
                    </a:lnTo>
                    <a:lnTo>
                      <a:pt x="7026" y="9409"/>
                    </a:lnTo>
                    <a:lnTo>
                      <a:pt x="9170" y="9409"/>
                    </a:lnTo>
                    <a:lnTo>
                      <a:pt x="56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2">
                <a:extLst>
                  <a:ext uri="{FF2B5EF4-FFF2-40B4-BE49-F238E27FC236}">
                    <a16:creationId xmlns:a16="http://schemas.microsoft.com/office/drawing/2014/main" id="{BED95A48-7A93-C75F-1AF8-4C1E53FA19FF}"/>
                  </a:ext>
                </a:extLst>
              </p:cNvPr>
              <p:cNvSpPr/>
              <p:nvPr/>
            </p:nvSpPr>
            <p:spPr>
              <a:xfrm>
                <a:off x="6737649" y="2924305"/>
                <a:ext cx="80031" cy="84305"/>
              </a:xfrm>
              <a:custGeom>
                <a:avLst/>
                <a:gdLst/>
                <a:ahLst/>
                <a:cxnLst/>
                <a:rect l="l" t="t" r="r" b="b"/>
                <a:pathLst>
                  <a:path w="8932" h="9409" extrusionOk="0">
                    <a:moveTo>
                      <a:pt x="278" y="1"/>
                    </a:moveTo>
                    <a:lnTo>
                      <a:pt x="3295" y="4486"/>
                    </a:lnTo>
                    <a:lnTo>
                      <a:pt x="0" y="9409"/>
                    </a:lnTo>
                    <a:lnTo>
                      <a:pt x="2342" y="9409"/>
                    </a:lnTo>
                    <a:lnTo>
                      <a:pt x="4406" y="6154"/>
                    </a:lnTo>
                    <a:lnTo>
                      <a:pt x="6470" y="9409"/>
                    </a:lnTo>
                    <a:lnTo>
                      <a:pt x="8931" y="9409"/>
                    </a:lnTo>
                    <a:lnTo>
                      <a:pt x="5676" y="4486"/>
                    </a:lnTo>
                    <a:lnTo>
                      <a:pt x="8693" y="1"/>
                    </a:lnTo>
                    <a:lnTo>
                      <a:pt x="6391" y="1"/>
                    </a:lnTo>
                    <a:lnTo>
                      <a:pt x="4486" y="2978"/>
                    </a:lnTo>
                    <a:lnTo>
                      <a:pt x="26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2">
                <a:extLst>
                  <a:ext uri="{FF2B5EF4-FFF2-40B4-BE49-F238E27FC236}">
                    <a16:creationId xmlns:a16="http://schemas.microsoft.com/office/drawing/2014/main" id="{28CC8BCF-08F1-5DD4-E143-26B6B6B786A6}"/>
                  </a:ext>
                </a:extLst>
              </p:cNvPr>
              <p:cNvSpPr/>
              <p:nvPr/>
            </p:nvSpPr>
            <p:spPr>
              <a:xfrm>
                <a:off x="6825135" y="2924305"/>
                <a:ext cx="18511" cy="84305"/>
              </a:xfrm>
              <a:custGeom>
                <a:avLst/>
                <a:gdLst/>
                <a:ahLst/>
                <a:cxnLst/>
                <a:rect l="l" t="t" r="r" b="b"/>
                <a:pathLst>
                  <a:path w="2066" h="9409" extrusionOk="0">
                    <a:moveTo>
                      <a:pt x="1" y="1"/>
                    </a:moveTo>
                    <a:lnTo>
                      <a:pt x="1" y="9409"/>
                    </a:lnTo>
                    <a:lnTo>
                      <a:pt x="2065" y="9409"/>
                    </a:lnTo>
                    <a:lnTo>
                      <a:pt x="20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8" name="Google Shape;878;p22">
              <a:extLst>
                <a:ext uri="{FF2B5EF4-FFF2-40B4-BE49-F238E27FC236}">
                  <a16:creationId xmlns:a16="http://schemas.microsoft.com/office/drawing/2014/main" id="{7AEB0BB4-A34B-1E2D-54B9-E34F9C4306C3}"/>
                </a:ext>
              </a:extLst>
            </p:cNvPr>
            <p:cNvSpPr/>
            <p:nvPr/>
          </p:nvSpPr>
          <p:spPr>
            <a:xfrm>
              <a:off x="5975449" y="4187279"/>
              <a:ext cx="288100" cy="428951"/>
            </a:xfrm>
            <a:custGeom>
              <a:avLst/>
              <a:gdLst/>
              <a:ahLst/>
              <a:cxnLst/>
              <a:rect l="l" t="t" r="r" b="b"/>
              <a:pathLst>
                <a:path w="32154" h="47874" extrusionOk="0">
                  <a:moveTo>
                    <a:pt x="8972" y="1"/>
                  </a:moveTo>
                  <a:lnTo>
                    <a:pt x="8059" y="80"/>
                  </a:lnTo>
                  <a:lnTo>
                    <a:pt x="7146" y="199"/>
                  </a:lnTo>
                  <a:lnTo>
                    <a:pt x="6273" y="438"/>
                  </a:lnTo>
                  <a:lnTo>
                    <a:pt x="5479" y="715"/>
                  </a:lnTo>
                  <a:lnTo>
                    <a:pt x="4685" y="1112"/>
                  </a:lnTo>
                  <a:lnTo>
                    <a:pt x="3931" y="1549"/>
                  </a:lnTo>
                  <a:lnTo>
                    <a:pt x="3256" y="2065"/>
                  </a:lnTo>
                  <a:lnTo>
                    <a:pt x="2621" y="2661"/>
                  </a:lnTo>
                  <a:lnTo>
                    <a:pt x="2025" y="3296"/>
                  </a:lnTo>
                  <a:lnTo>
                    <a:pt x="1509" y="3970"/>
                  </a:lnTo>
                  <a:lnTo>
                    <a:pt x="1073" y="4725"/>
                  </a:lnTo>
                  <a:lnTo>
                    <a:pt x="676" y="5479"/>
                  </a:lnTo>
                  <a:lnTo>
                    <a:pt x="398" y="6312"/>
                  </a:lnTo>
                  <a:lnTo>
                    <a:pt x="160" y="7186"/>
                  </a:lnTo>
                  <a:lnTo>
                    <a:pt x="41" y="8059"/>
                  </a:lnTo>
                  <a:lnTo>
                    <a:pt x="1" y="8972"/>
                  </a:lnTo>
                  <a:lnTo>
                    <a:pt x="1" y="38902"/>
                  </a:lnTo>
                  <a:lnTo>
                    <a:pt x="41" y="39815"/>
                  </a:lnTo>
                  <a:lnTo>
                    <a:pt x="160" y="40728"/>
                  </a:lnTo>
                  <a:lnTo>
                    <a:pt x="398" y="41562"/>
                  </a:lnTo>
                  <a:lnTo>
                    <a:pt x="676" y="42395"/>
                  </a:lnTo>
                  <a:lnTo>
                    <a:pt x="1073" y="43189"/>
                  </a:lnTo>
                  <a:lnTo>
                    <a:pt x="1509" y="43904"/>
                  </a:lnTo>
                  <a:lnTo>
                    <a:pt x="2025" y="44618"/>
                  </a:lnTo>
                  <a:lnTo>
                    <a:pt x="2621" y="45253"/>
                  </a:lnTo>
                  <a:lnTo>
                    <a:pt x="3256" y="45809"/>
                  </a:lnTo>
                  <a:lnTo>
                    <a:pt x="3931" y="46325"/>
                  </a:lnTo>
                  <a:lnTo>
                    <a:pt x="4685" y="46801"/>
                  </a:lnTo>
                  <a:lnTo>
                    <a:pt x="5479" y="47159"/>
                  </a:lnTo>
                  <a:lnTo>
                    <a:pt x="6273" y="47476"/>
                  </a:lnTo>
                  <a:lnTo>
                    <a:pt x="7146" y="47675"/>
                  </a:lnTo>
                  <a:lnTo>
                    <a:pt x="8059" y="47833"/>
                  </a:lnTo>
                  <a:lnTo>
                    <a:pt x="8972" y="47873"/>
                  </a:lnTo>
                  <a:lnTo>
                    <a:pt x="23183" y="47873"/>
                  </a:lnTo>
                  <a:lnTo>
                    <a:pt x="24096" y="47833"/>
                  </a:lnTo>
                  <a:lnTo>
                    <a:pt x="24969" y="47675"/>
                  </a:lnTo>
                  <a:lnTo>
                    <a:pt x="25842" y="47476"/>
                  </a:lnTo>
                  <a:lnTo>
                    <a:pt x="26676" y="47159"/>
                  </a:lnTo>
                  <a:lnTo>
                    <a:pt x="27430" y="46801"/>
                  </a:lnTo>
                  <a:lnTo>
                    <a:pt x="28184" y="46325"/>
                  </a:lnTo>
                  <a:lnTo>
                    <a:pt x="28859" y="45809"/>
                  </a:lnTo>
                  <a:lnTo>
                    <a:pt x="29494" y="45253"/>
                  </a:lnTo>
                  <a:lnTo>
                    <a:pt x="30090" y="44618"/>
                  </a:lnTo>
                  <a:lnTo>
                    <a:pt x="30606" y="43904"/>
                  </a:lnTo>
                  <a:lnTo>
                    <a:pt x="31042" y="43189"/>
                  </a:lnTo>
                  <a:lnTo>
                    <a:pt x="31439" y="42395"/>
                  </a:lnTo>
                  <a:lnTo>
                    <a:pt x="31717" y="41562"/>
                  </a:lnTo>
                  <a:lnTo>
                    <a:pt x="31955" y="40728"/>
                  </a:lnTo>
                  <a:lnTo>
                    <a:pt x="32074" y="39815"/>
                  </a:lnTo>
                  <a:lnTo>
                    <a:pt x="32154" y="38902"/>
                  </a:lnTo>
                  <a:lnTo>
                    <a:pt x="32154" y="8972"/>
                  </a:lnTo>
                  <a:lnTo>
                    <a:pt x="32074" y="8059"/>
                  </a:lnTo>
                  <a:lnTo>
                    <a:pt x="31955" y="7186"/>
                  </a:lnTo>
                  <a:lnTo>
                    <a:pt x="31717" y="6312"/>
                  </a:lnTo>
                  <a:lnTo>
                    <a:pt x="31439" y="5479"/>
                  </a:lnTo>
                  <a:lnTo>
                    <a:pt x="31042" y="4725"/>
                  </a:lnTo>
                  <a:lnTo>
                    <a:pt x="30606" y="3970"/>
                  </a:lnTo>
                  <a:lnTo>
                    <a:pt x="30090" y="3296"/>
                  </a:lnTo>
                  <a:lnTo>
                    <a:pt x="29494" y="2661"/>
                  </a:lnTo>
                  <a:lnTo>
                    <a:pt x="28859" y="2065"/>
                  </a:lnTo>
                  <a:lnTo>
                    <a:pt x="28184" y="1549"/>
                  </a:lnTo>
                  <a:lnTo>
                    <a:pt x="27430" y="1112"/>
                  </a:lnTo>
                  <a:lnTo>
                    <a:pt x="26676" y="715"/>
                  </a:lnTo>
                  <a:lnTo>
                    <a:pt x="25842" y="438"/>
                  </a:lnTo>
                  <a:lnTo>
                    <a:pt x="24969" y="199"/>
                  </a:lnTo>
                  <a:lnTo>
                    <a:pt x="24096" y="80"/>
                  </a:lnTo>
                  <a:lnTo>
                    <a:pt x="23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2">
              <a:extLst>
                <a:ext uri="{FF2B5EF4-FFF2-40B4-BE49-F238E27FC236}">
                  <a16:creationId xmlns:a16="http://schemas.microsoft.com/office/drawing/2014/main" id="{09EAC409-7DE8-180F-DAF6-E31E8707D9EE}"/>
                </a:ext>
              </a:extLst>
            </p:cNvPr>
            <p:cNvSpPr/>
            <p:nvPr/>
          </p:nvSpPr>
          <p:spPr>
            <a:xfrm>
              <a:off x="7170847" y="4187279"/>
              <a:ext cx="288449" cy="428951"/>
            </a:xfrm>
            <a:custGeom>
              <a:avLst/>
              <a:gdLst/>
              <a:ahLst/>
              <a:cxnLst/>
              <a:rect l="l" t="t" r="r" b="b"/>
              <a:pathLst>
                <a:path w="32193" h="47874" extrusionOk="0">
                  <a:moveTo>
                    <a:pt x="9011" y="1"/>
                  </a:moveTo>
                  <a:lnTo>
                    <a:pt x="8058" y="80"/>
                  </a:lnTo>
                  <a:lnTo>
                    <a:pt x="7185" y="199"/>
                  </a:lnTo>
                  <a:lnTo>
                    <a:pt x="6312" y="438"/>
                  </a:lnTo>
                  <a:lnTo>
                    <a:pt x="5518" y="715"/>
                  </a:lnTo>
                  <a:lnTo>
                    <a:pt x="4724" y="1112"/>
                  </a:lnTo>
                  <a:lnTo>
                    <a:pt x="3970" y="1549"/>
                  </a:lnTo>
                  <a:lnTo>
                    <a:pt x="3295" y="2065"/>
                  </a:lnTo>
                  <a:lnTo>
                    <a:pt x="2660" y="2661"/>
                  </a:lnTo>
                  <a:lnTo>
                    <a:pt x="2065" y="3296"/>
                  </a:lnTo>
                  <a:lnTo>
                    <a:pt x="1548" y="3970"/>
                  </a:lnTo>
                  <a:lnTo>
                    <a:pt x="1112" y="4725"/>
                  </a:lnTo>
                  <a:lnTo>
                    <a:pt x="715" y="5479"/>
                  </a:lnTo>
                  <a:lnTo>
                    <a:pt x="437" y="6312"/>
                  </a:lnTo>
                  <a:lnTo>
                    <a:pt x="199" y="7186"/>
                  </a:lnTo>
                  <a:lnTo>
                    <a:pt x="80" y="8059"/>
                  </a:lnTo>
                  <a:lnTo>
                    <a:pt x="0" y="8972"/>
                  </a:lnTo>
                  <a:lnTo>
                    <a:pt x="0" y="38902"/>
                  </a:lnTo>
                  <a:lnTo>
                    <a:pt x="80" y="39815"/>
                  </a:lnTo>
                  <a:lnTo>
                    <a:pt x="199" y="40728"/>
                  </a:lnTo>
                  <a:lnTo>
                    <a:pt x="437" y="41562"/>
                  </a:lnTo>
                  <a:lnTo>
                    <a:pt x="715" y="42395"/>
                  </a:lnTo>
                  <a:lnTo>
                    <a:pt x="1112" y="43189"/>
                  </a:lnTo>
                  <a:lnTo>
                    <a:pt x="1548" y="43904"/>
                  </a:lnTo>
                  <a:lnTo>
                    <a:pt x="2065" y="44618"/>
                  </a:lnTo>
                  <a:lnTo>
                    <a:pt x="2660" y="45253"/>
                  </a:lnTo>
                  <a:lnTo>
                    <a:pt x="3295" y="45809"/>
                  </a:lnTo>
                  <a:lnTo>
                    <a:pt x="3970" y="46325"/>
                  </a:lnTo>
                  <a:lnTo>
                    <a:pt x="4724" y="46801"/>
                  </a:lnTo>
                  <a:lnTo>
                    <a:pt x="5518" y="47159"/>
                  </a:lnTo>
                  <a:lnTo>
                    <a:pt x="6312" y="47476"/>
                  </a:lnTo>
                  <a:lnTo>
                    <a:pt x="7185" y="47675"/>
                  </a:lnTo>
                  <a:lnTo>
                    <a:pt x="8058" y="47833"/>
                  </a:lnTo>
                  <a:lnTo>
                    <a:pt x="9011" y="47873"/>
                  </a:lnTo>
                  <a:lnTo>
                    <a:pt x="23182" y="47873"/>
                  </a:lnTo>
                  <a:lnTo>
                    <a:pt x="24135" y="47833"/>
                  </a:lnTo>
                  <a:lnTo>
                    <a:pt x="25008" y="47675"/>
                  </a:lnTo>
                  <a:lnTo>
                    <a:pt x="25881" y="47476"/>
                  </a:lnTo>
                  <a:lnTo>
                    <a:pt x="26675" y="47159"/>
                  </a:lnTo>
                  <a:lnTo>
                    <a:pt x="27469" y="46801"/>
                  </a:lnTo>
                  <a:lnTo>
                    <a:pt x="28223" y="46325"/>
                  </a:lnTo>
                  <a:lnTo>
                    <a:pt x="28898" y="45809"/>
                  </a:lnTo>
                  <a:lnTo>
                    <a:pt x="29533" y="45253"/>
                  </a:lnTo>
                  <a:lnTo>
                    <a:pt x="30129" y="44618"/>
                  </a:lnTo>
                  <a:lnTo>
                    <a:pt x="30645" y="43904"/>
                  </a:lnTo>
                  <a:lnTo>
                    <a:pt x="31081" y="43189"/>
                  </a:lnTo>
                  <a:lnTo>
                    <a:pt x="31478" y="42395"/>
                  </a:lnTo>
                  <a:lnTo>
                    <a:pt x="31756" y="41562"/>
                  </a:lnTo>
                  <a:lnTo>
                    <a:pt x="31994" y="40728"/>
                  </a:lnTo>
                  <a:lnTo>
                    <a:pt x="32114" y="39815"/>
                  </a:lnTo>
                  <a:lnTo>
                    <a:pt x="32193" y="38902"/>
                  </a:lnTo>
                  <a:lnTo>
                    <a:pt x="32193" y="8972"/>
                  </a:lnTo>
                  <a:lnTo>
                    <a:pt x="32114" y="8059"/>
                  </a:lnTo>
                  <a:lnTo>
                    <a:pt x="31994" y="7186"/>
                  </a:lnTo>
                  <a:lnTo>
                    <a:pt x="31756" y="6312"/>
                  </a:lnTo>
                  <a:lnTo>
                    <a:pt x="31478" y="5479"/>
                  </a:lnTo>
                  <a:lnTo>
                    <a:pt x="31081" y="4725"/>
                  </a:lnTo>
                  <a:lnTo>
                    <a:pt x="30645" y="3970"/>
                  </a:lnTo>
                  <a:lnTo>
                    <a:pt x="30129" y="3296"/>
                  </a:lnTo>
                  <a:lnTo>
                    <a:pt x="29533" y="2661"/>
                  </a:lnTo>
                  <a:lnTo>
                    <a:pt x="28898" y="2065"/>
                  </a:lnTo>
                  <a:lnTo>
                    <a:pt x="28223" y="1549"/>
                  </a:lnTo>
                  <a:lnTo>
                    <a:pt x="27469" y="1112"/>
                  </a:lnTo>
                  <a:lnTo>
                    <a:pt x="26675" y="715"/>
                  </a:lnTo>
                  <a:lnTo>
                    <a:pt x="25881" y="438"/>
                  </a:lnTo>
                  <a:lnTo>
                    <a:pt x="25008" y="199"/>
                  </a:lnTo>
                  <a:lnTo>
                    <a:pt x="24135" y="80"/>
                  </a:lnTo>
                  <a:lnTo>
                    <a:pt x="231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2">
              <a:extLst>
                <a:ext uri="{FF2B5EF4-FFF2-40B4-BE49-F238E27FC236}">
                  <a16:creationId xmlns:a16="http://schemas.microsoft.com/office/drawing/2014/main" id="{C2FC4A26-054F-2FA1-C827-2719F2D69D4B}"/>
                </a:ext>
              </a:extLst>
            </p:cNvPr>
            <p:cNvSpPr/>
            <p:nvPr/>
          </p:nvSpPr>
          <p:spPr>
            <a:xfrm>
              <a:off x="7390296" y="3569487"/>
              <a:ext cx="118801" cy="111686"/>
            </a:xfrm>
            <a:custGeom>
              <a:avLst/>
              <a:gdLst/>
              <a:ahLst/>
              <a:cxnLst/>
              <a:rect l="l" t="t" r="r" b="b"/>
              <a:pathLst>
                <a:path w="13259" h="12465" extrusionOk="0">
                  <a:moveTo>
                    <a:pt x="9051" y="1"/>
                  </a:moveTo>
                  <a:lnTo>
                    <a:pt x="0" y="7185"/>
                  </a:lnTo>
                  <a:lnTo>
                    <a:pt x="4208" y="12465"/>
                  </a:lnTo>
                  <a:lnTo>
                    <a:pt x="13258" y="5280"/>
                  </a:lnTo>
                  <a:lnTo>
                    <a:pt x="90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2">
              <a:extLst>
                <a:ext uri="{FF2B5EF4-FFF2-40B4-BE49-F238E27FC236}">
                  <a16:creationId xmlns:a16="http://schemas.microsoft.com/office/drawing/2014/main" id="{C567A06E-BF15-5966-1EE8-9297633E0973}"/>
                </a:ext>
              </a:extLst>
            </p:cNvPr>
            <p:cNvSpPr/>
            <p:nvPr/>
          </p:nvSpPr>
          <p:spPr>
            <a:xfrm>
              <a:off x="7446484" y="3454253"/>
              <a:ext cx="190292" cy="190292"/>
            </a:xfrm>
            <a:custGeom>
              <a:avLst/>
              <a:gdLst/>
              <a:ahLst/>
              <a:cxnLst/>
              <a:rect l="l" t="t" r="r" b="b"/>
              <a:pathLst>
                <a:path w="21238" h="21238" extrusionOk="0">
                  <a:moveTo>
                    <a:pt x="10083" y="0"/>
                  </a:moveTo>
                  <a:lnTo>
                    <a:pt x="9528" y="40"/>
                  </a:lnTo>
                  <a:lnTo>
                    <a:pt x="9012" y="120"/>
                  </a:lnTo>
                  <a:lnTo>
                    <a:pt x="8496" y="199"/>
                  </a:lnTo>
                  <a:lnTo>
                    <a:pt x="7980" y="318"/>
                  </a:lnTo>
                  <a:lnTo>
                    <a:pt x="7464" y="477"/>
                  </a:lnTo>
                  <a:lnTo>
                    <a:pt x="6987" y="636"/>
                  </a:lnTo>
                  <a:lnTo>
                    <a:pt x="6471" y="834"/>
                  </a:lnTo>
                  <a:lnTo>
                    <a:pt x="6035" y="1033"/>
                  </a:lnTo>
                  <a:lnTo>
                    <a:pt x="5558" y="1271"/>
                  </a:lnTo>
                  <a:lnTo>
                    <a:pt x="5122" y="1549"/>
                  </a:lnTo>
                  <a:lnTo>
                    <a:pt x="4685" y="1826"/>
                  </a:lnTo>
                  <a:lnTo>
                    <a:pt x="4288" y="2104"/>
                  </a:lnTo>
                  <a:lnTo>
                    <a:pt x="3851" y="2422"/>
                  </a:lnTo>
                  <a:lnTo>
                    <a:pt x="3494" y="2739"/>
                  </a:lnTo>
                  <a:lnTo>
                    <a:pt x="3097" y="3097"/>
                  </a:lnTo>
                  <a:lnTo>
                    <a:pt x="2780" y="3494"/>
                  </a:lnTo>
                  <a:lnTo>
                    <a:pt x="2422" y="3851"/>
                  </a:lnTo>
                  <a:lnTo>
                    <a:pt x="2105" y="4248"/>
                  </a:lnTo>
                  <a:lnTo>
                    <a:pt x="1827" y="4685"/>
                  </a:lnTo>
                  <a:lnTo>
                    <a:pt x="1549" y="5121"/>
                  </a:lnTo>
                  <a:lnTo>
                    <a:pt x="1271" y="5558"/>
                  </a:lnTo>
                  <a:lnTo>
                    <a:pt x="1033" y="5994"/>
                  </a:lnTo>
                  <a:lnTo>
                    <a:pt x="834" y="6471"/>
                  </a:lnTo>
                  <a:lnTo>
                    <a:pt x="636" y="6947"/>
                  </a:lnTo>
                  <a:lnTo>
                    <a:pt x="477" y="7463"/>
                  </a:lnTo>
                  <a:lnTo>
                    <a:pt x="358" y="7940"/>
                  </a:lnTo>
                  <a:lnTo>
                    <a:pt x="239" y="8456"/>
                  </a:lnTo>
                  <a:lnTo>
                    <a:pt x="120" y="9011"/>
                  </a:lnTo>
                  <a:lnTo>
                    <a:pt x="80" y="9527"/>
                  </a:lnTo>
                  <a:lnTo>
                    <a:pt x="1" y="10083"/>
                  </a:lnTo>
                  <a:lnTo>
                    <a:pt x="1" y="10599"/>
                  </a:lnTo>
                  <a:lnTo>
                    <a:pt x="1" y="11155"/>
                  </a:lnTo>
                  <a:lnTo>
                    <a:pt x="80" y="11711"/>
                  </a:lnTo>
                  <a:lnTo>
                    <a:pt x="120" y="12227"/>
                  </a:lnTo>
                  <a:lnTo>
                    <a:pt x="239" y="12743"/>
                  </a:lnTo>
                  <a:lnTo>
                    <a:pt x="358" y="13259"/>
                  </a:lnTo>
                  <a:lnTo>
                    <a:pt x="477" y="13775"/>
                  </a:lnTo>
                  <a:lnTo>
                    <a:pt x="636" y="14251"/>
                  </a:lnTo>
                  <a:lnTo>
                    <a:pt x="834" y="14727"/>
                  </a:lnTo>
                  <a:lnTo>
                    <a:pt x="1033" y="15204"/>
                  </a:lnTo>
                  <a:lnTo>
                    <a:pt x="1271" y="15680"/>
                  </a:lnTo>
                  <a:lnTo>
                    <a:pt x="1549" y="16117"/>
                  </a:lnTo>
                  <a:lnTo>
                    <a:pt x="1827" y="16553"/>
                  </a:lnTo>
                  <a:lnTo>
                    <a:pt x="2105" y="16950"/>
                  </a:lnTo>
                  <a:lnTo>
                    <a:pt x="2422" y="17347"/>
                  </a:lnTo>
                  <a:lnTo>
                    <a:pt x="2780" y="17744"/>
                  </a:lnTo>
                  <a:lnTo>
                    <a:pt x="3097" y="18101"/>
                  </a:lnTo>
                  <a:lnTo>
                    <a:pt x="3494" y="18459"/>
                  </a:lnTo>
                  <a:lnTo>
                    <a:pt x="3851" y="18816"/>
                  </a:lnTo>
                  <a:lnTo>
                    <a:pt x="4288" y="19133"/>
                  </a:lnTo>
                  <a:lnTo>
                    <a:pt x="4685" y="19411"/>
                  </a:lnTo>
                  <a:lnTo>
                    <a:pt x="5122" y="19689"/>
                  </a:lnTo>
                  <a:lnTo>
                    <a:pt x="5558" y="19927"/>
                  </a:lnTo>
                  <a:lnTo>
                    <a:pt x="6035" y="20166"/>
                  </a:lnTo>
                  <a:lnTo>
                    <a:pt x="6471" y="20404"/>
                  </a:lnTo>
                  <a:lnTo>
                    <a:pt x="6987" y="20563"/>
                  </a:lnTo>
                  <a:lnTo>
                    <a:pt x="7464" y="20761"/>
                  </a:lnTo>
                  <a:lnTo>
                    <a:pt x="7980" y="20880"/>
                  </a:lnTo>
                  <a:lnTo>
                    <a:pt x="8496" y="20999"/>
                  </a:lnTo>
                  <a:lnTo>
                    <a:pt x="9012" y="21118"/>
                  </a:lnTo>
                  <a:lnTo>
                    <a:pt x="9528" y="21158"/>
                  </a:lnTo>
                  <a:lnTo>
                    <a:pt x="10083" y="21198"/>
                  </a:lnTo>
                  <a:lnTo>
                    <a:pt x="10599" y="21237"/>
                  </a:lnTo>
                  <a:lnTo>
                    <a:pt x="11155" y="21198"/>
                  </a:lnTo>
                  <a:lnTo>
                    <a:pt x="11711" y="21158"/>
                  </a:lnTo>
                  <a:lnTo>
                    <a:pt x="12227" y="21118"/>
                  </a:lnTo>
                  <a:lnTo>
                    <a:pt x="12743" y="20999"/>
                  </a:lnTo>
                  <a:lnTo>
                    <a:pt x="13259" y="20880"/>
                  </a:lnTo>
                  <a:lnTo>
                    <a:pt x="13775" y="20761"/>
                  </a:lnTo>
                  <a:lnTo>
                    <a:pt x="14251" y="20563"/>
                  </a:lnTo>
                  <a:lnTo>
                    <a:pt x="14728" y="20404"/>
                  </a:lnTo>
                  <a:lnTo>
                    <a:pt x="15204" y="20166"/>
                  </a:lnTo>
                  <a:lnTo>
                    <a:pt x="15680" y="19927"/>
                  </a:lnTo>
                  <a:lnTo>
                    <a:pt x="16117" y="19689"/>
                  </a:lnTo>
                  <a:lnTo>
                    <a:pt x="16554" y="19411"/>
                  </a:lnTo>
                  <a:lnTo>
                    <a:pt x="16951" y="19133"/>
                  </a:lnTo>
                  <a:lnTo>
                    <a:pt x="17348" y="18816"/>
                  </a:lnTo>
                  <a:lnTo>
                    <a:pt x="17744" y="18459"/>
                  </a:lnTo>
                  <a:lnTo>
                    <a:pt x="18102" y="18101"/>
                  </a:lnTo>
                  <a:lnTo>
                    <a:pt x="18459" y="17744"/>
                  </a:lnTo>
                  <a:lnTo>
                    <a:pt x="18816" y="17347"/>
                  </a:lnTo>
                  <a:lnTo>
                    <a:pt x="19134" y="16950"/>
                  </a:lnTo>
                  <a:lnTo>
                    <a:pt x="19412" y="16553"/>
                  </a:lnTo>
                  <a:lnTo>
                    <a:pt x="19690" y="16117"/>
                  </a:lnTo>
                  <a:lnTo>
                    <a:pt x="19928" y="15680"/>
                  </a:lnTo>
                  <a:lnTo>
                    <a:pt x="20166" y="15204"/>
                  </a:lnTo>
                  <a:lnTo>
                    <a:pt x="20404" y="14727"/>
                  </a:lnTo>
                  <a:lnTo>
                    <a:pt x="20603" y="14251"/>
                  </a:lnTo>
                  <a:lnTo>
                    <a:pt x="20761" y="13775"/>
                  </a:lnTo>
                  <a:lnTo>
                    <a:pt x="20880" y="13259"/>
                  </a:lnTo>
                  <a:lnTo>
                    <a:pt x="20999" y="12743"/>
                  </a:lnTo>
                  <a:lnTo>
                    <a:pt x="21119" y="12227"/>
                  </a:lnTo>
                  <a:lnTo>
                    <a:pt x="21158" y="11711"/>
                  </a:lnTo>
                  <a:lnTo>
                    <a:pt x="21198" y="11155"/>
                  </a:lnTo>
                  <a:lnTo>
                    <a:pt x="21238" y="10599"/>
                  </a:lnTo>
                  <a:lnTo>
                    <a:pt x="21198" y="10083"/>
                  </a:lnTo>
                  <a:lnTo>
                    <a:pt x="21158" y="9527"/>
                  </a:lnTo>
                  <a:lnTo>
                    <a:pt x="21119" y="9011"/>
                  </a:lnTo>
                  <a:lnTo>
                    <a:pt x="20999" y="8456"/>
                  </a:lnTo>
                  <a:lnTo>
                    <a:pt x="20880" y="7940"/>
                  </a:lnTo>
                  <a:lnTo>
                    <a:pt x="20761" y="7463"/>
                  </a:lnTo>
                  <a:lnTo>
                    <a:pt x="20603" y="6947"/>
                  </a:lnTo>
                  <a:lnTo>
                    <a:pt x="20404" y="6471"/>
                  </a:lnTo>
                  <a:lnTo>
                    <a:pt x="20166" y="5994"/>
                  </a:lnTo>
                  <a:lnTo>
                    <a:pt x="19928" y="5558"/>
                  </a:lnTo>
                  <a:lnTo>
                    <a:pt x="19690" y="5121"/>
                  </a:lnTo>
                  <a:lnTo>
                    <a:pt x="19412" y="4685"/>
                  </a:lnTo>
                  <a:lnTo>
                    <a:pt x="19134" y="4248"/>
                  </a:lnTo>
                  <a:lnTo>
                    <a:pt x="18816" y="3851"/>
                  </a:lnTo>
                  <a:lnTo>
                    <a:pt x="18459" y="3494"/>
                  </a:lnTo>
                  <a:lnTo>
                    <a:pt x="18102" y="3097"/>
                  </a:lnTo>
                  <a:lnTo>
                    <a:pt x="17744" y="2739"/>
                  </a:lnTo>
                  <a:lnTo>
                    <a:pt x="17348" y="2422"/>
                  </a:lnTo>
                  <a:lnTo>
                    <a:pt x="16951" y="2104"/>
                  </a:lnTo>
                  <a:lnTo>
                    <a:pt x="16554" y="1826"/>
                  </a:lnTo>
                  <a:lnTo>
                    <a:pt x="16117" y="1549"/>
                  </a:lnTo>
                  <a:lnTo>
                    <a:pt x="15680" y="1271"/>
                  </a:lnTo>
                  <a:lnTo>
                    <a:pt x="15204" y="1033"/>
                  </a:lnTo>
                  <a:lnTo>
                    <a:pt x="14728" y="834"/>
                  </a:lnTo>
                  <a:lnTo>
                    <a:pt x="14251" y="636"/>
                  </a:lnTo>
                  <a:lnTo>
                    <a:pt x="13775" y="477"/>
                  </a:lnTo>
                  <a:lnTo>
                    <a:pt x="13259" y="318"/>
                  </a:lnTo>
                  <a:lnTo>
                    <a:pt x="12743" y="199"/>
                  </a:lnTo>
                  <a:lnTo>
                    <a:pt x="12227" y="120"/>
                  </a:lnTo>
                  <a:lnTo>
                    <a:pt x="11711" y="40"/>
                  </a:lnTo>
                  <a:lnTo>
                    <a:pt x="1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2">
              <a:extLst>
                <a:ext uri="{FF2B5EF4-FFF2-40B4-BE49-F238E27FC236}">
                  <a16:creationId xmlns:a16="http://schemas.microsoft.com/office/drawing/2014/main" id="{B5C607CC-FA8C-1D93-4028-DBD304478EB9}"/>
                </a:ext>
              </a:extLst>
            </p:cNvPr>
            <p:cNvSpPr/>
            <p:nvPr/>
          </p:nvSpPr>
          <p:spPr>
            <a:xfrm>
              <a:off x="5925300" y="3569487"/>
              <a:ext cx="118810" cy="111686"/>
            </a:xfrm>
            <a:custGeom>
              <a:avLst/>
              <a:gdLst/>
              <a:ahLst/>
              <a:cxnLst/>
              <a:rect l="l" t="t" r="r" b="b"/>
              <a:pathLst>
                <a:path w="13260" h="12465" extrusionOk="0">
                  <a:moveTo>
                    <a:pt x="4209" y="1"/>
                  </a:moveTo>
                  <a:lnTo>
                    <a:pt x="1" y="5280"/>
                  </a:lnTo>
                  <a:lnTo>
                    <a:pt x="9051" y="12465"/>
                  </a:lnTo>
                  <a:lnTo>
                    <a:pt x="13259" y="7185"/>
                  </a:lnTo>
                  <a:lnTo>
                    <a:pt x="42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2">
              <a:extLst>
                <a:ext uri="{FF2B5EF4-FFF2-40B4-BE49-F238E27FC236}">
                  <a16:creationId xmlns:a16="http://schemas.microsoft.com/office/drawing/2014/main" id="{3A09B5F1-6723-D63A-8970-A09767E2B16B}"/>
                </a:ext>
              </a:extLst>
            </p:cNvPr>
            <p:cNvSpPr/>
            <p:nvPr/>
          </p:nvSpPr>
          <p:spPr>
            <a:xfrm>
              <a:off x="5797620" y="3454253"/>
              <a:ext cx="190292" cy="190292"/>
            </a:xfrm>
            <a:custGeom>
              <a:avLst/>
              <a:gdLst/>
              <a:ahLst/>
              <a:cxnLst/>
              <a:rect l="l" t="t" r="r" b="b"/>
              <a:pathLst>
                <a:path w="21238" h="21238" extrusionOk="0">
                  <a:moveTo>
                    <a:pt x="10083" y="0"/>
                  </a:moveTo>
                  <a:lnTo>
                    <a:pt x="9527" y="40"/>
                  </a:lnTo>
                  <a:lnTo>
                    <a:pt x="9011" y="120"/>
                  </a:lnTo>
                  <a:lnTo>
                    <a:pt x="8495" y="199"/>
                  </a:lnTo>
                  <a:lnTo>
                    <a:pt x="7979" y="318"/>
                  </a:lnTo>
                  <a:lnTo>
                    <a:pt x="7463" y="477"/>
                  </a:lnTo>
                  <a:lnTo>
                    <a:pt x="6987" y="636"/>
                  </a:lnTo>
                  <a:lnTo>
                    <a:pt x="6510" y="834"/>
                  </a:lnTo>
                  <a:lnTo>
                    <a:pt x="6034" y="1033"/>
                  </a:lnTo>
                  <a:lnTo>
                    <a:pt x="5558" y="1271"/>
                  </a:lnTo>
                  <a:lnTo>
                    <a:pt x="5121" y="1549"/>
                  </a:lnTo>
                  <a:lnTo>
                    <a:pt x="4684" y="1826"/>
                  </a:lnTo>
                  <a:lnTo>
                    <a:pt x="4288" y="2104"/>
                  </a:lnTo>
                  <a:lnTo>
                    <a:pt x="3891" y="2422"/>
                  </a:lnTo>
                  <a:lnTo>
                    <a:pt x="3494" y="2739"/>
                  </a:lnTo>
                  <a:lnTo>
                    <a:pt x="3136" y="3097"/>
                  </a:lnTo>
                  <a:lnTo>
                    <a:pt x="2779" y="3494"/>
                  </a:lnTo>
                  <a:lnTo>
                    <a:pt x="2422" y="3851"/>
                  </a:lnTo>
                  <a:lnTo>
                    <a:pt x="2104" y="4248"/>
                  </a:lnTo>
                  <a:lnTo>
                    <a:pt x="1826" y="4685"/>
                  </a:lnTo>
                  <a:lnTo>
                    <a:pt x="1549" y="5121"/>
                  </a:lnTo>
                  <a:lnTo>
                    <a:pt x="1310" y="5558"/>
                  </a:lnTo>
                  <a:lnTo>
                    <a:pt x="1072" y="5994"/>
                  </a:lnTo>
                  <a:lnTo>
                    <a:pt x="834" y="6471"/>
                  </a:lnTo>
                  <a:lnTo>
                    <a:pt x="675" y="6947"/>
                  </a:lnTo>
                  <a:lnTo>
                    <a:pt x="477" y="7463"/>
                  </a:lnTo>
                  <a:lnTo>
                    <a:pt x="358" y="7940"/>
                  </a:lnTo>
                  <a:lnTo>
                    <a:pt x="239" y="8456"/>
                  </a:lnTo>
                  <a:lnTo>
                    <a:pt x="120" y="9011"/>
                  </a:lnTo>
                  <a:lnTo>
                    <a:pt x="80" y="9527"/>
                  </a:lnTo>
                  <a:lnTo>
                    <a:pt x="40" y="10083"/>
                  </a:lnTo>
                  <a:lnTo>
                    <a:pt x="1" y="10599"/>
                  </a:lnTo>
                  <a:lnTo>
                    <a:pt x="40" y="11155"/>
                  </a:lnTo>
                  <a:lnTo>
                    <a:pt x="80" y="11711"/>
                  </a:lnTo>
                  <a:lnTo>
                    <a:pt x="120" y="12227"/>
                  </a:lnTo>
                  <a:lnTo>
                    <a:pt x="239" y="12743"/>
                  </a:lnTo>
                  <a:lnTo>
                    <a:pt x="358" y="13259"/>
                  </a:lnTo>
                  <a:lnTo>
                    <a:pt x="477" y="13775"/>
                  </a:lnTo>
                  <a:lnTo>
                    <a:pt x="675" y="14251"/>
                  </a:lnTo>
                  <a:lnTo>
                    <a:pt x="834" y="14727"/>
                  </a:lnTo>
                  <a:lnTo>
                    <a:pt x="1072" y="15204"/>
                  </a:lnTo>
                  <a:lnTo>
                    <a:pt x="1310" y="15680"/>
                  </a:lnTo>
                  <a:lnTo>
                    <a:pt x="1549" y="16117"/>
                  </a:lnTo>
                  <a:lnTo>
                    <a:pt x="1826" y="16553"/>
                  </a:lnTo>
                  <a:lnTo>
                    <a:pt x="2104" y="16950"/>
                  </a:lnTo>
                  <a:lnTo>
                    <a:pt x="2422" y="17347"/>
                  </a:lnTo>
                  <a:lnTo>
                    <a:pt x="2779" y="17744"/>
                  </a:lnTo>
                  <a:lnTo>
                    <a:pt x="3136" y="18101"/>
                  </a:lnTo>
                  <a:lnTo>
                    <a:pt x="3494" y="18459"/>
                  </a:lnTo>
                  <a:lnTo>
                    <a:pt x="3891" y="18816"/>
                  </a:lnTo>
                  <a:lnTo>
                    <a:pt x="4288" y="19133"/>
                  </a:lnTo>
                  <a:lnTo>
                    <a:pt x="4684" y="19411"/>
                  </a:lnTo>
                  <a:lnTo>
                    <a:pt x="5121" y="19689"/>
                  </a:lnTo>
                  <a:lnTo>
                    <a:pt x="5558" y="19927"/>
                  </a:lnTo>
                  <a:lnTo>
                    <a:pt x="6034" y="20166"/>
                  </a:lnTo>
                  <a:lnTo>
                    <a:pt x="6510" y="20404"/>
                  </a:lnTo>
                  <a:lnTo>
                    <a:pt x="6987" y="20563"/>
                  </a:lnTo>
                  <a:lnTo>
                    <a:pt x="7463" y="20761"/>
                  </a:lnTo>
                  <a:lnTo>
                    <a:pt x="7979" y="20880"/>
                  </a:lnTo>
                  <a:lnTo>
                    <a:pt x="8495" y="20999"/>
                  </a:lnTo>
                  <a:lnTo>
                    <a:pt x="9011" y="21118"/>
                  </a:lnTo>
                  <a:lnTo>
                    <a:pt x="9527" y="21158"/>
                  </a:lnTo>
                  <a:lnTo>
                    <a:pt x="10083" y="21198"/>
                  </a:lnTo>
                  <a:lnTo>
                    <a:pt x="10639" y="21237"/>
                  </a:lnTo>
                  <a:lnTo>
                    <a:pt x="11155" y="21198"/>
                  </a:lnTo>
                  <a:lnTo>
                    <a:pt x="11710" y="21158"/>
                  </a:lnTo>
                  <a:lnTo>
                    <a:pt x="12227" y="21118"/>
                  </a:lnTo>
                  <a:lnTo>
                    <a:pt x="12782" y="20999"/>
                  </a:lnTo>
                  <a:lnTo>
                    <a:pt x="13259" y="20880"/>
                  </a:lnTo>
                  <a:lnTo>
                    <a:pt x="13775" y="20761"/>
                  </a:lnTo>
                  <a:lnTo>
                    <a:pt x="14291" y="20563"/>
                  </a:lnTo>
                  <a:lnTo>
                    <a:pt x="14767" y="20404"/>
                  </a:lnTo>
                  <a:lnTo>
                    <a:pt x="15243" y="20166"/>
                  </a:lnTo>
                  <a:lnTo>
                    <a:pt x="15680" y="19927"/>
                  </a:lnTo>
                  <a:lnTo>
                    <a:pt x="16117" y="19689"/>
                  </a:lnTo>
                  <a:lnTo>
                    <a:pt x="16553" y="19411"/>
                  </a:lnTo>
                  <a:lnTo>
                    <a:pt x="16990" y="19133"/>
                  </a:lnTo>
                  <a:lnTo>
                    <a:pt x="17387" y="18816"/>
                  </a:lnTo>
                  <a:lnTo>
                    <a:pt x="17744" y="18459"/>
                  </a:lnTo>
                  <a:lnTo>
                    <a:pt x="18141" y="18101"/>
                  </a:lnTo>
                  <a:lnTo>
                    <a:pt x="18498" y="17744"/>
                  </a:lnTo>
                  <a:lnTo>
                    <a:pt x="18816" y="17347"/>
                  </a:lnTo>
                  <a:lnTo>
                    <a:pt x="19133" y="16950"/>
                  </a:lnTo>
                  <a:lnTo>
                    <a:pt x="19411" y="16553"/>
                  </a:lnTo>
                  <a:lnTo>
                    <a:pt x="19689" y="16117"/>
                  </a:lnTo>
                  <a:lnTo>
                    <a:pt x="19967" y="15680"/>
                  </a:lnTo>
                  <a:lnTo>
                    <a:pt x="20205" y="15204"/>
                  </a:lnTo>
                  <a:lnTo>
                    <a:pt x="20404" y="14727"/>
                  </a:lnTo>
                  <a:lnTo>
                    <a:pt x="20602" y="14251"/>
                  </a:lnTo>
                  <a:lnTo>
                    <a:pt x="20761" y="13775"/>
                  </a:lnTo>
                  <a:lnTo>
                    <a:pt x="20920" y="13259"/>
                  </a:lnTo>
                  <a:lnTo>
                    <a:pt x="21039" y="12743"/>
                  </a:lnTo>
                  <a:lnTo>
                    <a:pt x="21118" y="12227"/>
                  </a:lnTo>
                  <a:lnTo>
                    <a:pt x="21198" y="11711"/>
                  </a:lnTo>
                  <a:lnTo>
                    <a:pt x="21237" y="11155"/>
                  </a:lnTo>
                  <a:lnTo>
                    <a:pt x="21237" y="10599"/>
                  </a:lnTo>
                  <a:lnTo>
                    <a:pt x="21237" y="10083"/>
                  </a:lnTo>
                  <a:lnTo>
                    <a:pt x="21198" y="9527"/>
                  </a:lnTo>
                  <a:lnTo>
                    <a:pt x="21118" y="9011"/>
                  </a:lnTo>
                  <a:lnTo>
                    <a:pt x="21039" y="8456"/>
                  </a:lnTo>
                  <a:lnTo>
                    <a:pt x="20920" y="7940"/>
                  </a:lnTo>
                  <a:lnTo>
                    <a:pt x="20761" y="7463"/>
                  </a:lnTo>
                  <a:lnTo>
                    <a:pt x="20602" y="6947"/>
                  </a:lnTo>
                  <a:lnTo>
                    <a:pt x="20404" y="6471"/>
                  </a:lnTo>
                  <a:lnTo>
                    <a:pt x="20205" y="5994"/>
                  </a:lnTo>
                  <a:lnTo>
                    <a:pt x="19967" y="5558"/>
                  </a:lnTo>
                  <a:lnTo>
                    <a:pt x="19689" y="5121"/>
                  </a:lnTo>
                  <a:lnTo>
                    <a:pt x="19411" y="4685"/>
                  </a:lnTo>
                  <a:lnTo>
                    <a:pt x="19133" y="4248"/>
                  </a:lnTo>
                  <a:lnTo>
                    <a:pt x="18816" y="3851"/>
                  </a:lnTo>
                  <a:lnTo>
                    <a:pt x="18498" y="3494"/>
                  </a:lnTo>
                  <a:lnTo>
                    <a:pt x="18141" y="3097"/>
                  </a:lnTo>
                  <a:lnTo>
                    <a:pt x="17744" y="2739"/>
                  </a:lnTo>
                  <a:lnTo>
                    <a:pt x="17387" y="2422"/>
                  </a:lnTo>
                  <a:lnTo>
                    <a:pt x="16990" y="2104"/>
                  </a:lnTo>
                  <a:lnTo>
                    <a:pt x="16553" y="1826"/>
                  </a:lnTo>
                  <a:lnTo>
                    <a:pt x="16117" y="1549"/>
                  </a:lnTo>
                  <a:lnTo>
                    <a:pt x="15680" y="1271"/>
                  </a:lnTo>
                  <a:lnTo>
                    <a:pt x="15243" y="1033"/>
                  </a:lnTo>
                  <a:lnTo>
                    <a:pt x="14767" y="834"/>
                  </a:lnTo>
                  <a:lnTo>
                    <a:pt x="14291" y="636"/>
                  </a:lnTo>
                  <a:lnTo>
                    <a:pt x="13775" y="477"/>
                  </a:lnTo>
                  <a:lnTo>
                    <a:pt x="13259" y="318"/>
                  </a:lnTo>
                  <a:lnTo>
                    <a:pt x="12782" y="199"/>
                  </a:lnTo>
                  <a:lnTo>
                    <a:pt x="12227" y="120"/>
                  </a:lnTo>
                  <a:lnTo>
                    <a:pt x="11710" y="40"/>
                  </a:lnTo>
                  <a:lnTo>
                    <a:pt x="111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2">
              <a:extLst>
                <a:ext uri="{FF2B5EF4-FFF2-40B4-BE49-F238E27FC236}">
                  <a16:creationId xmlns:a16="http://schemas.microsoft.com/office/drawing/2014/main" id="{38D92FCB-EE4A-67D7-99E0-A3D0C976A088}"/>
                </a:ext>
              </a:extLst>
            </p:cNvPr>
            <p:cNvSpPr/>
            <p:nvPr/>
          </p:nvSpPr>
          <p:spPr>
            <a:xfrm>
              <a:off x="6002481" y="3050210"/>
              <a:ext cx="1431566" cy="646975"/>
            </a:xfrm>
            <a:custGeom>
              <a:avLst/>
              <a:gdLst/>
              <a:ahLst/>
              <a:cxnLst/>
              <a:rect l="l" t="t" r="r" b="b"/>
              <a:pathLst>
                <a:path w="159773" h="72207" extrusionOk="0">
                  <a:moveTo>
                    <a:pt x="80343" y="1"/>
                  </a:moveTo>
                  <a:lnTo>
                    <a:pt x="77128" y="80"/>
                  </a:lnTo>
                  <a:lnTo>
                    <a:pt x="73436" y="199"/>
                  </a:lnTo>
                  <a:lnTo>
                    <a:pt x="69387" y="477"/>
                  </a:lnTo>
                  <a:lnTo>
                    <a:pt x="65021" y="835"/>
                  </a:lnTo>
                  <a:lnTo>
                    <a:pt x="62758" y="1073"/>
                  </a:lnTo>
                  <a:lnTo>
                    <a:pt x="60456" y="1351"/>
                  </a:lnTo>
                  <a:lnTo>
                    <a:pt x="58114" y="1628"/>
                  </a:lnTo>
                  <a:lnTo>
                    <a:pt x="55772" y="1946"/>
                  </a:lnTo>
                  <a:lnTo>
                    <a:pt x="53351" y="2303"/>
                  </a:lnTo>
                  <a:lnTo>
                    <a:pt x="50969" y="2700"/>
                  </a:lnTo>
                  <a:lnTo>
                    <a:pt x="48548" y="3137"/>
                  </a:lnTo>
                  <a:lnTo>
                    <a:pt x="46166" y="3574"/>
                  </a:lnTo>
                  <a:lnTo>
                    <a:pt x="43784" y="4090"/>
                  </a:lnTo>
                  <a:lnTo>
                    <a:pt x="41442" y="4606"/>
                  </a:lnTo>
                  <a:lnTo>
                    <a:pt x="39140" y="5161"/>
                  </a:lnTo>
                  <a:lnTo>
                    <a:pt x="36877" y="5757"/>
                  </a:lnTo>
                  <a:lnTo>
                    <a:pt x="34654" y="6392"/>
                  </a:lnTo>
                  <a:lnTo>
                    <a:pt x="32511" y="7067"/>
                  </a:lnTo>
                  <a:lnTo>
                    <a:pt x="30447" y="7781"/>
                  </a:lnTo>
                  <a:lnTo>
                    <a:pt x="28462" y="8535"/>
                  </a:lnTo>
                  <a:lnTo>
                    <a:pt x="26557" y="9329"/>
                  </a:lnTo>
                  <a:lnTo>
                    <a:pt x="24731" y="10163"/>
                  </a:lnTo>
                  <a:lnTo>
                    <a:pt x="23024" y="11036"/>
                  </a:lnTo>
                  <a:lnTo>
                    <a:pt x="22230" y="11473"/>
                  </a:lnTo>
                  <a:lnTo>
                    <a:pt x="21436" y="11949"/>
                  </a:lnTo>
                  <a:lnTo>
                    <a:pt x="20721" y="12425"/>
                  </a:lnTo>
                  <a:lnTo>
                    <a:pt x="20007" y="12902"/>
                  </a:lnTo>
                  <a:lnTo>
                    <a:pt x="19332" y="13378"/>
                  </a:lnTo>
                  <a:lnTo>
                    <a:pt x="18697" y="13894"/>
                  </a:lnTo>
                  <a:lnTo>
                    <a:pt x="18062" y="14410"/>
                  </a:lnTo>
                  <a:lnTo>
                    <a:pt x="17506" y="14966"/>
                  </a:lnTo>
                  <a:lnTo>
                    <a:pt x="16990" y="15482"/>
                  </a:lnTo>
                  <a:lnTo>
                    <a:pt x="16474" y="16038"/>
                  </a:lnTo>
                  <a:lnTo>
                    <a:pt x="15442" y="17308"/>
                  </a:lnTo>
                  <a:lnTo>
                    <a:pt x="14450" y="18697"/>
                  </a:lnTo>
                  <a:lnTo>
                    <a:pt x="13497" y="20126"/>
                  </a:lnTo>
                  <a:lnTo>
                    <a:pt x="12624" y="21635"/>
                  </a:lnTo>
                  <a:lnTo>
                    <a:pt x="11750" y="23183"/>
                  </a:lnTo>
                  <a:lnTo>
                    <a:pt x="10917" y="24810"/>
                  </a:lnTo>
                  <a:lnTo>
                    <a:pt x="10083" y="26478"/>
                  </a:lnTo>
                  <a:lnTo>
                    <a:pt x="9329" y="28224"/>
                  </a:lnTo>
                  <a:lnTo>
                    <a:pt x="8615" y="29971"/>
                  </a:lnTo>
                  <a:lnTo>
                    <a:pt x="7940" y="31797"/>
                  </a:lnTo>
                  <a:lnTo>
                    <a:pt x="7265" y="33662"/>
                  </a:lnTo>
                  <a:lnTo>
                    <a:pt x="6669" y="35528"/>
                  </a:lnTo>
                  <a:lnTo>
                    <a:pt x="6074" y="37433"/>
                  </a:lnTo>
                  <a:lnTo>
                    <a:pt x="5518" y="39339"/>
                  </a:lnTo>
                  <a:lnTo>
                    <a:pt x="4963" y="41284"/>
                  </a:lnTo>
                  <a:lnTo>
                    <a:pt x="4486" y="43229"/>
                  </a:lnTo>
                  <a:lnTo>
                    <a:pt x="4010" y="45214"/>
                  </a:lnTo>
                  <a:lnTo>
                    <a:pt x="3573" y="47159"/>
                  </a:lnTo>
                  <a:lnTo>
                    <a:pt x="3176" y="49104"/>
                  </a:lnTo>
                  <a:lnTo>
                    <a:pt x="2779" y="51088"/>
                  </a:lnTo>
                  <a:lnTo>
                    <a:pt x="2105" y="54939"/>
                  </a:lnTo>
                  <a:lnTo>
                    <a:pt x="1509" y="58710"/>
                  </a:lnTo>
                  <a:lnTo>
                    <a:pt x="993" y="62362"/>
                  </a:lnTo>
                  <a:lnTo>
                    <a:pt x="596" y="65855"/>
                  </a:lnTo>
                  <a:lnTo>
                    <a:pt x="279" y="69150"/>
                  </a:lnTo>
                  <a:lnTo>
                    <a:pt x="1" y="72206"/>
                  </a:lnTo>
                  <a:lnTo>
                    <a:pt x="1033" y="72206"/>
                  </a:lnTo>
                  <a:lnTo>
                    <a:pt x="3692" y="72167"/>
                  </a:lnTo>
                  <a:lnTo>
                    <a:pt x="12941" y="72127"/>
                  </a:lnTo>
                  <a:lnTo>
                    <a:pt x="40847" y="72167"/>
                  </a:lnTo>
                  <a:lnTo>
                    <a:pt x="81216" y="72206"/>
                  </a:lnTo>
                  <a:lnTo>
                    <a:pt x="93204" y="72127"/>
                  </a:lnTo>
                  <a:lnTo>
                    <a:pt x="119800" y="72008"/>
                  </a:lnTo>
                  <a:lnTo>
                    <a:pt x="134130" y="71968"/>
                  </a:lnTo>
                  <a:lnTo>
                    <a:pt x="146713" y="71968"/>
                  </a:lnTo>
                  <a:lnTo>
                    <a:pt x="151834" y="72008"/>
                  </a:lnTo>
                  <a:lnTo>
                    <a:pt x="155882" y="72047"/>
                  </a:lnTo>
                  <a:lnTo>
                    <a:pt x="158582" y="72127"/>
                  </a:lnTo>
                  <a:lnTo>
                    <a:pt x="159376" y="72167"/>
                  </a:lnTo>
                  <a:lnTo>
                    <a:pt x="159773" y="72206"/>
                  </a:lnTo>
                  <a:lnTo>
                    <a:pt x="159534" y="69150"/>
                  </a:lnTo>
                  <a:lnTo>
                    <a:pt x="159177" y="65855"/>
                  </a:lnTo>
                  <a:lnTo>
                    <a:pt x="158780" y="62362"/>
                  </a:lnTo>
                  <a:lnTo>
                    <a:pt x="158304" y="58710"/>
                  </a:lnTo>
                  <a:lnTo>
                    <a:pt x="157708" y="54939"/>
                  </a:lnTo>
                  <a:lnTo>
                    <a:pt x="156994" y="51088"/>
                  </a:lnTo>
                  <a:lnTo>
                    <a:pt x="156637" y="49104"/>
                  </a:lnTo>
                  <a:lnTo>
                    <a:pt x="156200" y="47159"/>
                  </a:lnTo>
                  <a:lnTo>
                    <a:pt x="155763" y="45214"/>
                  </a:lnTo>
                  <a:lnTo>
                    <a:pt x="155327" y="43229"/>
                  </a:lnTo>
                  <a:lnTo>
                    <a:pt x="154811" y="41284"/>
                  </a:lnTo>
                  <a:lnTo>
                    <a:pt x="154295" y="39339"/>
                  </a:lnTo>
                  <a:lnTo>
                    <a:pt x="153739" y="37433"/>
                  </a:lnTo>
                  <a:lnTo>
                    <a:pt x="153144" y="35528"/>
                  </a:lnTo>
                  <a:lnTo>
                    <a:pt x="152508" y="33662"/>
                  </a:lnTo>
                  <a:lnTo>
                    <a:pt x="151873" y="31797"/>
                  </a:lnTo>
                  <a:lnTo>
                    <a:pt x="151159" y="29971"/>
                  </a:lnTo>
                  <a:lnTo>
                    <a:pt x="150444" y="28224"/>
                  </a:lnTo>
                  <a:lnTo>
                    <a:pt x="149690" y="26478"/>
                  </a:lnTo>
                  <a:lnTo>
                    <a:pt x="148896" y="24810"/>
                  </a:lnTo>
                  <a:lnTo>
                    <a:pt x="148063" y="23183"/>
                  </a:lnTo>
                  <a:lnTo>
                    <a:pt x="147189" y="21635"/>
                  </a:lnTo>
                  <a:lnTo>
                    <a:pt x="146276" y="20126"/>
                  </a:lnTo>
                  <a:lnTo>
                    <a:pt x="145324" y="18697"/>
                  </a:lnTo>
                  <a:lnTo>
                    <a:pt x="144331" y="17308"/>
                  </a:lnTo>
                  <a:lnTo>
                    <a:pt x="143299" y="16038"/>
                  </a:lnTo>
                  <a:lnTo>
                    <a:pt x="142823" y="15482"/>
                  </a:lnTo>
                  <a:lnTo>
                    <a:pt x="142267" y="14966"/>
                  </a:lnTo>
                  <a:lnTo>
                    <a:pt x="141711" y="14410"/>
                  </a:lnTo>
                  <a:lnTo>
                    <a:pt x="141116" y="13894"/>
                  </a:lnTo>
                  <a:lnTo>
                    <a:pt x="140481" y="13378"/>
                  </a:lnTo>
                  <a:lnTo>
                    <a:pt x="139806" y="12902"/>
                  </a:lnTo>
                  <a:lnTo>
                    <a:pt x="139092" y="12425"/>
                  </a:lnTo>
                  <a:lnTo>
                    <a:pt x="138377" y="11949"/>
                  </a:lnTo>
                  <a:lnTo>
                    <a:pt x="137623" y="11473"/>
                  </a:lnTo>
                  <a:lnTo>
                    <a:pt x="136829" y="11036"/>
                  </a:lnTo>
                  <a:lnTo>
                    <a:pt x="135162" y="10163"/>
                  </a:lnTo>
                  <a:lnTo>
                    <a:pt x="133375" y="9329"/>
                  </a:lnTo>
                  <a:lnTo>
                    <a:pt x="131510" y="8535"/>
                  </a:lnTo>
                  <a:lnTo>
                    <a:pt x="129525" y="7781"/>
                  </a:lnTo>
                  <a:lnTo>
                    <a:pt x="127501" y="7067"/>
                  </a:lnTo>
                  <a:lnTo>
                    <a:pt x="125357" y="6392"/>
                  </a:lnTo>
                  <a:lnTo>
                    <a:pt x="123214" y="5757"/>
                  </a:lnTo>
                  <a:lnTo>
                    <a:pt x="120991" y="5161"/>
                  </a:lnTo>
                  <a:lnTo>
                    <a:pt x="118728" y="4606"/>
                  </a:lnTo>
                  <a:lnTo>
                    <a:pt x="116426" y="4090"/>
                  </a:lnTo>
                  <a:lnTo>
                    <a:pt x="114084" y="3574"/>
                  </a:lnTo>
                  <a:lnTo>
                    <a:pt x="111742" y="3137"/>
                  </a:lnTo>
                  <a:lnTo>
                    <a:pt x="109360" y="2700"/>
                  </a:lnTo>
                  <a:lnTo>
                    <a:pt x="107018" y="2303"/>
                  </a:lnTo>
                  <a:lnTo>
                    <a:pt x="104676" y="1946"/>
                  </a:lnTo>
                  <a:lnTo>
                    <a:pt x="102334" y="1628"/>
                  </a:lnTo>
                  <a:lnTo>
                    <a:pt x="100032" y="1351"/>
                  </a:lnTo>
                  <a:lnTo>
                    <a:pt x="97769" y="1073"/>
                  </a:lnTo>
                  <a:lnTo>
                    <a:pt x="95546" y="835"/>
                  </a:lnTo>
                  <a:lnTo>
                    <a:pt x="93363" y="636"/>
                  </a:lnTo>
                  <a:lnTo>
                    <a:pt x="91259" y="477"/>
                  </a:lnTo>
                  <a:lnTo>
                    <a:pt x="87250" y="199"/>
                  </a:lnTo>
                  <a:lnTo>
                    <a:pt x="83598" y="80"/>
                  </a:lnTo>
                  <a:lnTo>
                    <a:pt x="8034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2">
              <a:extLst>
                <a:ext uri="{FF2B5EF4-FFF2-40B4-BE49-F238E27FC236}">
                  <a16:creationId xmlns:a16="http://schemas.microsoft.com/office/drawing/2014/main" id="{14A9AF37-F02A-4BA6-CE14-518E427D52F9}"/>
                </a:ext>
              </a:extLst>
            </p:cNvPr>
            <p:cNvSpPr/>
            <p:nvPr/>
          </p:nvSpPr>
          <p:spPr>
            <a:xfrm>
              <a:off x="6113451" y="3130600"/>
              <a:ext cx="1209627" cy="538836"/>
            </a:xfrm>
            <a:custGeom>
              <a:avLst/>
              <a:gdLst/>
              <a:ahLst/>
              <a:cxnLst/>
              <a:rect l="l" t="t" r="r" b="b"/>
              <a:pathLst>
                <a:path w="135003" h="60138" extrusionOk="0">
                  <a:moveTo>
                    <a:pt x="67522" y="0"/>
                  </a:moveTo>
                  <a:lnTo>
                    <a:pt x="64386" y="40"/>
                  </a:lnTo>
                  <a:lnTo>
                    <a:pt x="60972" y="199"/>
                  </a:lnTo>
                  <a:lnTo>
                    <a:pt x="57320" y="437"/>
                  </a:lnTo>
                  <a:lnTo>
                    <a:pt x="53470" y="754"/>
                  </a:lnTo>
                  <a:lnTo>
                    <a:pt x="49500" y="1191"/>
                  </a:lnTo>
                  <a:lnTo>
                    <a:pt x="45491" y="1707"/>
                  </a:lnTo>
                  <a:lnTo>
                    <a:pt x="43466" y="1985"/>
                  </a:lnTo>
                  <a:lnTo>
                    <a:pt x="41442" y="2342"/>
                  </a:lnTo>
                  <a:lnTo>
                    <a:pt x="39418" y="2660"/>
                  </a:lnTo>
                  <a:lnTo>
                    <a:pt x="37433" y="3057"/>
                  </a:lnTo>
                  <a:lnTo>
                    <a:pt x="35448" y="3453"/>
                  </a:lnTo>
                  <a:lnTo>
                    <a:pt x="33503" y="3890"/>
                  </a:lnTo>
                  <a:lnTo>
                    <a:pt x="31637" y="4327"/>
                  </a:lnTo>
                  <a:lnTo>
                    <a:pt x="29772" y="4803"/>
                  </a:lnTo>
                  <a:lnTo>
                    <a:pt x="27985" y="5319"/>
                  </a:lnTo>
                  <a:lnTo>
                    <a:pt x="26239" y="5875"/>
                  </a:lnTo>
                  <a:lnTo>
                    <a:pt x="24532" y="6431"/>
                  </a:lnTo>
                  <a:lnTo>
                    <a:pt x="22944" y="7026"/>
                  </a:lnTo>
                  <a:lnTo>
                    <a:pt x="21436" y="7621"/>
                  </a:lnTo>
                  <a:lnTo>
                    <a:pt x="19967" y="8257"/>
                  </a:lnTo>
                  <a:lnTo>
                    <a:pt x="18657" y="8931"/>
                  </a:lnTo>
                  <a:lnTo>
                    <a:pt x="17387" y="9646"/>
                  </a:lnTo>
                  <a:lnTo>
                    <a:pt x="16275" y="10360"/>
                  </a:lnTo>
                  <a:lnTo>
                    <a:pt x="15243" y="11115"/>
                  </a:lnTo>
                  <a:lnTo>
                    <a:pt x="14807" y="11512"/>
                  </a:lnTo>
                  <a:lnTo>
                    <a:pt x="14370" y="11909"/>
                  </a:lnTo>
                  <a:lnTo>
                    <a:pt x="13973" y="12305"/>
                  </a:lnTo>
                  <a:lnTo>
                    <a:pt x="13576" y="12742"/>
                  </a:lnTo>
                  <a:lnTo>
                    <a:pt x="13100" y="13338"/>
                  </a:lnTo>
                  <a:lnTo>
                    <a:pt x="12584" y="13973"/>
                  </a:lnTo>
                  <a:lnTo>
                    <a:pt x="11631" y="15362"/>
                  </a:lnTo>
                  <a:lnTo>
                    <a:pt x="10758" y="16791"/>
                  </a:lnTo>
                  <a:lnTo>
                    <a:pt x="9885" y="18339"/>
                  </a:lnTo>
                  <a:lnTo>
                    <a:pt x="9091" y="19927"/>
                  </a:lnTo>
                  <a:lnTo>
                    <a:pt x="8297" y="21594"/>
                  </a:lnTo>
                  <a:lnTo>
                    <a:pt x="7582" y="23341"/>
                  </a:lnTo>
                  <a:lnTo>
                    <a:pt x="6907" y="25127"/>
                  </a:lnTo>
                  <a:lnTo>
                    <a:pt x="6272" y="26953"/>
                  </a:lnTo>
                  <a:lnTo>
                    <a:pt x="5637" y="28779"/>
                  </a:lnTo>
                  <a:lnTo>
                    <a:pt x="5081" y="30645"/>
                  </a:lnTo>
                  <a:lnTo>
                    <a:pt x="4565" y="32550"/>
                  </a:lnTo>
                  <a:lnTo>
                    <a:pt x="4049" y="34455"/>
                  </a:lnTo>
                  <a:lnTo>
                    <a:pt x="3613" y="36321"/>
                  </a:lnTo>
                  <a:lnTo>
                    <a:pt x="3176" y="38226"/>
                  </a:lnTo>
                  <a:lnTo>
                    <a:pt x="2779" y="40052"/>
                  </a:lnTo>
                  <a:lnTo>
                    <a:pt x="2104" y="43665"/>
                  </a:lnTo>
                  <a:lnTo>
                    <a:pt x="1509" y="47118"/>
                  </a:lnTo>
                  <a:lnTo>
                    <a:pt x="1033" y="50294"/>
                  </a:lnTo>
                  <a:lnTo>
                    <a:pt x="675" y="53152"/>
                  </a:lnTo>
                  <a:lnTo>
                    <a:pt x="397" y="55613"/>
                  </a:lnTo>
                  <a:lnTo>
                    <a:pt x="199" y="57598"/>
                  </a:lnTo>
                  <a:lnTo>
                    <a:pt x="1" y="59900"/>
                  </a:lnTo>
                  <a:lnTo>
                    <a:pt x="1" y="59940"/>
                  </a:lnTo>
                  <a:lnTo>
                    <a:pt x="199" y="59940"/>
                  </a:lnTo>
                  <a:lnTo>
                    <a:pt x="1191" y="59979"/>
                  </a:lnTo>
                  <a:lnTo>
                    <a:pt x="5240" y="60019"/>
                  </a:lnTo>
                  <a:lnTo>
                    <a:pt x="20404" y="60098"/>
                  </a:lnTo>
                  <a:lnTo>
                    <a:pt x="42156" y="60138"/>
                  </a:lnTo>
                  <a:lnTo>
                    <a:pt x="92410" y="60138"/>
                  </a:lnTo>
                  <a:lnTo>
                    <a:pt x="114242" y="60059"/>
                  </a:lnTo>
                  <a:lnTo>
                    <a:pt x="129565" y="59979"/>
                  </a:lnTo>
                  <a:lnTo>
                    <a:pt x="133733" y="59940"/>
                  </a:lnTo>
                  <a:lnTo>
                    <a:pt x="134765" y="59940"/>
                  </a:lnTo>
                  <a:lnTo>
                    <a:pt x="135003" y="59900"/>
                  </a:lnTo>
                  <a:lnTo>
                    <a:pt x="134844" y="57598"/>
                  </a:lnTo>
                  <a:lnTo>
                    <a:pt x="134646" y="55613"/>
                  </a:lnTo>
                  <a:lnTo>
                    <a:pt x="134368" y="53152"/>
                  </a:lnTo>
                  <a:lnTo>
                    <a:pt x="134010" y="50294"/>
                  </a:lnTo>
                  <a:lnTo>
                    <a:pt x="133534" y="47118"/>
                  </a:lnTo>
                  <a:lnTo>
                    <a:pt x="132939" y="43665"/>
                  </a:lnTo>
                  <a:lnTo>
                    <a:pt x="132264" y="40052"/>
                  </a:lnTo>
                  <a:lnTo>
                    <a:pt x="131867" y="38226"/>
                  </a:lnTo>
                  <a:lnTo>
                    <a:pt x="131430" y="36321"/>
                  </a:lnTo>
                  <a:lnTo>
                    <a:pt x="130954" y="34455"/>
                  </a:lnTo>
                  <a:lnTo>
                    <a:pt x="130478" y="32550"/>
                  </a:lnTo>
                  <a:lnTo>
                    <a:pt x="129962" y="30645"/>
                  </a:lnTo>
                  <a:lnTo>
                    <a:pt x="129366" y="28779"/>
                  </a:lnTo>
                  <a:lnTo>
                    <a:pt x="128771" y="26953"/>
                  </a:lnTo>
                  <a:lnTo>
                    <a:pt x="128136" y="25127"/>
                  </a:lnTo>
                  <a:lnTo>
                    <a:pt x="127461" y="23341"/>
                  </a:lnTo>
                  <a:lnTo>
                    <a:pt x="126707" y="21594"/>
                  </a:lnTo>
                  <a:lnTo>
                    <a:pt x="125952" y="19927"/>
                  </a:lnTo>
                  <a:lnTo>
                    <a:pt x="125158" y="18339"/>
                  </a:lnTo>
                  <a:lnTo>
                    <a:pt x="124285" y="16791"/>
                  </a:lnTo>
                  <a:lnTo>
                    <a:pt x="123372" y="15362"/>
                  </a:lnTo>
                  <a:lnTo>
                    <a:pt x="122459" y="13973"/>
                  </a:lnTo>
                  <a:lnTo>
                    <a:pt x="121943" y="13338"/>
                  </a:lnTo>
                  <a:lnTo>
                    <a:pt x="121427" y="12742"/>
                  </a:lnTo>
                  <a:lnTo>
                    <a:pt x="121070" y="12305"/>
                  </a:lnTo>
                  <a:lnTo>
                    <a:pt x="120673" y="11909"/>
                  </a:lnTo>
                  <a:lnTo>
                    <a:pt x="120236" y="11512"/>
                  </a:lnTo>
                  <a:lnTo>
                    <a:pt x="119800" y="11115"/>
                  </a:lnTo>
                  <a:lnTo>
                    <a:pt x="118768" y="10360"/>
                  </a:lnTo>
                  <a:lnTo>
                    <a:pt x="117616" y="9646"/>
                  </a:lnTo>
                  <a:lnTo>
                    <a:pt x="116386" y="8931"/>
                  </a:lnTo>
                  <a:lnTo>
                    <a:pt x="115036" y="8257"/>
                  </a:lnTo>
                  <a:lnTo>
                    <a:pt x="113607" y="7621"/>
                  </a:lnTo>
                  <a:lnTo>
                    <a:pt x="112099" y="7026"/>
                  </a:lnTo>
                  <a:lnTo>
                    <a:pt x="110471" y="6431"/>
                  </a:lnTo>
                  <a:lnTo>
                    <a:pt x="108804" y="5875"/>
                  </a:lnTo>
                  <a:lnTo>
                    <a:pt x="107058" y="5319"/>
                  </a:lnTo>
                  <a:lnTo>
                    <a:pt x="105271" y="4803"/>
                  </a:lnTo>
                  <a:lnTo>
                    <a:pt x="103406" y="4327"/>
                  </a:lnTo>
                  <a:lnTo>
                    <a:pt x="101500" y="3890"/>
                  </a:lnTo>
                  <a:lnTo>
                    <a:pt x="99595" y="3453"/>
                  </a:lnTo>
                  <a:lnTo>
                    <a:pt x="97610" y="3057"/>
                  </a:lnTo>
                  <a:lnTo>
                    <a:pt x="95625" y="2660"/>
                  </a:lnTo>
                  <a:lnTo>
                    <a:pt x="93601" y="2342"/>
                  </a:lnTo>
                  <a:lnTo>
                    <a:pt x="91577" y="1985"/>
                  </a:lnTo>
                  <a:lnTo>
                    <a:pt x="89552" y="1707"/>
                  </a:lnTo>
                  <a:lnTo>
                    <a:pt x="85543" y="1191"/>
                  </a:lnTo>
                  <a:lnTo>
                    <a:pt x="81573" y="754"/>
                  </a:lnTo>
                  <a:lnTo>
                    <a:pt x="77723" y="437"/>
                  </a:lnTo>
                  <a:lnTo>
                    <a:pt x="74071" y="199"/>
                  </a:lnTo>
                  <a:lnTo>
                    <a:pt x="70657" y="40"/>
                  </a:lnTo>
                  <a:lnTo>
                    <a:pt x="675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2">
              <a:extLst>
                <a:ext uri="{FF2B5EF4-FFF2-40B4-BE49-F238E27FC236}">
                  <a16:creationId xmlns:a16="http://schemas.microsoft.com/office/drawing/2014/main" id="{0A3243FF-4622-F5F4-FC3D-71A2848886FF}"/>
                </a:ext>
              </a:extLst>
            </p:cNvPr>
            <p:cNvSpPr/>
            <p:nvPr/>
          </p:nvSpPr>
          <p:spPr>
            <a:xfrm>
              <a:off x="5960163" y="3586914"/>
              <a:ext cx="1477083" cy="172157"/>
            </a:xfrm>
            <a:custGeom>
              <a:avLst/>
              <a:gdLst/>
              <a:ahLst/>
              <a:cxnLst/>
              <a:rect l="l" t="t" r="r" b="b"/>
              <a:pathLst>
                <a:path w="164853" h="19214" extrusionOk="0">
                  <a:moveTo>
                    <a:pt x="79588" y="1"/>
                  </a:moveTo>
                  <a:lnTo>
                    <a:pt x="74745" y="120"/>
                  </a:lnTo>
                  <a:lnTo>
                    <a:pt x="70061" y="239"/>
                  </a:lnTo>
                  <a:lnTo>
                    <a:pt x="65576" y="437"/>
                  </a:lnTo>
                  <a:lnTo>
                    <a:pt x="61289" y="676"/>
                  </a:lnTo>
                  <a:lnTo>
                    <a:pt x="57161" y="953"/>
                  </a:lnTo>
                  <a:lnTo>
                    <a:pt x="53231" y="1271"/>
                  </a:lnTo>
                  <a:lnTo>
                    <a:pt x="49500" y="1628"/>
                  </a:lnTo>
                  <a:lnTo>
                    <a:pt x="45887" y="2025"/>
                  </a:lnTo>
                  <a:lnTo>
                    <a:pt x="42513" y="2422"/>
                  </a:lnTo>
                  <a:lnTo>
                    <a:pt x="39258" y="2859"/>
                  </a:lnTo>
                  <a:lnTo>
                    <a:pt x="36162" y="3335"/>
                  </a:lnTo>
                  <a:lnTo>
                    <a:pt x="33264" y="3811"/>
                  </a:lnTo>
                  <a:lnTo>
                    <a:pt x="30525" y="4288"/>
                  </a:lnTo>
                  <a:lnTo>
                    <a:pt x="27906" y="4804"/>
                  </a:lnTo>
                  <a:lnTo>
                    <a:pt x="25484" y="5320"/>
                  </a:lnTo>
                  <a:lnTo>
                    <a:pt x="23182" y="5836"/>
                  </a:lnTo>
                  <a:lnTo>
                    <a:pt x="21038" y="6312"/>
                  </a:lnTo>
                  <a:lnTo>
                    <a:pt x="19014" y="6828"/>
                  </a:lnTo>
                  <a:lnTo>
                    <a:pt x="17148" y="7344"/>
                  </a:lnTo>
                  <a:lnTo>
                    <a:pt x="15441" y="7821"/>
                  </a:lnTo>
                  <a:lnTo>
                    <a:pt x="13854" y="8297"/>
                  </a:lnTo>
                  <a:lnTo>
                    <a:pt x="11075" y="9210"/>
                  </a:lnTo>
                  <a:lnTo>
                    <a:pt x="8773" y="10004"/>
                  </a:lnTo>
                  <a:lnTo>
                    <a:pt x="6986" y="10639"/>
                  </a:lnTo>
                  <a:lnTo>
                    <a:pt x="5637" y="11155"/>
                  </a:lnTo>
                  <a:lnTo>
                    <a:pt x="4724" y="11473"/>
                  </a:lnTo>
                  <a:lnTo>
                    <a:pt x="4486" y="15363"/>
                  </a:lnTo>
                  <a:lnTo>
                    <a:pt x="4366" y="17308"/>
                  </a:lnTo>
                  <a:lnTo>
                    <a:pt x="3215" y="17705"/>
                  </a:lnTo>
                  <a:lnTo>
                    <a:pt x="2104" y="18181"/>
                  </a:lnTo>
                  <a:lnTo>
                    <a:pt x="1032" y="18657"/>
                  </a:lnTo>
                  <a:lnTo>
                    <a:pt x="0" y="19213"/>
                  </a:lnTo>
                  <a:lnTo>
                    <a:pt x="3176" y="18300"/>
                  </a:lnTo>
                  <a:lnTo>
                    <a:pt x="6391" y="17467"/>
                  </a:lnTo>
                  <a:lnTo>
                    <a:pt x="9646" y="16633"/>
                  </a:lnTo>
                  <a:lnTo>
                    <a:pt x="12861" y="15879"/>
                  </a:lnTo>
                  <a:lnTo>
                    <a:pt x="16116" y="15125"/>
                  </a:lnTo>
                  <a:lnTo>
                    <a:pt x="19371" y="14450"/>
                  </a:lnTo>
                  <a:lnTo>
                    <a:pt x="22626" y="13815"/>
                  </a:lnTo>
                  <a:lnTo>
                    <a:pt x="25881" y="13179"/>
                  </a:lnTo>
                  <a:lnTo>
                    <a:pt x="29136" y="12624"/>
                  </a:lnTo>
                  <a:lnTo>
                    <a:pt x="32431" y="12068"/>
                  </a:lnTo>
                  <a:lnTo>
                    <a:pt x="35725" y="11552"/>
                  </a:lnTo>
                  <a:lnTo>
                    <a:pt x="38980" y="11076"/>
                  </a:lnTo>
                  <a:lnTo>
                    <a:pt x="42275" y="10679"/>
                  </a:lnTo>
                  <a:lnTo>
                    <a:pt x="45609" y="10282"/>
                  </a:lnTo>
                  <a:lnTo>
                    <a:pt x="48904" y="9885"/>
                  </a:lnTo>
                  <a:lnTo>
                    <a:pt x="52199" y="9567"/>
                  </a:lnTo>
                  <a:lnTo>
                    <a:pt x="55493" y="9250"/>
                  </a:lnTo>
                  <a:lnTo>
                    <a:pt x="58828" y="9012"/>
                  </a:lnTo>
                  <a:lnTo>
                    <a:pt x="62123" y="8773"/>
                  </a:lnTo>
                  <a:lnTo>
                    <a:pt x="65457" y="8575"/>
                  </a:lnTo>
                  <a:lnTo>
                    <a:pt x="68791" y="8376"/>
                  </a:lnTo>
                  <a:lnTo>
                    <a:pt x="72086" y="8218"/>
                  </a:lnTo>
                  <a:lnTo>
                    <a:pt x="75420" y="8099"/>
                  </a:lnTo>
                  <a:lnTo>
                    <a:pt x="78755" y="8019"/>
                  </a:lnTo>
                  <a:lnTo>
                    <a:pt x="82049" y="7940"/>
                  </a:lnTo>
                  <a:lnTo>
                    <a:pt x="85384" y="7900"/>
                  </a:lnTo>
                  <a:lnTo>
                    <a:pt x="88718" y="7900"/>
                  </a:lnTo>
                  <a:lnTo>
                    <a:pt x="92052" y="7940"/>
                  </a:lnTo>
                  <a:lnTo>
                    <a:pt x="95347" y="7940"/>
                  </a:lnTo>
                  <a:lnTo>
                    <a:pt x="98681" y="8019"/>
                  </a:lnTo>
                  <a:lnTo>
                    <a:pt x="105311" y="8218"/>
                  </a:lnTo>
                  <a:lnTo>
                    <a:pt x="109042" y="8376"/>
                  </a:lnTo>
                  <a:lnTo>
                    <a:pt x="112773" y="8654"/>
                  </a:lnTo>
                  <a:lnTo>
                    <a:pt x="116465" y="8972"/>
                  </a:lnTo>
                  <a:lnTo>
                    <a:pt x="120196" y="9369"/>
                  </a:lnTo>
                  <a:lnTo>
                    <a:pt x="123927" y="9845"/>
                  </a:lnTo>
                  <a:lnTo>
                    <a:pt x="127659" y="10321"/>
                  </a:lnTo>
                  <a:lnTo>
                    <a:pt x="131390" y="10877"/>
                  </a:lnTo>
                  <a:lnTo>
                    <a:pt x="135082" y="11473"/>
                  </a:lnTo>
                  <a:lnTo>
                    <a:pt x="138813" y="12108"/>
                  </a:lnTo>
                  <a:lnTo>
                    <a:pt x="142544" y="12783"/>
                  </a:lnTo>
                  <a:lnTo>
                    <a:pt x="149967" y="14172"/>
                  </a:lnTo>
                  <a:lnTo>
                    <a:pt x="157430" y="15680"/>
                  </a:lnTo>
                  <a:lnTo>
                    <a:pt x="164853" y="17149"/>
                  </a:lnTo>
                  <a:lnTo>
                    <a:pt x="164734" y="15125"/>
                  </a:lnTo>
                  <a:lnTo>
                    <a:pt x="164496" y="11473"/>
                  </a:lnTo>
                  <a:lnTo>
                    <a:pt x="163583" y="11155"/>
                  </a:lnTo>
                  <a:lnTo>
                    <a:pt x="162233" y="10639"/>
                  </a:lnTo>
                  <a:lnTo>
                    <a:pt x="160447" y="10004"/>
                  </a:lnTo>
                  <a:lnTo>
                    <a:pt x="158184" y="9210"/>
                  </a:lnTo>
                  <a:lnTo>
                    <a:pt x="155405" y="8297"/>
                  </a:lnTo>
                  <a:lnTo>
                    <a:pt x="153818" y="7821"/>
                  </a:lnTo>
                  <a:lnTo>
                    <a:pt x="152111" y="7344"/>
                  </a:lnTo>
                  <a:lnTo>
                    <a:pt x="150245" y="6828"/>
                  </a:lnTo>
                  <a:lnTo>
                    <a:pt x="148260" y="6312"/>
                  </a:lnTo>
                  <a:lnTo>
                    <a:pt x="146117" y="5836"/>
                  </a:lnTo>
                  <a:lnTo>
                    <a:pt x="143815" y="5320"/>
                  </a:lnTo>
                  <a:lnTo>
                    <a:pt x="141353" y="4804"/>
                  </a:lnTo>
                  <a:lnTo>
                    <a:pt x="138773" y="4288"/>
                  </a:lnTo>
                  <a:lnTo>
                    <a:pt x="136034" y="3811"/>
                  </a:lnTo>
                  <a:lnTo>
                    <a:pt x="133097" y="3335"/>
                  </a:lnTo>
                  <a:lnTo>
                    <a:pt x="130040" y="2859"/>
                  </a:lnTo>
                  <a:lnTo>
                    <a:pt x="126825" y="2422"/>
                  </a:lnTo>
                  <a:lnTo>
                    <a:pt x="123411" y="2025"/>
                  </a:lnTo>
                  <a:lnTo>
                    <a:pt x="119839" y="1628"/>
                  </a:lnTo>
                  <a:lnTo>
                    <a:pt x="116068" y="1271"/>
                  </a:lnTo>
                  <a:lnTo>
                    <a:pt x="112138" y="953"/>
                  </a:lnTo>
                  <a:lnTo>
                    <a:pt x="108049" y="676"/>
                  </a:lnTo>
                  <a:lnTo>
                    <a:pt x="103723" y="437"/>
                  </a:lnTo>
                  <a:lnTo>
                    <a:pt x="99237" y="239"/>
                  </a:lnTo>
                  <a:lnTo>
                    <a:pt x="94593" y="120"/>
                  </a:lnTo>
                  <a:lnTo>
                    <a:pt x="8971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2">
              <a:extLst>
                <a:ext uri="{FF2B5EF4-FFF2-40B4-BE49-F238E27FC236}">
                  <a16:creationId xmlns:a16="http://schemas.microsoft.com/office/drawing/2014/main" id="{6865C1A8-7C32-9D4E-89F1-1E81F097D04A}"/>
                </a:ext>
              </a:extLst>
            </p:cNvPr>
            <p:cNvSpPr/>
            <p:nvPr/>
          </p:nvSpPr>
          <p:spPr>
            <a:xfrm>
              <a:off x="5836739" y="3657698"/>
              <a:ext cx="1763409" cy="627756"/>
            </a:xfrm>
            <a:custGeom>
              <a:avLst/>
              <a:gdLst/>
              <a:ahLst/>
              <a:cxnLst/>
              <a:rect l="l" t="t" r="r" b="b"/>
              <a:pathLst>
                <a:path w="196809" h="70062" extrusionOk="0">
                  <a:moveTo>
                    <a:pt x="99159" y="0"/>
                  </a:moveTo>
                  <a:lnTo>
                    <a:pt x="95824" y="40"/>
                  </a:lnTo>
                  <a:lnTo>
                    <a:pt x="92530" y="119"/>
                  </a:lnTo>
                  <a:lnTo>
                    <a:pt x="89195" y="199"/>
                  </a:lnTo>
                  <a:lnTo>
                    <a:pt x="85861" y="318"/>
                  </a:lnTo>
                  <a:lnTo>
                    <a:pt x="82566" y="476"/>
                  </a:lnTo>
                  <a:lnTo>
                    <a:pt x="79232" y="675"/>
                  </a:lnTo>
                  <a:lnTo>
                    <a:pt x="75898" y="873"/>
                  </a:lnTo>
                  <a:lnTo>
                    <a:pt x="72603" y="1112"/>
                  </a:lnTo>
                  <a:lnTo>
                    <a:pt x="69268" y="1350"/>
                  </a:lnTo>
                  <a:lnTo>
                    <a:pt x="65974" y="1667"/>
                  </a:lnTo>
                  <a:lnTo>
                    <a:pt x="62679" y="1985"/>
                  </a:lnTo>
                  <a:lnTo>
                    <a:pt x="59384" y="2382"/>
                  </a:lnTo>
                  <a:lnTo>
                    <a:pt x="56050" y="2779"/>
                  </a:lnTo>
                  <a:lnTo>
                    <a:pt x="52755" y="3176"/>
                  </a:lnTo>
                  <a:lnTo>
                    <a:pt x="49500" y="3652"/>
                  </a:lnTo>
                  <a:lnTo>
                    <a:pt x="46206" y="4168"/>
                  </a:lnTo>
                  <a:lnTo>
                    <a:pt x="42911" y="4724"/>
                  </a:lnTo>
                  <a:lnTo>
                    <a:pt x="39656" y="5279"/>
                  </a:lnTo>
                  <a:lnTo>
                    <a:pt x="36401" y="5915"/>
                  </a:lnTo>
                  <a:lnTo>
                    <a:pt x="33146" y="6550"/>
                  </a:lnTo>
                  <a:lnTo>
                    <a:pt x="29891" y="7225"/>
                  </a:lnTo>
                  <a:lnTo>
                    <a:pt x="26636" y="7979"/>
                  </a:lnTo>
                  <a:lnTo>
                    <a:pt x="23421" y="8733"/>
                  </a:lnTo>
                  <a:lnTo>
                    <a:pt x="20166" y="9567"/>
                  </a:lnTo>
                  <a:lnTo>
                    <a:pt x="16951" y="10400"/>
                  </a:lnTo>
                  <a:lnTo>
                    <a:pt x="13775" y="11313"/>
                  </a:lnTo>
                  <a:lnTo>
                    <a:pt x="13021" y="11750"/>
                  </a:lnTo>
                  <a:lnTo>
                    <a:pt x="12267" y="12186"/>
                  </a:lnTo>
                  <a:lnTo>
                    <a:pt x="11592" y="12623"/>
                  </a:lnTo>
                  <a:lnTo>
                    <a:pt x="10877" y="13139"/>
                  </a:lnTo>
                  <a:lnTo>
                    <a:pt x="10203" y="13655"/>
                  </a:lnTo>
                  <a:lnTo>
                    <a:pt x="9528" y="14171"/>
                  </a:lnTo>
                  <a:lnTo>
                    <a:pt x="8893" y="14727"/>
                  </a:lnTo>
                  <a:lnTo>
                    <a:pt x="8257" y="15283"/>
                  </a:lnTo>
                  <a:lnTo>
                    <a:pt x="7662" y="15878"/>
                  </a:lnTo>
                  <a:lnTo>
                    <a:pt x="7067" y="16473"/>
                  </a:lnTo>
                  <a:lnTo>
                    <a:pt x="6511" y="17109"/>
                  </a:lnTo>
                  <a:lnTo>
                    <a:pt x="5955" y="17783"/>
                  </a:lnTo>
                  <a:lnTo>
                    <a:pt x="5439" y="18419"/>
                  </a:lnTo>
                  <a:lnTo>
                    <a:pt x="4923" y="19093"/>
                  </a:lnTo>
                  <a:lnTo>
                    <a:pt x="4447" y="19808"/>
                  </a:lnTo>
                  <a:lnTo>
                    <a:pt x="3970" y="20522"/>
                  </a:lnTo>
                  <a:lnTo>
                    <a:pt x="3534" y="21237"/>
                  </a:lnTo>
                  <a:lnTo>
                    <a:pt x="3137" y="21991"/>
                  </a:lnTo>
                  <a:lnTo>
                    <a:pt x="2740" y="22745"/>
                  </a:lnTo>
                  <a:lnTo>
                    <a:pt x="2383" y="23539"/>
                  </a:lnTo>
                  <a:lnTo>
                    <a:pt x="2025" y="24333"/>
                  </a:lnTo>
                  <a:lnTo>
                    <a:pt x="1708" y="25127"/>
                  </a:lnTo>
                  <a:lnTo>
                    <a:pt x="1390" y="25921"/>
                  </a:lnTo>
                  <a:lnTo>
                    <a:pt x="1152" y="26754"/>
                  </a:lnTo>
                  <a:lnTo>
                    <a:pt x="914" y="27588"/>
                  </a:lnTo>
                  <a:lnTo>
                    <a:pt x="676" y="28422"/>
                  </a:lnTo>
                  <a:lnTo>
                    <a:pt x="517" y="29295"/>
                  </a:lnTo>
                  <a:lnTo>
                    <a:pt x="358" y="30168"/>
                  </a:lnTo>
                  <a:lnTo>
                    <a:pt x="199" y="31042"/>
                  </a:lnTo>
                  <a:lnTo>
                    <a:pt x="120" y="31915"/>
                  </a:lnTo>
                  <a:lnTo>
                    <a:pt x="41" y="32828"/>
                  </a:lnTo>
                  <a:lnTo>
                    <a:pt x="1" y="33741"/>
                  </a:lnTo>
                  <a:lnTo>
                    <a:pt x="1" y="67124"/>
                  </a:lnTo>
                  <a:lnTo>
                    <a:pt x="98365" y="70062"/>
                  </a:lnTo>
                  <a:lnTo>
                    <a:pt x="98444" y="70062"/>
                  </a:lnTo>
                  <a:lnTo>
                    <a:pt x="196808" y="67124"/>
                  </a:lnTo>
                  <a:lnTo>
                    <a:pt x="196808" y="33741"/>
                  </a:lnTo>
                  <a:lnTo>
                    <a:pt x="196768" y="33741"/>
                  </a:lnTo>
                  <a:lnTo>
                    <a:pt x="196729" y="32669"/>
                  </a:lnTo>
                  <a:lnTo>
                    <a:pt x="196649" y="31637"/>
                  </a:lnTo>
                  <a:lnTo>
                    <a:pt x="196491" y="30565"/>
                  </a:lnTo>
                  <a:lnTo>
                    <a:pt x="196332" y="29573"/>
                  </a:lnTo>
                  <a:lnTo>
                    <a:pt x="196133" y="28541"/>
                  </a:lnTo>
                  <a:lnTo>
                    <a:pt x="195855" y="27548"/>
                  </a:lnTo>
                  <a:lnTo>
                    <a:pt x="195578" y="26556"/>
                  </a:lnTo>
                  <a:lnTo>
                    <a:pt x="195260" y="25603"/>
                  </a:lnTo>
                  <a:lnTo>
                    <a:pt x="194903" y="24651"/>
                  </a:lnTo>
                  <a:lnTo>
                    <a:pt x="194506" y="23738"/>
                  </a:lnTo>
                  <a:lnTo>
                    <a:pt x="194069" y="22825"/>
                  </a:lnTo>
                  <a:lnTo>
                    <a:pt x="193632" y="21912"/>
                  </a:lnTo>
                  <a:lnTo>
                    <a:pt x="193116" y="21078"/>
                  </a:lnTo>
                  <a:lnTo>
                    <a:pt x="192600" y="20205"/>
                  </a:lnTo>
                  <a:lnTo>
                    <a:pt x="192045" y="19371"/>
                  </a:lnTo>
                  <a:lnTo>
                    <a:pt x="191449" y="18577"/>
                  </a:lnTo>
                  <a:lnTo>
                    <a:pt x="190854" y="17783"/>
                  </a:lnTo>
                  <a:lnTo>
                    <a:pt x="190219" y="17029"/>
                  </a:lnTo>
                  <a:lnTo>
                    <a:pt x="189544" y="16315"/>
                  </a:lnTo>
                  <a:lnTo>
                    <a:pt x="188829" y="15600"/>
                  </a:lnTo>
                  <a:lnTo>
                    <a:pt x="188115" y="14925"/>
                  </a:lnTo>
                  <a:lnTo>
                    <a:pt x="187361" y="14251"/>
                  </a:lnTo>
                  <a:lnTo>
                    <a:pt x="186606" y="13655"/>
                  </a:lnTo>
                  <a:lnTo>
                    <a:pt x="185773" y="13060"/>
                  </a:lnTo>
                  <a:lnTo>
                    <a:pt x="184979" y="12464"/>
                  </a:lnTo>
                  <a:lnTo>
                    <a:pt x="184145" y="11948"/>
                  </a:lnTo>
                  <a:lnTo>
                    <a:pt x="183272" y="11432"/>
                  </a:lnTo>
                  <a:lnTo>
                    <a:pt x="182359" y="10956"/>
                  </a:lnTo>
                  <a:lnTo>
                    <a:pt x="181486" y="10519"/>
                  </a:lnTo>
                  <a:lnTo>
                    <a:pt x="180533" y="10122"/>
                  </a:lnTo>
                  <a:lnTo>
                    <a:pt x="179620" y="9765"/>
                  </a:lnTo>
                  <a:lnTo>
                    <a:pt x="178668" y="9408"/>
                  </a:lnTo>
                  <a:lnTo>
                    <a:pt x="178628" y="9249"/>
                  </a:lnTo>
                  <a:lnTo>
                    <a:pt x="171205" y="7780"/>
                  </a:lnTo>
                  <a:lnTo>
                    <a:pt x="163742" y="6272"/>
                  </a:lnTo>
                  <a:lnTo>
                    <a:pt x="156319" y="4883"/>
                  </a:lnTo>
                  <a:lnTo>
                    <a:pt x="152588" y="4208"/>
                  </a:lnTo>
                  <a:lnTo>
                    <a:pt x="148857" y="3573"/>
                  </a:lnTo>
                  <a:lnTo>
                    <a:pt x="145165" y="2977"/>
                  </a:lnTo>
                  <a:lnTo>
                    <a:pt x="141434" y="2421"/>
                  </a:lnTo>
                  <a:lnTo>
                    <a:pt x="137702" y="1945"/>
                  </a:lnTo>
                  <a:lnTo>
                    <a:pt x="133971" y="1469"/>
                  </a:lnTo>
                  <a:lnTo>
                    <a:pt x="130240" y="1072"/>
                  </a:lnTo>
                  <a:lnTo>
                    <a:pt x="126548" y="754"/>
                  </a:lnTo>
                  <a:lnTo>
                    <a:pt x="122817" y="476"/>
                  </a:lnTo>
                  <a:lnTo>
                    <a:pt x="119086" y="318"/>
                  </a:lnTo>
                  <a:lnTo>
                    <a:pt x="112456" y="119"/>
                  </a:lnTo>
                  <a:lnTo>
                    <a:pt x="109122" y="40"/>
                  </a:lnTo>
                  <a:lnTo>
                    <a:pt x="105827" y="40"/>
                  </a:lnTo>
                  <a:lnTo>
                    <a:pt x="10249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2">
              <a:extLst>
                <a:ext uri="{FF2B5EF4-FFF2-40B4-BE49-F238E27FC236}">
                  <a16:creationId xmlns:a16="http://schemas.microsoft.com/office/drawing/2014/main" id="{E77A4003-F92D-42D9-C739-460D49481747}"/>
                </a:ext>
              </a:extLst>
            </p:cNvPr>
            <p:cNvSpPr/>
            <p:nvPr/>
          </p:nvSpPr>
          <p:spPr>
            <a:xfrm>
              <a:off x="5749603" y="4217519"/>
              <a:ext cx="1937322" cy="185311"/>
            </a:xfrm>
            <a:custGeom>
              <a:avLst/>
              <a:gdLst/>
              <a:ahLst/>
              <a:cxnLst/>
              <a:rect l="l" t="t" r="r" b="b"/>
              <a:pathLst>
                <a:path w="216219" h="20682" extrusionOk="0">
                  <a:moveTo>
                    <a:pt x="5082" y="0"/>
                  </a:moveTo>
                  <a:lnTo>
                    <a:pt x="4566" y="40"/>
                  </a:lnTo>
                  <a:lnTo>
                    <a:pt x="4050" y="119"/>
                  </a:lnTo>
                  <a:lnTo>
                    <a:pt x="3573" y="238"/>
                  </a:lnTo>
                  <a:lnTo>
                    <a:pt x="3097" y="397"/>
                  </a:lnTo>
                  <a:lnTo>
                    <a:pt x="2660" y="635"/>
                  </a:lnTo>
                  <a:lnTo>
                    <a:pt x="2263" y="873"/>
                  </a:lnTo>
                  <a:lnTo>
                    <a:pt x="1866" y="1151"/>
                  </a:lnTo>
                  <a:lnTo>
                    <a:pt x="1509" y="1508"/>
                  </a:lnTo>
                  <a:lnTo>
                    <a:pt x="1192" y="1866"/>
                  </a:lnTo>
                  <a:lnTo>
                    <a:pt x="874" y="2263"/>
                  </a:lnTo>
                  <a:lnTo>
                    <a:pt x="636" y="2660"/>
                  </a:lnTo>
                  <a:lnTo>
                    <a:pt x="398" y="3096"/>
                  </a:lnTo>
                  <a:lnTo>
                    <a:pt x="239" y="3573"/>
                  </a:lnTo>
                  <a:lnTo>
                    <a:pt x="120" y="4049"/>
                  </a:lnTo>
                  <a:lnTo>
                    <a:pt x="40" y="4565"/>
                  </a:lnTo>
                  <a:lnTo>
                    <a:pt x="1" y="5081"/>
                  </a:lnTo>
                  <a:lnTo>
                    <a:pt x="1" y="15600"/>
                  </a:lnTo>
                  <a:lnTo>
                    <a:pt x="40" y="16116"/>
                  </a:lnTo>
                  <a:lnTo>
                    <a:pt x="120" y="16632"/>
                  </a:lnTo>
                  <a:lnTo>
                    <a:pt x="239" y="17109"/>
                  </a:lnTo>
                  <a:lnTo>
                    <a:pt x="398" y="17585"/>
                  </a:lnTo>
                  <a:lnTo>
                    <a:pt x="636" y="18022"/>
                  </a:lnTo>
                  <a:lnTo>
                    <a:pt x="874" y="18458"/>
                  </a:lnTo>
                  <a:lnTo>
                    <a:pt x="1192" y="18815"/>
                  </a:lnTo>
                  <a:lnTo>
                    <a:pt x="1509" y="19173"/>
                  </a:lnTo>
                  <a:lnTo>
                    <a:pt x="1866" y="19530"/>
                  </a:lnTo>
                  <a:lnTo>
                    <a:pt x="2263" y="19808"/>
                  </a:lnTo>
                  <a:lnTo>
                    <a:pt x="2660" y="20046"/>
                  </a:lnTo>
                  <a:lnTo>
                    <a:pt x="3097" y="20284"/>
                  </a:lnTo>
                  <a:lnTo>
                    <a:pt x="3573" y="20443"/>
                  </a:lnTo>
                  <a:lnTo>
                    <a:pt x="4050" y="20562"/>
                  </a:lnTo>
                  <a:lnTo>
                    <a:pt x="4566" y="20641"/>
                  </a:lnTo>
                  <a:lnTo>
                    <a:pt x="5082" y="20681"/>
                  </a:lnTo>
                  <a:lnTo>
                    <a:pt x="211177" y="20681"/>
                  </a:lnTo>
                  <a:lnTo>
                    <a:pt x="211693" y="20641"/>
                  </a:lnTo>
                  <a:lnTo>
                    <a:pt x="212170" y="20562"/>
                  </a:lnTo>
                  <a:lnTo>
                    <a:pt x="212646" y="20443"/>
                  </a:lnTo>
                  <a:lnTo>
                    <a:pt x="213122" y="20284"/>
                  </a:lnTo>
                  <a:lnTo>
                    <a:pt x="213559" y="20046"/>
                  </a:lnTo>
                  <a:lnTo>
                    <a:pt x="213996" y="19808"/>
                  </a:lnTo>
                  <a:lnTo>
                    <a:pt x="214393" y="19530"/>
                  </a:lnTo>
                  <a:lnTo>
                    <a:pt x="214750" y="19173"/>
                  </a:lnTo>
                  <a:lnTo>
                    <a:pt x="215067" y="18815"/>
                  </a:lnTo>
                  <a:lnTo>
                    <a:pt x="215345" y="18458"/>
                  </a:lnTo>
                  <a:lnTo>
                    <a:pt x="215623" y="18022"/>
                  </a:lnTo>
                  <a:lnTo>
                    <a:pt x="215822" y="17585"/>
                  </a:lnTo>
                  <a:lnTo>
                    <a:pt x="215980" y="17109"/>
                  </a:lnTo>
                  <a:lnTo>
                    <a:pt x="216100" y="16632"/>
                  </a:lnTo>
                  <a:lnTo>
                    <a:pt x="216179" y="16116"/>
                  </a:lnTo>
                  <a:lnTo>
                    <a:pt x="216219" y="15600"/>
                  </a:lnTo>
                  <a:lnTo>
                    <a:pt x="216219" y="5081"/>
                  </a:lnTo>
                  <a:lnTo>
                    <a:pt x="216179" y="4565"/>
                  </a:lnTo>
                  <a:lnTo>
                    <a:pt x="216100" y="4049"/>
                  </a:lnTo>
                  <a:lnTo>
                    <a:pt x="215980" y="3573"/>
                  </a:lnTo>
                  <a:lnTo>
                    <a:pt x="215822" y="3096"/>
                  </a:lnTo>
                  <a:lnTo>
                    <a:pt x="215623" y="2660"/>
                  </a:lnTo>
                  <a:lnTo>
                    <a:pt x="215345" y="2263"/>
                  </a:lnTo>
                  <a:lnTo>
                    <a:pt x="215067" y="1866"/>
                  </a:lnTo>
                  <a:lnTo>
                    <a:pt x="214750" y="1508"/>
                  </a:lnTo>
                  <a:lnTo>
                    <a:pt x="214393" y="1151"/>
                  </a:lnTo>
                  <a:lnTo>
                    <a:pt x="213996" y="873"/>
                  </a:lnTo>
                  <a:lnTo>
                    <a:pt x="213559" y="635"/>
                  </a:lnTo>
                  <a:lnTo>
                    <a:pt x="213122" y="397"/>
                  </a:lnTo>
                  <a:lnTo>
                    <a:pt x="212646" y="238"/>
                  </a:lnTo>
                  <a:lnTo>
                    <a:pt x="212170" y="119"/>
                  </a:lnTo>
                  <a:lnTo>
                    <a:pt x="211693" y="40"/>
                  </a:lnTo>
                  <a:lnTo>
                    <a:pt x="2111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2">
              <a:extLst>
                <a:ext uri="{FF2B5EF4-FFF2-40B4-BE49-F238E27FC236}">
                  <a16:creationId xmlns:a16="http://schemas.microsoft.com/office/drawing/2014/main" id="{26360E36-FA0C-EA30-AB29-D9952D1B0850}"/>
                </a:ext>
              </a:extLst>
            </p:cNvPr>
            <p:cNvSpPr/>
            <p:nvPr/>
          </p:nvSpPr>
          <p:spPr>
            <a:xfrm>
              <a:off x="7240198" y="3826989"/>
              <a:ext cx="258586" cy="258586"/>
            </a:xfrm>
            <a:custGeom>
              <a:avLst/>
              <a:gdLst/>
              <a:ahLst/>
              <a:cxnLst/>
              <a:rect l="l" t="t" r="r" b="b"/>
              <a:pathLst>
                <a:path w="28860" h="28860" extrusionOk="0">
                  <a:moveTo>
                    <a:pt x="13696" y="1"/>
                  </a:moveTo>
                  <a:lnTo>
                    <a:pt x="12941" y="41"/>
                  </a:lnTo>
                  <a:lnTo>
                    <a:pt x="12227" y="160"/>
                  </a:lnTo>
                  <a:lnTo>
                    <a:pt x="11512" y="279"/>
                  </a:lnTo>
                  <a:lnTo>
                    <a:pt x="10838" y="438"/>
                  </a:lnTo>
                  <a:lnTo>
                    <a:pt x="10123" y="636"/>
                  </a:lnTo>
                  <a:lnTo>
                    <a:pt x="9488" y="874"/>
                  </a:lnTo>
                  <a:lnTo>
                    <a:pt x="8813" y="1112"/>
                  </a:lnTo>
                  <a:lnTo>
                    <a:pt x="8178" y="1390"/>
                  </a:lnTo>
                  <a:lnTo>
                    <a:pt x="7543" y="1708"/>
                  </a:lnTo>
                  <a:lnTo>
                    <a:pt x="6947" y="2065"/>
                  </a:lnTo>
                  <a:lnTo>
                    <a:pt x="6352" y="2462"/>
                  </a:lnTo>
                  <a:lnTo>
                    <a:pt x="5796" y="2859"/>
                  </a:lnTo>
                  <a:lnTo>
                    <a:pt x="5241" y="3296"/>
                  </a:lnTo>
                  <a:lnTo>
                    <a:pt x="4725" y="3732"/>
                  </a:lnTo>
                  <a:lnTo>
                    <a:pt x="4209" y="4209"/>
                  </a:lnTo>
                  <a:lnTo>
                    <a:pt x="3732" y="4725"/>
                  </a:lnTo>
                  <a:lnTo>
                    <a:pt x="3296" y="5241"/>
                  </a:lnTo>
                  <a:lnTo>
                    <a:pt x="2859" y="5796"/>
                  </a:lnTo>
                  <a:lnTo>
                    <a:pt x="2462" y="6352"/>
                  </a:lnTo>
                  <a:lnTo>
                    <a:pt x="2105" y="6948"/>
                  </a:lnTo>
                  <a:lnTo>
                    <a:pt x="1747" y="7543"/>
                  </a:lnTo>
                  <a:lnTo>
                    <a:pt x="1430" y="8138"/>
                  </a:lnTo>
                  <a:lnTo>
                    <a:pt x="1152" y="8813"/>
                  </a:lnTo>
                  <a:lnTo>
                    <a:pt x="874" y="9448"/>
                  </a:lnTo>
                  <a:lnTo>
                    <a:pt x="636" y="10123"/>
                  </a:lnTo>
                  <a:lnTo>
                    <a:pt x="438" y="10798"/>
                  </a:lnTo>
                  <a:lnTo>
                    <a:pt x="279" y="11512"/>
                  </a:lnTo>
                  <a:lnTo>
                    <a:pt x="160" y="12227"/>
                  </a:lnTo>
                  <a:lnTo>
                    <a:pt x="80" y="12941"/>
                  </a:lnTo>
                  <a:lnTo>
                    <a:pt x="1" y="13656"/>
                  </a:lnTo>
                  <a:lnTo>
                    <a:pt x="1" y="14410"/>
                  </a:lnTo>
                  <a:lnTo>
                    <a:pt x="1" y="15164"/>
                  </a:lnTo>
                  <a:lnTo>
                    <a:pt x="80" y="15879"/>
                  </a:lnTo>
                  <a:lnTo>
                    <a:pt x="160" y="16593"/>
                  </a:lnTo>
                  <a:lnTo>
                    <a:pt x="279" y="17308"/>
                  </a:lnTo>
                  <a:lnTo>
                    <a:pt x="438" y="18022"/>
                  </a:lnTo>
                  <a:lnTo>
                    <a:pt x="636" y="18697"/>
                  </a:lnTo>
                  <a:lnTo>
                    <a:pt x="874" y="19372"/>
                  </a:lnTo>
                  <a:lnTo>
                    <a:pt x="1152" y="20047"/>
                  </a:lnTo>
                  <a:lnTo>
                    <a:pt x="1430" y="20682"/>
                  </a:lnTo>
                  <a:lnTo>
                    <a:pt x="1747" y="21277"/>
                  </a:lnTo>
                  <a:lnTo>
                    <a:pt x="2105" y="21913"/>
                  </a:lnTo>
                  <a:lnTo>
                    <a:pt x="2462" y="22468"/>
                  </a:lnTo>
                  <a:lnTo>
                    <a:pt x="2859" y="23064"/>
                  </a:lnTo>
                  <a:lnTo>
                    <a:pt x="3296" y="23580"/>
                  </a:lnTo>
                  <a:lnTo>
                    <a:pt x="3732" y="24135"/>
                  </a:lnTo>
                  <a:lnTo>
                    <a:pt x="4209" y="24612"/>
                  </a:lnTo>
                  <a:lnTo>
                    <a:pt x="4725" y="25088"/>
                  </a:lnTo>
                  <a:lnTo>
                    <a:pt x="5241" y="25564"/>
                  </a:lnTo>
                  <a:lnTo>
                    <a:pt x="5796" y="25961"/>
                  </a:lnTo>
                  <a:lnTo>
                    <a:pt x="6352" y="26398"/>
                  </a:lnTo>
                  <a:lnTo>
                    <a:pt x="6947" y="26755"/>
                  </a:lnTo>
                  <a:lnTo>
                    <a:pt x="7543" y="27113"/>
                  </a:lnTo>
                  <a:lnTo>
                    <a:pt x="8178" y="27430"/>
                  </a:lnTo>
                  <a:lnTo>
                    <a:pt x="8813" y="27708"/>
                  </a:lnTo>
                  <a:lnTo>
                    <a:pt x="9488" y="27986"/>
                  </a:lnTo>
                  <a:lnTo>
                    <a:pt x="10123" y="28184"/>
                  </a:lnTo>
                  <a:lnTo>
                    <a:pt x="10838" y="28383"/>
                  </a:lnTo>
                  <a:lnTo>
                    <a:pt x="11512" y="28542"/>
                  </a:lnTo>
                  <a:lnTo>
                    <a:pt x="12227" y="28661"/>
                  </a:lnTo>
                  <a:lnTo>
                    <a:pt x="12941" y="28780"/>
                  </a:lnTo>
                  <a:lnTo>
                    <a:pt x="13696" y="28819"/>
                  </a:lnTo>
                  <a:lnTo>
                    <a:pt x="14450" y="28859"/>
                  </a:lnTo>
                  <a:lnTo>
                    <a:pt x="15164" y="28819"/>
                  </a:lnTo>
                  <a:lnTo>
                    <a:pt x="15919" y="28780"/>
                  </a:lnTo>
                  <a:lnTo>
                    <a:pt x="16633" y="28661"/>
                  </a:lnTo>
                  <a:lnTo>
                    <a:pt x="17348" y="28542"/>
                  </a:lnTo>
                  <a:lnTo>
                    <a:pt x="18022" y="28383"/>
                  </a:lnTo>
                  <a:lnTo>
                    <a:pt x="18737" y="28184"/>
                  </a:lnTo>
                  <a:lnTo>
                    <a:pt x="19412" y="27986"/>
                  </a:lnTo>
                  <a:lnTo>
                    <a:pt x="20047" y="27708"/>
                  </a:lnTo>
                  <a:lnTo>
                    <a:pt x="20682" y="27430"/>
                  </a:lnTo>
                  <a:lnTo>
                    <a:pt x="21317" y="27113"/>
                  </a:lnTo>
                  <a:lnTo>
                    <a:pt x="21912" y="26755"/>
                  </a:lnTo>
                  <a:lnTo>
                    <a:pt x="22508" y="26398"/>
                  </a:lnTo>
                  <a:lnTo>
                    <a:pt x="23064" y="25961"/>
                  </a:lnTo>
                  <a:lnTo>
                    <a:pt x="23619" y="25564"/>
                  </a:lnTo>
                  <a:lnTo>
                    <a:pt x="24135" y="25088"/>
                  </a:lnTo>
                  <a:lnTo>
                    <a:pt x="24651" y="24612"/>
                  </a:lnTo>
                  <a:lnTo>
                    <a:pt x="25128" y="24135"/>
                  </a:lnTo>
                  <a:lnTo>
                    <a:pt x="25564" y="23580"/>
                  </a:lnTo>
                  <a:lnTo>
                    <a:pt x="26001" y="23064"/>
                  </a:lnTo>
                  <a:lnTo>
                    <a:pt x="26398" y="22468"/>
                  </a:lnTo>
                  <a:lnTo>
                    <a:pt x="26755" y="21913"/>
                  </a:lnTo>
                  <a:lnTo>
                    <a:pt x="27112" y="21277"/>
                  </a:lnTo>
                  <a:lnTo>
                    <a:pt x="27430" y="20682"/>
                  </a:lnTo>
                  <a:lnTo>
                    <a:pt x="27708" y="20047"/>
                  </a:lnTo>
                  <a:lnTo>
                    <a:pt x="27986" y="19372"/>
                  </a:lnTo>
                  <a:lnTo>
                    <a:pt x="28224" y="18697"/>
                  </a:lnTo>
                  <a:lnTo>
                    <a:pt x="28422" y="18022"/>
                  </a:lnTo>
                  <a:lnTo>
                    <a:pt x="28581" y="17308"/>
                  </a:lnTo>
                  <a:lnTo>
                    <a:pt x="28700" y="16593"/>
                  </a:lnTo>
                  <a:lnTo>
                    <a:pt x="28780" y="15879"/>
                  </a:lnTo>
                  <a:lnTo>
                    <a:pt x="28859" y="15164"/>
                  </a:lnTo>
                  <a:lnTo>
                    <a:pt x="28859" y="14410"/>
                  </a:lnTo>
                  <a:lnTo>
                    <a:pt x="28859" y="13656"/>
                  </a:lnTo>
                  <a:lnTo>
                    <a:pt x="28780" y="12941"/>
                  </a:lnTo>
                  <a:lnTo>
                    <a:pt x="28700" y="12227"/>
                  </a:lnTo>
                  <a:lnTo>
                    <a:pt x="28581" y="11512"/>
                  </a:lnTo>
                  <a:lnTo>
                    <a:pt x="28422" y="10798"/>
                  </a:lnTo>
                  <a:lnTo>
                    <a:pt x="28224" y="10123"/>
                  </a:lnTo>
                  <a:lnTo>
                    <a:pt x="27986" y="9448"/>
                  </a:lnTo>
                  <a:lnTo>
                    <a:pt x="27708" y="8813"/>
                  </a:lnTo>
                  <a:lnTo>
                    <a:pt x="27430" y="8138"/>
                  </a:lnTo>
                  <a:lnTo>
                    <a:pt x="27112" y="7543"/>
                  </a:lnTo>
                  <a:lnTo>
                    <a:pt x="26755" y="6948"/>
                  </a:lnTo>
                  <a:lnTo>
                    <a:pt x="26398" y="6352"/>
                  </a:lnTo>
                  <a:lnTo>
                    <a:pt x="26001" y="5796"/>
                  </a:lnTo>
                  <a:lnTo>
                    <a:pt x="25564" y="5241"/>
                  </a:lnTo>
                  <a:lnTo>
                    <a:pt x="25128" y="4725"/>
                  </a:lnTo>
                  <a:lnTo>
                    <a:pt x="24651" y="4209"/>
                  </a:lnTo>
                  <a:lnTo>
                    <a:pt x="24135" y="3732"/>
                  </a:lnTo>
                  <a:lnTo>
                    <a:pt x="23619" y="3296"/>
                  </a:lnTo>
                  <a:lnTo>
                    <a:pt x="23064" y="2859"/>
                  </a:lnTo>
                  <a:lnTo>
                    <a:pt x="22508" y="2462"/>
                  </a:lnTo>
                  <a:lnTo>
                    <a:pt x="21912" y="2065"/>
                  </a:lnTo>
                  <a:lnTo>
                    <a:pt x="21317" y="1708"/>
                  </a:lnTo>
                  <a:lnTo>
                    <a:pt x="20682" y="1390"/>
                  </a:lnTo>
                  <a:lnTo>
                    <a:pt x="20047" y="1112"/>
                  </a:lnTo>
                  <a:lnTo>
                    <a:pt x="19412" y="874"/>
                  </a:lnTo>
                  <a:lnTo>
                    <a:pt x="18737" y="636"/>
                  </a:lnTo>
                  <a:lnTo>
                    <a:pt x="18022" y="438"/>
                  </a:lnTo>
                  <a:lnTo>
                    <a:pt x="17348" y="279"/>
                  </a:lnTo>
                  <a:lnTo>
                    <a:pt x="16633" y="160"/>
                  </a:lnTo>
                  <a:lnTo>
                    <a:pt x="15919" y="41"/>
                  </a:lnTo>
                  <a:lnTo>
                    <a:pt x="151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2">
              <a:extLst>
                <a:ext uri="{FF2B5EF4-FFF2-40B4-BE49-F238E27FC236}">
                  <a16:creationId xmlns:a16="http://schemas.microsoft.com/office/drawing/2014/main" id="{40B85B84-5D60-771A-AF06-F61DF6DE252C}"/>
                </a:ext>
              </a:extLst>
            </p:cNvPr>
            <p:cNvSpPr/>
            <p:nvPr/>
          </p:nvSpPr>
          <p:spPr>
            <a:xfrm>
              <a:off x="7240198" y="3826989"/>
              <a:ext cx="258586" cy="258586"/>
            </a:xfrm>
            <a:custGeom>
              <a:avLst/>
              <a:gdLst/>
              <a:ahLst/>
              <a:cxnLst/>
              <a:rect l="l" t="t" r="r" b="b"/>
              <a:pathLst>
                <a:path w="28860" h="28860" fill="none" extrusionOk="0">
                  <a:moveTo>
                    <a:pt x="1" y="14410"/>
                  </a:moveTo>
                  <a:lnTo>
                    <a:pt x="1" y="14410"/>
                  </a:lnTo>
                  <a:lnTo>
                    <a:pt x="1" y="15164"/>
                  </a:lnTo>
                  <a:lnTo>
                    <a:pt x="80" y="15879"/>
                  </a:lnTo>
                  <a:lnTo>
                    <a:pt x="160" y="16593"/>
                  </a:lnTo>
                  <a:lnTo>
                    <a:pt x="279" y="17308"/>
                  </a:lnTo>
                  <a:lnTo>
                    <a:pt x="438" y="18022"/>
                  </a:lnTo>
                  <a:lnTo>
                    <a:pt x="636" y="18697"/>
                  </a:lnTo>
                  <a:lnTo>
                    <a:pt x="874" y="19372"/>
                  </a:lnTo>
                  <a:lnTo>
                    <a:pt x="1152" y="20047"/>
                  </a:lnTo>
                  <a:lnTo>
                    <a:pt x="1430" y="20682"/>
                  </a:lnTo>
                  <a:lnTo>
                    <a:pt x="1747" y="21277"/>
                  </a:lnTo>
                  <a:lnTo>
                    <a:pt x="2105" y="21913"/>
                  </a:lnTo>
                  <a:lnTo>
                    <a:pt x="2462" y="22468"/>
                  </a:lnTo>
                  <a:lnTo>
                    <a:pt x="2859" y="23064"/>
                  </a:lnTo>
                  <a:lnTo>
                    <a:pt x="3296" y="23580"/>
                  </a:lnTo>
                  <a:lnTo>
                    <a:pt x="3732" y="24135"/>
                  </a:lnTo>
                  <a:lnTo>
                    <a:pt x="4209" y="24612"/>
                  </a:lnTo>
                  <a:lnTo>
                    <a:pt x="4725" y="25088"/>
                  </a:lnTo>
                  <a:lnTo>
                    <a:pt x="5241" y="25564"/>
                  </a:lnTo>
                  <a:lnTo>
                    <a:pt x="5796" y="25961"/>
                  </a:lnTo>
                  <a:lnTo>
                    <a:pt x="6352" y="26398"/>
                  </a:lnTo>
                  <a:lnTo>
                    <a:pt x="6947" y="26755"/>
                  </a:lnTo>
                  <a:lnTo>
                    <a:pt x="7543" y="27113"/>
                  </a:lnTo>
                  <a:lnTo>
                    <a:pt x="8178" y="27430"/>
                  </a:lnTo>
                  <a:lnTo>
                    <a:pt x="8813" y="27708"/>
                  </a:lnTo>
                  <a:lnTo>
                    <a:pt x="9488" y="27986"/>
                  </a:lnTo>
                  <a:lnTo>
                    <a:pt x="10123" y="28184"/>
                  </a:lnTo>
                  <a:lnTo>
                    <a:pt x="10838" y="28383"/>
                  </a:lnTo>
                  <a:lnTo>
                    <a:pt x="11512" y="28542"/>
                  </a:lnTo>
                  <a:lnTo>
                    <a:pt x="12227" y="28661"/>
                  </a:lnTo>
                  <a:lnTo>
                    <a:pt x="12941" y="28780"/>
                  </a:lnTo>
                  <a:lnTo>
                    <a:pt x="13696" y="28819"/>
                  </a:lnTo>
                  <a:lnTo>
                    <a:pt x="14450" y="28859"/>
                  </a:lnTo>
                  <a:lnTo>
                    <a:pt x="14450" y="28859"/>
                  </a:lnTo>
                  <a:lnTo>
                    <a:pt x="15164" y="28819"/>
                  </a:lnTo>
                  <a:lnTo>
                    <a:pt x="15919" y="28780"/>
                  </a:lnTo>
                  <a:lnTo>
                    <a:pt x="16633" y="28661"/>
                  </a:lnTo>
                  <a:lnTo>
                    <a:pt x="17348" y="28542"/>
                  </a:lnTo>
                  <a:lnTo>
                    <a:pt x="18022" y="28383"/>
                  </a:lnTo>
                  <a:lnTo>
                    <a:pt x="18737" y="28184"/>
                  </a:lnTo>
                  <a:lnTo>
                    <a:pt x="19412" y="27986"/>
                  </a:lnTo>
                  <a:lnTo>
                    <a:pt x="20047" y="27708"/>
                  </a:lnTo>
                  <a:lnTo>
                    <a:pt x="20682" y="27430"/>
                  </a:lnTo>
                  <a:lnTo>
                    <a:pt x="21317" y="27113"/>
                  </a:lnTo>
                  <a:lnTo>
                    <a:pt x="21912" y="26755"/>
                  </a:lnTo>
                  <a:lnTo>
                    <a:pt x="22508" y="26398"/>
                  </a:lnTo>
                  <a:lnTo>
                    <a:pt x="23064" y="25961"/>
                  </a:lnTo>
                  <a:lnTo>
                    <a:pt x="23619" y="25564"/>
                  </a:lnTo>
                  <a:lnTo>
                    <a:pt x="24135" y="25088"/>
                  </a:lnTo>
                  <a:lnTo>
                    <a:pt x="24651" y="24612"/>
                  </a:lnTo>
                  <a:lnTo>
                    <a:pt x="25128" y="24135"/>
                  </a:lnTo>
                  <a:lnTo>
                    <a:pt x="25564" y="23580"/>
                  </a:lnTo>
                  <a:lnTo>
                    <a:pt x="26001" y="23064"/>
                  </a:lnTo>
                  <a:lnTo>
                    <a:pt x="26398" y="22468"/>
                  </a:lnTo>
                  <a:lnTo>
                    <a:pt x="26755" y="21913"/>
                  </a:lnTo>
                  <a:lnTo>
                    <a:pt x="27112" y="21277"/>
                  </a:lnTo>
                  <a:lnTo>
                    <a:pt x="27430" y="20682"/>
                  </a:lnTo>
                  <a:lnTo>
                    <a:pt x="27708" y="20047"/>
                  </a:lnTo>
                  <a:lnTo>
                    <a:pt x="27986" y="19372"/>
                  </a:lnTo>
                  <a:lnTo>
                    <a:pt x="28224" y="18697"/>
                  </a:lnTo>
                  <a:lnTo>
                    <a:pt x="28422" y="18022"/>
                  </a:lnTo>
                  <a:lnTo>
                    <a:pt x="28581" y="17308"/>
                  </a:lnTo>
                  <a:lnTo>
                    <a:pt x="28700" y="16593"/>
                  </a:lnTo>
                  <a:lnTo>
                    <a:pt x="28780" y="15879"/>
                  </a:lnTo>
                  <a:lnTo>
                    <a:pt x="28859" y="15164"/>
                  </a:lnTo>
                  <a:lnTo>
                    <a:pt x="28859" y="14410"/>
                  </a:lnTo>
                  <a:lnTo>
                    <a:pt x="28859" y="14410"/>
                  </a:lnTo>
                  <a:lnTo>
                    <a:pt x="28859" y="13656"/>
                  </a:lnTo>
                  <a:lnTo>
                    <a:pt x="28780" y="12941"/>
                  </a:lnTo>
                  <a:lnTo>
                    <a:pt x="28700" y="12227"/>
                  </a:lnTo>
                  <a:lnTo>
                    <a:pt x="28581" y="11512"/>
                  </a:lnTo>
                  <a:lnTo>
                    <a:pt x="28422" y="10798"/>
                  </a:lnTo>
                  <a:lnTo>
                    <a:pt x="28224" y="10123"/>
                  </a:lnTo>
                  <a:lnTo>
                    <a:pt x="27986" y="9448"/>
                  </a:lnTo>
                  <a:lnTo>
                    <a:pt x="27708" y="8813"/>
                  </a:lnTo>
                  <a:lnTo>
                    <a:pt x="27430" y="8138"/>
                  </a:lnTo>
                  <a:lnTo>
                    <a:pt x="27112" y="7543"/>
                  </a:lnTo>
                  <a:lnTo>
                    <a:pt x="26755" y="6948"/>
                  </a:lnTo>
                  <a:lnTo>
                    <a:pt x="26398" y="6352"/>
                  </a:lnTo>
                  <a:lnTo>
                    <a:pt x="26001" y="5796"/>
                  </a:lnTo>
                  <a:lnTo>
                    <a:pt x="25564" y="5241"/>
                  </a:lnTo>
                  <a:lnTo>
                    <a:pt x="25128" y="4725"/>
                  </a:lnTo>
                  <a:lnTo>
                    <a:pt x="24651" y="4209"/>
                  </a:lnTo>
                  <a:lnTo>
                    <a:pt x="24135" y="3732"/>
                  </a:lnTo>
                  <a:lnTo>
                    <a:pt x="23619" y="3296"/>
                  </a:lnTo>
                  <a:lnTo>
                    <a:pt x="23064" y="2859"/>
                  </a:lnTo>
                  <a:lnTo>
                    <a:pt x="22508" y="2462"/>
                  </a:lnTo>
                  <a:lnTo>
                    <a:pt x="21912" y="2065"/>
                  </a:lnTo>
                  <a:lnTo>
                    <a:pt x="21317" y="1708"/>
                  </a:lnTo>
                  <a:lnTo>
                    <a:pt x="20682" y="1390"/>
                  </a:lnTo>
                  <a:lnTo>
                    <a:pt x="20047" y="1112"/>
                  </a:lnTo>
                  <a:lnTo>
                    <a:pt x="19412" y="874"/>
                  </a:lnTo>
                  <a:lnTo>
                    <a:pt x="18737" y="636"/>
                  </a:lnTo>
                  <a:lnTo>
                    <a:pt x="18022" y="438"/>
                  </a:lnTo>
                  <a:lnTo>
                    <a:pt x="17348" y="279"/>
                  </a:lnTo>
                  <a:lnTo>
                    <a:pt x="16633" y="160"/>
                  </a:lnTo>
                  <a:lnTo>
                    <a:pt x="15919" y="41"/>
                  </a:lnTo>
                  <a:lnTo>
                    <a:pt x="15164" y="1"/>
                  </a:lnTo>
                  <a:lnTo>
                    <a:pt x="14450" y="1"/>
                  </a:lnTo>
                  <a:lnTo>
                    <a:pt x="14450" y="1"/>
                  </a:lnTo>
                  <a:lnTo>
                    <a:pt x="13696" y="1"/>
                  </a:lnTo>
                  <a:lnTo>
                    <a:pt x="12941" y="41"/>
                  </a:lnTo>
                  <a:lnTo>
                    <a:pt x="12227" y="160"/>
                  </a:lnTo>
                  <a:lnTo>
                    <a:pt x="11512" y="279"/>
                  </a:lnTo>
                  <a:lnTo>
                    <a:pt x="10838" y="438"/>
                  </a:lnTo>
                  <a:lnTo>
                    <a:pt x="10123" y="636"/>
                  </a:lnTo>
                  <a:lnTo>
                    <a:pt x="9488" y="874"/>
                  </a:lnTo>
                  <a:lnTo>
                    <a:pt x="8813" y="1112"/>
                  </a:lnTo>
                  <a:lnTo>
                    <a:pt x="8178" y="1390"/>
                  </a:lnTo>
                  <a:lnTo>
                    <a:pt x="7543" y="1708"/>
                  </a:lnTo>
                  <a:lnTo>
                    <a:pt x="6947" y="2065"/>
                  </a:lnTo>
                  <a:lnTo>
                    <a:pt x="6352" y="2462"/>
                  </a:lnTo>
                  <a:lnTo>
                    <a:pt x="5796" y="2859"/>
                  </a:lnTo>
                  <a:lnTo>
                    <a:pt x="5241" y="3296"/>
                  </a:lnTo>
                  <a:lnTo>
                    <a:pt x="4725" y="3732"/>
                  </a:lnTo>
                  <a:lnTo>
                    <a:pt x="4209" y="4209"/>
                  </a:lnTo>
                  <a:lnTo>
                    <a:pt x="3732" y="4725"/>
                  </a:lnTo>
                  <a:lnTo>
                    <a:pt x="3296" y="5241"/>
                  </a:lnTo>
                  <a:lnTo>
                    <a:pt x="2859" y="5796"/>
                  </a:lnTo>
                  <a:lnTo>
                    <a:pt x="2462" y="6352"/>
                  </a:lnTo>
                  <a:lnTo>
                    <a:pt x="2105" y="6948"/>
                  </a:lnTo>
                  <a:lnTo>
                    <a:pt x="1747" y="7543"/>
                  </a:lnTo>
                  <a:lnTo>
                    <a:pt x="1430" y="8138"/>
                  </a:lnTo>
                  <a:lnTo>
                    <a:pt x="1152" y="8813"/>
                  </a:lnTo>
                  <a:lnTo>
                    <a:pt x="874" y="9448"/>
                  </a:lnTo>
                  <a:lnTo>
                    <a:pt x="636" y="10123"/>
                  </a:lnTo>
                  <a:lnTo>
                    <a:pt x="438" y="10798"/>
                  </a:lnTo>
                  <a:lnTo>
                    <a:pt x="279" y="11512"/>
                  </a:lnTo>
                  <a:lnTo>
                    <a:pt x="160" y="12227"/>
                  </a:lnTo>
                  <a:lnTo>
                    <a:pt x="80" y="12941"/>
                  </a:lnTo>
                  <a:lnTo>
                    <a:pt x="1" y="13656"/>
                  </a:lnTo>
                  <a:lnTo>
                    <a:pt x="1" y="14410"/>
                  </a:lnTo>
                  <a:lnTo>
                    <a:pt x="1" y="14410"/>
                  </a:lnTo>
                  <a:close/>
                </a:path>
              </a:pathLst>
            </a:custGeom>
            <a:solidFill>
              <a:schemeClr val="accent6"/>
            </a:solidFill>
            <a:ln w="381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2">
              <a:extLst>
                <a:ext uri="{FF2B5EF4-FFF2-40B4-BE49-F238E27FC236}">
                  <a16:creationId xmlns:a16="http://schemas.microsoft.com/office/drawing/2014/main" id="{20EC0599-75AA-CE8F-AF86-5AA19249F7C2}"/>
                </a:ext>
              </a:extLst>
            </p:cNvPr>
            <p:cNvSpPr/>
            <p:nvPr/>
          </p:nvSpPr>
          <p:spPr>
            <a:xfrm>
              <a:off x="5966919" y="3826989"/>
              <a:ext cx="258577" cy="258586"/>
            </a:xfrm>
            <a:custGeom>
              <a:avLst/>
              <a:gdLst/>
              <a:ahLst/>
              <a:cxnLst/>
              <a:rect l="l" t="t" r="r" b="b"/>
              <a:pathLst>
                <a:path w="28859" h="28860" extrusionOk="0">
                  <a:moveTo>
                    <a:pt x="13695" y="1"/>
                  </a:moveTo>
                  <a:lnTo>
                    <a:pt x="12980" y="41"/>
                  </a:lnTo>
                  <a:lnTo>
                    <a:pt x="12266" y="160"/>
                  </a:lnTo>
                  <a:lnTo>
                    <a:pt x="11551" y="279"/>
                  </a:lnTo>
                  <a:lnTo>
                    <a:pt x="10837" y="438"/>
                  </a:lnTo>
                  <a:lnTo>
                    <a:pt x="10162" y="636"/>
                  </a:lnTo>
                  <a:lnTo>
                    <a:pt x="9487" y="874"/>
                  </a:lnTo>
                  <a:lnTo>
                    <a:pt x="8813" y="1112"/>
                  </a:lnTo>
                  <a:lnTo>
                    <a:pt x="8177" y="1390"/>
                  </a:lnTo>
                  <a:lnTo>
                    <a:pt x="7582" y="1708"/>
                  </a:lnTo>
                  <a:lnTo>
                    <a:pt x="6947" y="2065"/>
                  </a:lnTo>
                  <a:lnTo>
                    <a:pt x="6391" y="2462"/>
                  </a:lnTo>
                  <a:lnTo>
                    <a:pt x="5796" y="2859"/>
                  </a:lnTo>
                  <a:lnTo>
                    <a:pt x="5280" y="3296"/>
                  </a:lnTo>
                  <a:lnTo>
                    <a:pt x="4724" y="3732"/>
                  </a:lnTo>
                  <a:lnTo>
                    <a:pt x="4248" y="4209"/>
                  </a:lnTo>
                  <a:lnTo>
                    <a:pt x="3771" y="4725"/>
                  </a:lnTo>
                  <a:lnTo>
                    <a:pt x="3295" y="5241"/>
                  </a:lnTo>
                  <a:lnTo>
                    <a:pt x="2898" y="5796"/>
                  </a:lnTo>
                  <a:lnTo>
                    <a:pt x="2461" y="6352"/>
                  </a:lnTo>
                  <a:lnTo>
                    <a:pt x="2104" y="6948"/>
                  </a:lnTo>
                  <a:lnTo>
                    <a:pt x="1747" y="7543"/>
                  </a:lnTo>
                  <a:lnTo>
                    <a:pt x="1429" y="8138"/>
                  </a:lnTo>
                  <a:lnTo>
                    <a:pt x="1151" y="8813"/>
                  </a:lnTo>
                  <a:lnTo>
                    <a:pt x="874" y="9448"/>
                  </a:lnTo>
                  <a:lnTo>
                    <a:pt x="675" y="10123"/>
                  </a:lnTo>
                  <a:lnTo>
                    <a:pt x="477" y="10798"/>
                  </a:lnTo>
                  <a:lnTo>
                    <a:pt x="318" y="11512"/>
                  </a:lnTo>
                  <a:lnTo>
                    <a:pt x="199" y="12227"/>
                  </a:lnTo>
                  <a:lnTo>
                    <a:pt x="80" y="12941"/>
                  </a:lnTo>
                  <a:lnTo>
                    <a:pt x="40" y="13656"/>
                  </a:lnTo>
                  <a:lnTo>
                    <a:pt x="0" y="14410"/>
                  </a:lnTo>
                  <a:lnTo>
                    <a:pt x="40" y="15164"/>
                  </a:lnTo>
                  <a:lnTo>
                    <a:pt x="80" y="15879"/>
                  </a:lnTo>
                  <a:lnTo>
                    <a:pt x="199" y="16593"/>
                  </a:lnTo>
                  <a:lnTo>
                    <a:pt x="318" y="17308"/>
                  </a:lnTo>
                  <a:lnTo>
                    <a:pt x="477" y="18022"/>
                  </a:lnTo>
                  <a:lnTo>
                    <a:pt x="675" y="18697"/>
                  </a:lnTo>
                  <a:lnTo>
                    <a:pt x="874" y="19372"/>
                  </a:lnTo>
                  <a:lnTo>
                    <a:pt x="1151" y="20047"/>
                  </a:lnTo>
                  <a:lnTo>
                    <a:pt x="1429" y="20682"/>
                  </a:lnTo>
                  <a:lnTo>
                    <a:pt x="1747" y="21277"/>
                  </a:lnTo>
                  <a:lnTo>
                    <a:pt x="2104" y="21913"/>
                  </a:lnTo>
                  <a:lnTo>
                    <a:pt x="2461" y="22468"/>
                  </a:lnTo>
                  <a:lnTo>
                    <a:pt x="2898" y="23064"/>
                  </a:lnTo>
                  <a:lnTo>
                    <a:pt x="3295" y="23580"/>
                  </a:lnTo>
                  <a:lnTo>
                    <a:pt x="3771" y="24135"/>
                  </a:lnTo>
                  <a:lnTo>
                    <a:pt x="4248" y="24612"/>
                  </a:lnTo>
                  <a:lnTo>
                    <a:pt x="4724" y="25088"/>
                  </a:lnTo>
                  <a:lnTo>
                    <a:pt x="5280" y="25564"/>
                  </a:lnTo>
                  <a:lnTo>
                    <a:pt x="5796" y="25961"/>
                  </a:lnTo>
                  <a:lnTo>
                    <a:pt x="6391" y="26398"/>
                  </a:lnTo>
                  <a:lnTo>
                    <a:pt x="6947" y="26755"/>
                  </a:lnTo>
                  <a:lnTo>
                    <a:pt x="7582" y="27113"/>
                  </a:lnTo>
                  <a:lnTo>
                    <a:pt x="8177" y="27430"/>
                  </a:lnTo>
                  <a:lnTo>
                    <a:pt x="8813" y="27708"/>
                  </a:lnTo>
                  <a:lnTo>
                    <a:pt x="9487" y="27986"/>
                  </a:lnTo>
                  <a:lnTo>
                    <a:pt x="10162" y="28184"/>
                  </a:lnTo>
                  <a:lnTo>
                    <a:pt x="10837" y="28383"/>
                  </a:lnTo>
                  <a:lnTo>
                    <a:pt x="11551" y="28542"/>
                  </a:lnTo>
                  <a:lnTo>
                    <a:pt x="12266" y="28661"/>
                  </a:lnTo>
                  <a:lnTo>
                    <a:pt x="12980" y="28780"/>
                  </a:lnTo>
                  <a:lnTo>
                    <a:pt x="13695" y="28819"/>
                  </a:lnTo>
                  <a:lnTo>
                    <a:pt x="14449" y="28859"/>
                  </a:lnTo>
                  <a:lnTo>
                    <a:pt x="15203" y="28819"/>
                  </a:lnTo>
                  <a:lnTo>
                    <a:pt x="15918" y="28780"/>
                  </a:lnTo>
                  <a:lnTo>
                    <a:pt x="16632" y="28661"/>
                  </a:lnTo>
                  <a:lnTo>
                    <a:pt x="17347" y="28542"/>
                  </a:lnTo>
                  <a:lnTo>
                    <a:pt x="18061" y="28383"/>
                  </a:lnTo>
                  <a:lnTo>
                    <a:pt x="18736" y="28184"/>
                  </a:lnTo>
                  <a:lnTo>
                    <a:pt x="19411" y="27986"/>
                  </a:lnTo>
                  <a:lnTo>
                    <a:pt x="20046" y="27708"/>
                  </a:lnTo>
                  <a:lnTo>
                    <a:pt x="20681" y="27430"/>
                  </a:lnTo>
                  <a:lnTo>
                    <a:pt x="21316" y="27113"/>
                  </a:lnTo>
                  <a:lnTo>
                    <a:pt x="21912" y="26755"/>
                  </a:lnTo>
                  <a:lnTo>
                    <a:pt x="22507" y="26398"/>
                  </a:lnTo>
                  <a:lnTo>
                    <a:pt x="23063" y="25961"/>
                  </a:lnTo>
                  <a:lnTo>
                    <a:pt x="23619" y="25564"/>
                  </a:lnTo>
                  <a:lnTo>
                    <a:pt x="24135" y="25088"/>
                  </a:lnTo>
                  <a:lnTo>
                    <a:pt x="24651" y="24612"/>
                  </a:lnTo>
                  <a:lnTo>
                    <a:pt x="25127" y="24135"/>
                  </a:lnTo>
                  <a:lnTo>
                    <a:pt x="25564" y="23580"/>
                  </a:lnTo>
                  <a:lnTo>
                    <a:pt x="26000" y="23064"/>
                  </a:lnTo>
                  <a:lnTo>
                    <a:pt x="26397" y="22468"/>
                  </a:lnTo>
                  <a:lnTo>
                    <a:pt x="26794" y="21913"/>
                  </a:lnTo>
                  <a:lnTo>
                    <a:pt x="27152" y="21277"/>
                  </a:lnTo>
                  <a:lnTo>
                    <a:pt x="27469" y="20682"/>
                  </a:lnTo>
                  <a:lnTo>
                    <a:pt x="27747" y="20047"/>
                  </a:lnTo>
                  <a:lnTo>
                    <a:pt x="27985" y="19372"/>
                  </a:lnTo>
                  <a:lnTo>
                    <a:pt x="28223" y="18697"/>
                  </a:lnTo>
                  <a:lnTo>
                    <a:pt x="28422" y="18022"/>
                  </a:lnTo>
                  <a:lnTo>
                    <a:pt x="28581" y="17308"/>
                  </a:lnTo>
                  <a:lnTo>
                    <a:pt x="28700" y="16593"/>
                  </a:lnTo>
                  <a:lnTo>
                    <a:pt x="28819" y="15879"/>
                  </a:lnTo>
                  <a:lnTo>
                    <a:pt x="28858" y="15164"/>
                  </a:lnTo>
                  <a:lnTo>
                    <a:pt x="28858" y="14410"/>
                  </a:lnTo>
                  <a:lnTo>
                    <a:pt x="28858" y="13656"/>
                  </a:lnTo>
                  <a:lnTo>
                    <a:pt x="28819" y="12941"/>
                  </a:lnTo>
                  <a:lnTo>
                    <a:pt x="28700" y="12227"/>
                  </a:lnTo>
                  <a:lnTo>
                    <a:pt x="28581" y="11512"/>
                  </a:lnTo>
                  <a:lnTo>
                    <a:pt x="28422" y="10798"/>
                  </a:lnTo>
                  <a:lnTo>
                    <a:pt x="28223" y="10123"/>
                  </a:lnTo>
                  <a:lnTo>
                    <a:pt x="27985" y="9448"/>
                  </a:lnTo>
                  <a:lnTo>
                    <a:pt x="27747" y="8813"/>
                  </a:lnTo>
                  <a:lnTo>
                    <a:pt x="27469" y="8138"/>
                  </a:lnTo>
                  <a:lnTo>
                    <a:pt x="27152" y="7543"/>
                  </a:lnTo>
                  <a:lnTo>
                    <a:pt x="26794" y="6948"/>
                  </a:lnTo>
                  <a:lnTo>
                    <a:pt x="26397" y="6352"/>
                  </a:lnTo>
                  <a:lnTo>
                    <a:pt x="26000" y="5796"/>
                  </a:lnTo>
                  <a:lnTo>
                    <a:pt x="25564" y="5241"/>
                  </a:lnTo>
                  <a:lnTo>
                    <a:pt x="25127" y="4725"/>
                  </a:lnTo>
                  <a:lnTo>
                    <a:pt x="24651" y="4209"/>
                  </a:lnTo>
                  <a:lnTo>
                    <a:pt x="24135" y="3732"/>
                  </a:lnTo>
                  <a:lnTo>
                    <a:pt x="23619" y="3296"/>
                  </a:lnTo>
                  <a:lnTo>
                    <a:pt x="23063" y="2859"/>
                  </a:lnTo>
                  <a:lnTo>
                    <a:pt x="22507" y="2462"/>
                  </a:lnTo>
                  <a:lnTo>
                    <a:pt x="21912" y="2065"/>
                  </a:lnTo>
                  <a:lnTo>
                    <a:pt x="21316" y="1708"/>
                  </a:lnTo>
                  <a:lnTo>
                    <a:pt x="20681" y="1390"/>
                  </a:lnTo>
                  <a:lnTo>
                    <a:pt x="20046" y="1112"/>
                  </a:lnTo>
                  <a:lnTo>
                    <a:pt x="19411" y="874"/>
                  </a:lnTo>
                  <a:lnTo>
                    <a:pt x="18736" y="636"/>
                  </a:lnTo>
                  <a:lnTo>
                    <a:pt x="18061" y="438"/>
                  </a:lnTo>
                  <a:lnTo>
                    <a:pt x="17347" y="279"/>
                  </a:lnTo>
                  <a:lnTo>
                    <a:pt x="16632" y="160"/>
                  </a:lnTo>
                  <a:lnTo>
                    <a:pt x="15918" y="41"/>
                  </a:lnTo>
                  <a:lnTo>
                    <a:pt x="152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2">
              <a:extLst>
                <a:ext uri="{FF2B5EF4-FFF2-40B4-BE49-F238E27FC236}">
                  <a16:creationId xmlns:a16="http://schemas.microsoft.com/office/drawing/2014/main" id="{1A3CFCC7-56AE-5518-CDF7-33FF47392C24}"/>
                </a:ext>
              </a:extLst>
            </p:cNvPr>
            <p:cNvSpPr/>
            <p:nvPr/>
          </p:nvSpPr>
          <p:spPr>
            <a:xfrm>
              <a:off x="5966919" y="3826989"/>
              <a:ext cx="258577" cy="258586"/>
            </a:xfrm>
            <a:custGeom>
              <a:avLst/>
              <a:gdLst/>
              <a:ahLst/>
              <a:cxnLst/>
              <a:rect l="l" t="t" r="r" b="b"/>
              <a:pathLst>
                <a:path w="28859" h="28860" fill="none" extrusionOk="0">
                  <a:moveTo>
                    <a:pt x="0" y="14410"/>
                  </a:moveTo>
                  <a:lnTo>
                    <a:pt x="0" y="14410"/>
                  </a:lnTo>
                  <a:lnTo>
                    <a:pt x="40" y="15164"/>
                  </a:lnTo>
                  <a:lnTo>
                    <a:pt x="80" y="15879"/>
                  </a:lnTo>
                  <a:lnTo>
                    <a:pt x="199" y="16593"/>
                  </a:lnTo>
                  <a:lnTo>
                    <a:pt x="318" y="17308"/>
                  </a:lnTo>
                  <a:lnTo>
                    <a:pt x="477" y="18022"/>
                  </a:lnTo>
                  <a:lnTo>
                    <a:pt x="675" y="18697"/>
                  </a:lnTo>
                  <a:lnTo>
                    <a:pt x="874" y="19372"/>
                  </a:lnTo>
                  <a:lnTo>
                    <a:pt x="1151" y="20047"/>
                  </a:lnTo>
                  <a:lnTo>
                    <a:pt x="1429" y="20682"/>
                  </a:lnTo>
                  <a:lnTo>
                    <a:pt x="1747" y="21277"/>
                  </a:lnTo>
                  <a:lnTo>
                    <a:pt x="2104" y="21913"/>
                  </a:lnTo>
                  <a:lnTo>
                    <a:pt x="2461" y="22468"/>
                  </a:lnTo>
                  <a:lnTo>
                    <a:pt x="2898" y="23064"/>
                  </a:lnTo>
                  <a:lnTo>
                    <a:pt x="3295" y="23580"/>
                  </a:lnTo>
                  <a:lnTo>
                    <a:pt x="3771" y="24135"/>
                  </a:lnTo>
                  <a:lnTo>
                    <a:pt x="4248" y="24612"/>
                  </a:lnTo>
                  <a:lnTo>
                    <a:pt x="4724" y="25088"/>
                  </a:lnTo>
                  <a:lnTo>
                    <a:pt x="5280" y="25564"/>
                  </a:lnTo>
                  <a:lnTo>
                    <a:pt x="5796" y="25961"/>
                  </a:lnTo>
                  <a:lnTo>
                    <a:pt x="6391" y="26398"/>
                  </a:lnTo>
                  <a:lnTo>
                    <a:pt x="6947" y="26755"/>
                  </a:lnTo>
                  <a:lnTo>
                    <a:pt x="7582" y="27113"/>
                  </a:lnTo>
                  <a:lnTo>
                    <a:pt x="8177" y="27430"/>
                  </a:lnTo>
                  <a:lnTo>
                    <a:pt x="8813" y="27708"/>
                  </a:lnTo>
                  <a:lnTo>
                    <a:pt x="9487" y="27986"/>
                  </a:lnTo>
                  <a:lnTo>
                    <a:pt x="10162" y="28184"/>
                  </a:lnTo>
                  <a:lnTo>
                    <a:pt x="10837" y="28383"/>
                  </a:lnTo>
                  <a:lnTo>
                    <a:pt x="11551" y="28542"/>
                  </a:lnTo>
                  <a:lnTo>
                    <a:pt x="12266" y="28661"/>
                  </a:lnTo>
                  <a:lnTo>
                    <a:pt x="12980" y="28780"/>
                  </a:lnTo>
                  <a:lnTo>
                    <a:pt x="13695" y="28819"/>
                  </a:lnTo>
                  <a:lnTo>
                    <a:pt x="14449" y="28859"/>
                  </a:lnTo>
                  <a:lnTo>
                    <a:pt x="14449" y="28859"/>
                  </a:lnTo>
                  <a:lnTo>
                    <a:pt x="15203" y="28819"/>
                  </a:lnTo>
                  <a:lnTo>
                    <a:pt x="15918" y="28780"/>
                  </a:lnTo>
                  <a:lnTo>
                    <a:pt x="16632" y="28661"/>
                  </a:lnTo>
                  <a:lnTo>
                    <a:pt x="17347" y="28542"/>
                  </a:lnTo>
                  <a:lnTo>
                    <a:pt x="18061" y="28383"/>
                  </a:lnTo>
                  <a:lnTo>
                    <a:pt x="18736" y="28184"/>
                  </a:lnTo>
                  <a:lnTo>
                    <a:pt x="19411" y="27986"/>
                  </a:lnTo>
                  <a:lnTo>
                    <a:pt x="20046" y="27708"/>
                  </a:lnTo>
                  <a:lnTo>
                    <a:pt x="20681" y="27430"/>
                  </a:lnTo>
                  <a:lnTo>
                    <a:pt x="21316" y="27113"/>
                  </a:lnTo>
                  <a:lnTo>
                    <a:pt x="21912" y="26755"/>
                  </a:lnTo>
                  <a:lnTo>
                    <a:pt x="22507" y="26398"/>
                  </a:lnTo>
                  <a:lnTo>
                    <a:pt x="23063" y="25961"/>
                  </a:lnTo>
                  <a:lnTo>
                    <a:pt x="23619" y="25564"/>
                  </a:lnTo>
                  <a:lnTo>
                    <a:pt x="24135" y="25088"/>
                  </a:lnTo>
                  <a:lnTo>
                    <a:pt x="24651" y="24612"/>
                  </a:lnTo>
                  <a:lnTo>
                    <a:pt x="25127" y="24135"/>
                  </a:lnTo>
                  <a:lnTo>
                    <a:pt x="25564" y="23580"/>
                  </a:lnTo>
                  <a:lnTo>
                    <a:pt x="26000" y="23064"/>
                  </a:lnTo>
                  <a:lnTo>
                    <a:pt x="26397" y="22468"/>
                  </a:lnTo>
                  <a:lnTo>
                    <a:pt x="26794" y="21913"/>
                  </a:lnTo>
                  <a:lnTo>
                    <a:pt x="27152" y="21277"/>
                  </a:lnTo>
                  <a:lnTo>
                    <a:pt x="27469" y="20682"/>
                  </a:lnTo>
                  <a:lnTo>
                    <a:pt x="27747" y="20047"/>
                  </a:lnTo>
                  <a:lnTo>
                    <a:pt x="27985" y="19372"/>
                  </a:lnTo>
                  <a:lnTo>
                    <a:pt x="28223" y="18697"/>
                  </a:lnTo>
                  <a:lnTo>
                    <a:pt x="28422" y="18022"/>
                  </a:lnTo>
                  <a:lnTo>
                    <a:pt x="28581" y="17308"/>
                  </a:lnTo>
                  <a:lnTo>
                    <a:pt x="28700" y="16593"/>
                  </a:lnTo>
                  <a:lnTo>
                    <a:pt x="28819" y="15879"/>
                  </a:lnTo>
                  <a:lnTo>
                    <a:pt x="28858" y="15164"/>
                  </a:lnTo>
                  <a:lnTo>
                    <a:pt x="28858" y="14410"/>
                  </a:lnTo>
                  <a:lnTo>
                    <a:pt x="28858" y="14410"/>
                  </a:lnTo>
                  <a:lnTo>
                    <a:pt x="28858" y="13656"/>
                  </a:lnTo>
                  <a:lnTo>
                    <a:pt x="28819" y="12941"/>
                  </a:lnTo>
                  <a:lnTo>
                    <a:pt x="28700" y="12227"/>
                  </a:lnTo>
                  <a:lnTo>
                    <a:pt x="28581" y="11512"/>
                  </a:lnTo>
                  <a:lnTo>
                    <a:pt x="28422" y="10798"/>
                  </a:lnTo>
                  <a:lnTo>
                    <a:pt x="28223" y="10123"/>
                  </a:lnTo>
                  <a:lnTo>
                    <a:pt x="27985" y="9448"/>
                  </a:lnTo>
                  <a:lnTo>
                    <a:pt x="27747" y="8813"/>
                  </a:lnTo>
                  <a:lnTo>
                    <a:pt x="27469" y="8138"/>
                  </a:lnTo>
                  <a:lnTo>
                    <a:pt x="27152" y="7543"/>
                  </a:lnTo>
                  <a:lnTo>
                    <a:pt x="26794" y="6948"/>
                  </a:lnTo>
                  <a:lnTo>
                    <a:pt x="26397" y="6352"/>
                  </a:lnTo>
                  <a:lnTo>
                    <a:pt x="26000" y="5796"/>
                  </a:lnTo>
                  <a:lnTo>
                    <a:pt x="25564" y="5241"/>
                  </a:lnTo>
                  <a:lnTo>
                    <a:pt x="25127" y="4725"/>
                  </a:lnTo>
                  <a:lnTo>
                    <a:pt x="24651" y="4209"/>
                  </a:lnTo>
                  <a:lnTo>
                    <a:pt x="24135" y="3732"/>
                  </a:lnTo>
                  <a:lnTo>
                    <a:pt x="23619" y="3296"/>
                  </a:lnTo>
                  <a:lnTo>
                    <a:pt x="23063" y="2859"/>
                  </a:lnTo>
                  <a:lnTo>
                    <a:pt x="22507" y="2462"/>
                  </a:lnTo>
                  <a:lnTo>
                    <a:pt x="21912" y="2065"/>
                  </a:lnTo>
                  <a:lnTo>
                    <a:pt x="21316" y="1708"/>
                  </a:lnTo>
                  <a:lnTo>
                    <a:pt x="20681" y="1390"/>
                  </a:lnTo>
                  <a:lnTo>
                    <a:pt x="20046" y="1112"/>
                  </a:lnTo>
                  <a:lnTo>
                    <a:pt x="19411" y="874"/>
                  </a:lnTo>
                  <a:lnTo>
                    <a:pt x="18736" y="636"/>
                  </a:lnTo>
                  <a:lnTo>
                    <a:pt x="18061" y="438"/>
                  </a:lnTo>
                  <a:lnTo>
                    <a:pt x="17347" y="279"/>
                  </a:lnTo>
                  <a:lnTo>
                    <a:pt x="16632" y="160"/>
                  </a:lnTo>
                  <a:lnTo>
                    <a:pt x="15918" y="41"/>
                  </a:lnTo>
                  <a:lnTo>
                    <a:pt x="15203" y="1"/>
                  </a:lnTo>
                  <a:lnTo>
                    <a:pt x="14449" y="1"/>
                  </a:lnTo>
                  <a:lnTo>
                    <a:pt x="14449" y="1"/>
                  </a:lnTo>
                  <a:lnTo>
                    <a:pt x="13695" y="1"/>
                  </a:lnTo>
                  <a:lnTo>
                    <a:pt x="12980" y="41"/>
                  </a:lnTo>
                  <a:lnTo>
                    <a:pt x="12266" y="160"/>
                  </a:lnTo>
                  <a:lnTo>
                    <a:pt x="11551" y="279"/>
                  </a:lnTo>
                  <a:lnTo>
                    <a:pt x="10837" y="438"/>
                  </a:lnTo>
                  <a:lnTo>
                    <a:pt x="10162" y="636"/>
                  </a:lnTo>
                  <a:lnTo>
                    <a:pt x="9487" y="874"/>
                  </a:lnTo>
                  <a:lnTo>
                    <a:pt x="8813" y="1112"/>
                  </a:lnTo>
                  <a:lnTo>
                    <a:pt x="8177" y="1390"/>
                  </a:lnTo>
                  <a:lnTo>
                    <a:pt x="7582" y="1708"/>
                  </a:lnTo>
                  <a:lnTo>
                    <a:pt x="6947" y="2065"/>
                  </a:lnTo>
                  <a:lnTo>
                    <a:pt x="6391" y="2462"/>
                  </a:lnTo>
                  <a:lnTo>
                    <a:pt x="5796" y="2859"/>
                  </a:lnTo>
                  <a:lnTo>
                    <a:pt x="5280" y="3296"/>
                  </a:lnTo>
                  <a:lnTo>
                    <a:pt x="4724" y="3732"/>
                  </a:lnTo>
                  <a:lnTo>
                    <a:pt x="4248" y="4209"/>
                  </a:lnTo>
                  <a:lnTo>
                    <a:pt x="3771" y="4725"/>
                  </a:lnTo>
                  <a:lnTo>
                    <a:pt x="3295" y="5241"/>
                  </a:lnTo>
                  <a:lnTo>
                    <a:pt x="2898" y="5796"/>
                  </a:lnTo>
                  <a:lnTo>
                    <a:pt x="2461" y="6352"/>
                  </a:lnTo>
                  <a:lnTo>
                    <a:pt x="2104" y="6948"/>
                  </a:lnTo>
                  <a:lnTo>
                    <a:pt x="1747" y="7543"/>
                  </a:lnTo>
                  <a:lnTo>
                    <a:pt x="1429" y="8138"/>
                  </a:lnTo>
                  <a:lnTo>
                    <a:pt x="1151" y="8813"/>
                  </a:lnTo>
                  <a:lnTo>
                    <a:pt x="874" y="9448"/>
                  </a:lnTo>
                  <a:lnTo>
                    <a:pt x="675" y="10123"/>
                  </a:lnTo>
                  <a:lnTo>
                    <a:pt x="477" y="10798"/>
                  </a:lnTo>
                  <a:lnTo>
                    <a:pt x="318" y="11512"/>
                  </a:lnTo>
                  <a:lnTo>
                    <a:pt x="199" y="12227"/>
                  </a:lnTo>
                  <a:lnTo>
                    <a:pt x="80" y="12941"/>
                  </a:lnTo>
                  <a:lnTo>
                    <a:pt x="40" y="13656"/>
                  </a:lnTo>
                  <a:lnTo>
                    <a:pt x="0" y="14410"/>
                  </a:lnTo>
                  <a:lnTo>
                    <a:pt x="0" y="14410"/>
                  </a:lnTo>
                  <a:close/>
                </a:path>
              </a:pathLst>
            </a:custGeom>
            <a:solidFill>
              <a:schemeClr val="accent6"/>
            </a:solidFill>
            <a:ln w="3810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2">
              <a:extLst>
                <a:ext uri="{FF2B5EF4-FFF2-40B4-BE49-F238E27FC236}">
                  <a16:creationId xmlns:a16="http://schemas.microsoft.com/office/drawing/2014/main" id="{DE42362B-37CF-26FD-A54F-C0D91BF970CC}"/>
                </a:ext>
              </a:extLst>
            </p:cNvPr>
            <p:cNvSpPr/>
            <p:nvPr/>
          </p:nvSpPr>
          <p:spPr>
            <a:xfrm>
              <a:off x="6418611" y="3834820"/>
              <a:ext cx="599308" cy="52998"/>
            </a:xfrm>
            <a:custGeom>
              <a:avLst/>
              <a:gdLst/>
              <a:ahLst/>
              <a:cxnLst/>
              <a:rect l="l" t="t" r="r" b="b"/>
              <a:pathLst>
                <a:path w="66887" h="5915" extrusionOk="0">
                  <a:moveTo>
                    <a:pt x="2660" y="0"/>
                  </a:moveTo>
                  <a:lnTo>
                    <a:pt x="2382" y="80"/>
                  </a:lnTo>
                  <a:lnTo>
                    <a:pt x="2105" y="119"/>
                  </a:lnTo>
                  <a:lnTo>
                    <a:pt x="1827" y="238"/>
                  </a:lnTo>
                  <a:lnTo>
                    <a:pt x="1549" y="357"/>
                  </a:lnTo>
                  <a:lnTo>
                    <a:pt x="1311" y="516"/>
                  </a:lnTo>
                  <a:lnTo>
                    <a:pt x="1072" y="675"/>
                  </a:lnTo>
                  <a:lnTo>
                    <a:pt x="874" y="873"/>
                  </a:lnTo>
                  <a:lnTo>
                    <a:pt x="676" y="1072"/>
                  </a:lnTo>
                  <a:lnTo>
                    <a:pt x="517" y="1310"/>
                  </a:lnTo>
                  <a:lnTo>
                    <a:pt x="358" y="1548"/>
                  </a:lnTo>
                  <a:lnTo>
                    <a:pt x="239" y="1786"/>
                  </a:lnTo>
                  <a:lnTo>
                    <a:pt x="160" y="2064"/>
                  </a:lnTo>
                  <a:lnTo>
                    <a:pt x="80" y="2342"/>
                  </a:lnTo>
                  <a:lnTo>
                    <a:pt x="40" y="2660"/>
                  </a:lnTo>
                  <a:lnTo>
                    <a:pt x="1" y="2938"/>
                  </a:lnTo>
                  <a:lnTo>
                    <a:pt x="40" y="3255"/>
                  </a:lnTo>
                  <a:lnTo>
                    <a:pt x="80" y="3533"/>
                  </a:lnTo>
                  <a:lnTo>
                    <a:pt x="160" y="3851"/>
                  </a:lnTo>
                  <a:lnTo>
                    <a:pt x="239" y="4089"/>
                  </a:lnTo>
                  <a:lnTo>
                    <a:pt x="358" y="4367"/>
                  </a:lnTo>
                  <a:lnTo>
                    <a:pt x="517" y="4605"/>
                  </a:lnTo>
                  <a:lnTo>
                    <a:pt x="676" y="4843"/>
                  </a:lnTo>
                  <a:lnTo>
                    <a:pt x="874" y="5041"/>
                  </a:lnTo>
                  <a:lnTo>
                    <a:pt x="1072" y="5240"/>
                  </a:lnTo>
                  <a:lnTo>
                    <a:pt x="1311" y="5399"/>
                  </a:lnTo>
                  <a:lnTo>
                    <a:pt x="1549" y="5557"/>
                  </a:lnTo>
                  <a:lnTo>
                    <a:pt x="1827" y="5677"/>
                  </a:lnTo>
                  <a:lnTo>
                    <a:pt x="2105" y="5756"/>
                  </a:lnTo>
                  <a:lnTo>
                    <a:pt x="2382" y="5835"/>
                  </a:lnTo>
                  <a:lnTo>
                    <a:pt x="2660" y="5875"/>
                  </a:lnTo>
                  <a:lnTo>
                    <a:pt x="2978" y="5915"/>
                  </a:lnTo>
                  <a:lnTo>
                    <a:pt x="63949" y="5915"/>
                  </a:lnTo>
                  <a:lnTo>
                    <a:pt x="64227" y="5875"/>
                  </a:lnTo>
                  <a:lnTo>
                    <a:pt x="64545" y="5835"/>
                  </a:lnTo>
                  <a:lnTo>
                    <a:pt x="64822" y="5756"/>
                  </a:lnTo>
                  <a:lnTo>
                    <a:pt x="65100" y="5677"/>
                  </a:lnTo>
                  <a:lnTo>
                    <a:pt x="65338" y="5557"/>
                  </a:lnTo>
                  <a:lnTo>
                    <a:pt x="65577" y="5399"/>
                  </a:lnTo>
                  <a:lnTo>
                    <a:pt x="65815" y="5240"/>
                  </a:lnTo>
                  <a:lnTo>
                    <a:pt x="66013" y="5041"/>
                  </a:lnTo>
                  <a:lnTo>
                    <a:pt x="66212" y="4843"/>
                  </a:lnTo>
                  <a:lnTo>
                    <a:pt x="66371" y="4605"/>
                  </a:lnTo>
                  <a:lnTo>
                    <a:pt x="66529" y="4367"/>
                  </a:lnTo>
                  <a:lnTo>
                    <a:pt x="66648" y="4089"/>
                  </a:lnTo>
                  <a:lnTo>
                    <a:pt x="66767" y="3851"/>
                  </a:lnTo>
                  <a:lnTo>
                    <a:pt x="66847" y="3533"/>
                  </a:lnTo>
                  <a:lnTo>
                    <a:pt x="66887" y="3255"/>
                  </a:lnTo>
                  <a:lnTo>
                    <a:pt x="66887" y="2938"/>
                  </a:lnTo>
                  <a:lnTo>
                    <a:pt x="66887" y="2660"/>
                  </a:lnTo>
                  <a:lnTo>
                    <a:pt x="66847" y="2342"/>
                  </a:lnTo>
                  <a:lnTo>
                    <a:pt x="66767" y="2064"/>
                  </a:lnTo>
                  <a:lnTo>
                    <a:pt x="66648" y="1786"/>
                  </a:lnTo>
                  <a:lnTo>
                    <a:pt x="66529" y="1548"/>
                  </a:lnTo>
                  <a:lnTo>
                    <a:pt x="66371" y="1310"/>
                  </a:lnTo>
                  <a:lnTo>
                    <a:pt x="66212" y="1072"/>
                  </a:lnTo>
                  <a:lnTo>
                    <a:pt x="66013" y="873"/>
                  </a:lnTo>
                  <a:lnTo>
                    <a:pt x="65815" y="675"/>
                  </a:lnTo>
                  <a:lnTo>
                    <a:pt x="65577" y="516"/>
                  </a:lnTo>
                  <a:lnTo>
                    <a:pt x="65338" y="357"/>
                  </a:lnTo>
                  <a:lnTo>
                    <a:pt x="65100" y="238"/>
                  </a:lnTo>
                  <a:lnTo>
                    <a:pt x="64822" y="119"/>
                  </a:lnTo>
                  <a:lnTo>
                    <a:pt x="64545" y="80"/>
                  </a:lnTo>
                  <a:lnTo>
                    <a:pt x="6422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2">
              <a:extLst>
                <a:ext uri="{FF2B5EF4-FFF2-40B4-BE49-F238E27FC236}">
                  <a16:creationId xmlns:a16="http://schemas.microsoft.com/office/drawing/2014/main" id="{E15ED842-43A7-F36A-5C5F-93E1F6C04C51}"/>
                </a:ext>
              </a:extLst>
            </p:cNvPr>
            <p:cNvSpPr/>
            <p:nvPr/>
          </p:nvSpPr>
          <p:spPr>
            <a:xfrm>
              <a:off x="6418611" y="3924088"/>
              <a:ext cx="599308" cy="53007"/>
            </a:xfrm>
            <a:custGeom>
              <a:avLst/>
              <a:gdLst/>
              <a:ahLst/>
              <a:cxnLst/>
              <a:rect l="l" t="t" r="r" b="b"/>
              <a:pathLst>
                <a:path w="66887" h="5916" extrusionOk="0">
                  <a:moveTo>
                    <a:pt x="2978" y="1"/>
                  </a:moveTo>
                  <a:lnTo>
                    <a:pt x="2660" y="40"/>
                  </a:lnTo>
                  <a:lnTo>
                    <a:pt x="2382" y="80"/>
                  </a:lnTo>
                  <a:lnTo>
                    <a:pt x="2105" y="159"/>
                  </a:lnTo>
                  <a:lnTo>
                    <a:pt x="1827" y="239"/>
                  </a:lnTo>
                  <a:lnTo>
                    <a:pt x="1549" y="358"/>
                  </a:lnTo>
                  <a:lnTo>
                    <a:pt x="1311" y="517"/>
                  </a:lnTo>
                  <a:lnTo>
                    <a:pt x="1072" y="675"/>
                  </a:lnTo>
                  <a:lnTo>
                    <a:pt x="874" y="874"/>
                  </a:lnTo>
                  <a:lnTo>
                    <a:pt x="676" y="1072"/>
                  </a:lnTo>
                  <a:lnTo>
                    <a:pt x="517" y="1311"/>
                  </a:lnTo>
                  <a:lnTo>
                    <a:pt x="358" y="1549"/>
                  </a:lnTo>
                  <a:lnTo>
                    <a:pt x="239" y="1827"/>
                  </a:lnTo>
                  <a:lnTo>
                    <a:pt x="160" y="2104"/>
                  </a:lnTo>
                  <a:lnTo>
                    <a:pt x="80" y="2382"/>
                  </a:lnTo>
                  <a:lnTo>
                    <a:pt x="40" y="2660"/>
                  </a:lnTo>
                  <a:lnTo>
                    <a:pt x="1" y="2978"/>
                  </a:lnTo>
                  <a:lnTo>
                    <a:pt x="40" y="3256"/>
                  </a:lnTo>
                  <a:lnTo>
                    <a:pt x="80" y="3573"/>
                  </a:lnTo>
                  <a:lnTo>
                    <a:pt x="160" y="3851"/>
                  </a:lnTo>
                  <a:lnTo>
                    <a:pt x="239" y="4129"/>
                  </a:lnTo>
                  <a:lnTo>
                    <a:pt x="358" y="4367"/>
                  </a:lnTo>
                  <a:lnTo>
                    <a:pt x="517" y="4605"/>
                  </a:lnTo>
                  <a:lnTo>
                    <a:pt x="676" y="4843"/>
                  </a:lnTo>
                  <a:lnTo>
                    <a:pt x="874" y="5042"/>
                  </a:lnTo>
                  <a:lnTo>
                    <a:pt x="1072" y="5240"/>
                  </a:lnTo>
                  <a:lnTo>
                    <a:pt x="1311" y="5399"/>
                  </a:lnTo>
                  <a:lnTo>
                    <a:pt x="1549" y="5558"/>
                  </a:lnTo>
                  <a:lnTo>
                    <a:pt x="1827" y="5677"/>
                  </a:lnTo>
                  <a:lnTo>
                    <a:pt x="2105" y="5796"/>
                  </a:lnTo>
                  <a:lnTo>
                    <a:pt x="2382" y="5875"/>
                  </a:lnTo>
                  <a:lnTo>
                    <a:pt x="2660" y="5915"/>
                  </a:lnTo>
                  <a:lnTo>
                    <a:pt x="64227" y="5915"/>
                  </a:lnTo>
                  <a:lnTo>
                    <a:pt x="64545" y="5875"/>
                  </a:lnTo>
                  <a:lnTo>
                    <a:pt x="64822" y="5796"/>
                  </a:lnTo>
                  <a:lnTo>
                    <a:pt x="65100" y="5677"/>
                  </a:lnTo>
                  <a:lnTo>
                    <a:pt x="65338" y="5558"/>
                  </a:lnTo>
                  <a:lnTo>
                    <a:pt x="65577" y="5399"/>
                  </a:lnTo>
                  <a:lnTo>
                    <a:pt x="65815" y="5240"/>
                  </a:lnTo>
                  <a:lnTo>
                    <a:pt x="66013" y="5042"/>
                  </a:lnTo>
                  <a:lnTo>
                    <a:pt x="66212" y="4843"/>
                  </a:lnTo>
                  <a:lnTo>
                    <a:pt x="66371" y="4605"/>
                  </a:lnTo>
                  <a:lnTo>
                    <a:pt x="66529" y="4367"/>
                  </a:lnTo>
                  <a:lnTo>
                    <a:pt x="66648" y="4129"/>
                  </a:lnTo>
                  <a:lnTo>
                    <a:pt x="66767" y="3851"/>
                  </a:lnTo>
                  <a:lnTo>
                    <a:pt x="66847" y="3573"/>
                  </a:lnTo>
                  <a:lnTo>
                    <a:pt x="66887" y="3256"/>
                  </a:lnTo>
                  <a:lnTo>
                    <a:pt x="66887" y="2978"/>
                  </a:lnTo>
                  <a:lnTo>
                    <a:pt x="66887" y="2660"/>
                  </a:lnTo>
                  <a:lnTo>
                    <a:pt x="66847" y="2382"/>
                  </a:lnTo>
                  <a:lnTo>
                    <a:pt x="66767" y="2104"/>
                  </a:lnTo>
                  <a:lnTo>
                    <a:pt x="66648" y="1827"/>
                  </a:lnTo>
                  <a:lnTo>
                    <a:pt x="66529" y="1549"/>
                  </a:lnTo>
                  <a:lnTo>
                    <a:pt x="66371" y="1311"/>
                  </a:lnTo>
                  <a:lnTo>
                    <a:pt x="66212" y="1072"/>
                  </a:lnTo>
                  <a:lnTo>
                    <a:pt x="66013" y="874"/>
                  </a:lnTo>
                  <a:lnTo>
                    <a:pt x="65815" y="675"/>
                  </a:lnTo>
                  <a:lnTo>
                    <a:pt x="65577" y="517"/>
                  </a:lnTo>
                  <a:lnTo>
                    <a:pt x="65338" y="358"/>
                  </a:lnTo>
                  <a:lnTo>
                    <a:pt x="65100" y="239"/>
                  </a:lnTo>
                  <a:lnTo>
                    <a:pt x="64822" y="159"/>
                  </a:lnTo>
                  <a:lnTo>
                    <a:pt x="64545" y="80"/>
                  </a:lnTo>
                  <a:lnTo>
                    <a:pt x="64227" y="40"/>
                  </a:lnTo>
                  <a:lnTo>
                    <a:pt x="639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2">
              <a:extLst>
                <a:ext uri="{FF2B5EF4-FFF2-40B4-BE49-F238E27FC236}">
                  <a16:creationId xmlns:a16="http://schemas.microsoft.com/office/drawing/2014/main" id="{9A3FEA78-22EE-7316-2770-EC439B3647DE}"/>
                </a:ext>
              </a:extLst>
            </p:cNvPr>
            <p:cNvSpPr/>
            <p:nvPr/>
          </p:nvSpPr>
          <p:spPr>
            <a:xfrm>
              <a:off x="6418611" y="4013715"/>
              <a:ext cx="599308" cy="53007"/>
            </a:xfrm>
            <a:custGeom>
              <a:avLst/>
              <a:gdLst/>
              <a:ahLst/>
              <a:cxnLst/>
              <a:rect l="l" t="t" r="r" b="b"/>
              <a:pathLst>
                <a:path w="66887" h="5916" extrusionOk="0">
                  <a:moveTo>
                    <a:pt x="2660" y="1"/>
                  </a:moveTo>
                  <a:lnTo>
                    <a:pt x="2382" y="40"/>
                  </a:lnTo>
                  <a:lnTo>
                    <a:pt x="2105" y="120"/>
                  </a:lnTo>
                  <a:lnTo>
                    <a:pt x="1827" y="239"/>
                  </a:lnTo>
                  <a:lnTo>
                    <a:pt x="1549" y="358"/>
                  </a:lnTo>
                  <a:lnTo>
                    <a:pt x="1311" y="517"/>
                  </a:lnTo>
                  <a:lnTo>
                    <a:pt x="1072" y="676"/>
                  </a:lnTo>
                  <a:lnTo>
                    <a:pt x="874" y="874"/>
                  </a:lnTo>
                  <a:lnTo>
                    <a:pt x="676" y="1073"/>
                  </a:lnTo>
                  <a:lnTo>
                    <a:pt x="517" y="1311"/>
                  </a:lnTo>
                  <a:lnTo>
                    <a:pt x="358" y="1549"/>
                  </a:lnTo>
                  <a:lnTo>
                    <a:pt x="239" y="1787"/>
                  </a:lnTo>
                  <a:lnTo>
                    <a:pt x="160" y="2065"/>
                  </a:lnTo>
                  <a:lnTo>
                    <a:pt x="80" y="2343"/>
                  </a:lnTo>
                  <a:lnTo>
                    <a:pt x="40" y="2660"/>
                  </a:lnTo>
                  <a:lnTo>
                    <a:pt x="1" y="2938"/>
                  </a:lnTo>
                  <a:lnTo>
                    <a:pt x="40" y="3256"/>
                  </a:lnTo>
                  <a:lnTo>
                    <a:pt x="80" y="3534"/>
                  </a:lnTo>
                  <a:lnTo>
                    <a:pt x="160" y="3811"/>
                  </a:lnTo>
                  <a:lnTo>
                    <a:pt x="239" y="4089"/>
                  </a:lnTo>
                  <a:lnTo>
                    <a:pt x="358" y="4367"/>
                  </a:lnTo>
                  <a:lnTo>
                    <a:pt x="517" y="4605"/>
                  </a:lnTo>
                  <a:lnTo>
                    <a:pt x="676" y="4804"/>
                  </a:lnTo>
                  <a:lnTo>
                    <a:pt x="874" y="5042"/>
                  </a:lnTo>
                  <a:lnTo>
                    <a:pt x="1072" y="5241"/>
                  </a:lnTo>
                  <a:lnTo>
                    <a:pt x="1311" y="5399"/>
                  </a:lnTo>
                  <a:lnTo>
                    <a:pt x="1549" y="5558"/>
                  </a:lnTo>
                  <a:lnTo>
                    <a:pt x="1827" y="5677"/>
                  </a:lnTo>
                  <a:lnTo>
                    <a:pt x="2105" y="5757"/>
                  </a:lnTo>
                  <a:lnTo>
                    <a:pt x="2382" y="5836"/>
                  </a:lnTo>
                  <a:lnTo>
                    <a:pt x="2660" y="5876"/>
                  </a:lnTo>
                  <a:lnTo>
                    <a:pt x="2978" y="5915"/>
                  </a:lnTo>
                  <a:lnTo>
                    <a:pt x="63949" y="5915"/>
                  </a:lnTo>
                  <a:lnTo>
                    <a:pt x="64227" y="5876"/>
                  </a:lnTo>
                  <a:lnTo>
                    <a:pt x="64545" y="5836"/>
                  </a:lnTo>
                  <a:lnTo>
                    <a:pt x="64822" y="5757"/>
                  </a:lnTo>
                  <a:lnTo>
                    <a:pt x="65100" y="5677"/>
                  </a:lnTo>
                  <a:lnTo>
                    <a:pt x="65338" y="5558"/>
                  </a:lnTo>
                  <a:lnTo>
                    <a:pt x="65577" y="5399"/>
                  </a:lnTo>
                  <a:lnTo>
                    <a:pt x="65815" y="5241"/>
                  </a:lnTo>
                  <a:lnTo>
                    <a:pt x="66013" y="5042"/>
                  </a:lnTo>
                  <a:lnTo>
                    <a:pt x="66212" y="4804"/>
                  </a:lnTo>
                  <a:lnTo>
                    <a:pt x="66371" y="4605"/>
                  </a:lnTo>
                  <a:lnTo>
                    <a:pt x="66529" y="4367"/>
                  </a:lnTo>
                  <a:lnTo>
                    <a:pt x="66648" y="4089"/>
                  </a:lnTo>
                  <a:lnTo>
                    <a:pt x="66767" y="3811"/>
                  </a:lnTo>
                  <a:lnTo>
                    <a:pt x="66847" y="3534"/>
                  </a:lnTo>
                  <a:lnTo>
                    <a:pt x="66887" y="3256"/>
                  </a:lnTo>
                  <a:lnTo>
                    <a:pt x="66887" y="2938"/>
                  </a:lnTo>
                  <a:lnTo>
                    <a:pt x="66887" y="2660"/>
                  </a:lnTo>
                  <a:lnTo>
                    <a:pt x="66847" y="2343"/>
                  </a:lnTo>
                  <a:lnTo>
                    <a:pt x="66767" y="2065"/>
                  </a:lnTo>
                  <a:lnTo>
                    <a:pt x="66648" y="1787"/>
                  </a:lnTo>
                  <a:lnTo>
                    <a:pt x="66529" y="1549"/>
                  </a:lnTo>
                  <a:lnTo>
                    <a:pt x="66371" y="1311"/>
                  </a:lnTo>
                  <a:lnTo>
                    <a:pt x="66212" y="1073"/>
                  </a:lnTo>
                  <a:lnTo>
                    <a:pt x="66013" y="874"/>
                  </a:lnTo>
                  <a:lnTo>
                    <a:pt x="65815" y="676"/>
                  </a:lnTo>
                  <a:lnTo>
                    <a:pt x="65577" y="517"/>
                  </a:lnTo>
                  <a:lnTo>
                    <a:pt x="65338" y="358"/>
                  </a:lnTo>
                  <a:lnTo>
                    <a:pt x="65100" y="239"/>
                  </a:lnTo>
                  <a:lnTo>
                    <a:pt x="64822" y="120"/>
                  </a:lnTo>
                  <a:lnTo>
                    <a:pt x="64545" y="40"/>
                  </a:lnTo>
                  <a:lnTo>
                    <a:pt x="6422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2">
              <a:extLst>
                <a:ext uri="{FF2B5EF4-FFF2-40B4-BE49-F238E27FC236}">
                  <a16:creationId xmlns:a16="http://schemas.microsoft.com/office/drawing/2014/main" id="{3106F415-C62A-B54E-4474-D41B68EDE486}"/>
                </a:ext>
              </a:extLst>
            </p:cNvPr>
            <p:cNvSpPr/>
            <p:nvPr/>
          </p:nvSpPr>
          <p:spPr>
            <a:xfrm>
              <a:off x="6414346" y="4189062"/>
              <a:ext cx="607837" cy="237592"/>
            </a:xfrm>
            <a:custGeom>
              <a:avLst/>
              <a:gdLst/>
              <a:ahLst/>
              <a:cxnLst/>
              <a:rect l="l" t="t" r="r" b="b"/>
              <a:pathLst>
                <a:path w="67839" h="26517" extrusionOk="0">
                  <a:moveTo>
                    <a:pt x="5081" y="0"/>
                  </a:moveTo>
                  <a:lnTo>
                    <a:pt x="4565" y="40"/>
                  </a:lnTo>
                  <a:lnTo>
                    <a:pt x="4049" y="80"/>
                  </a:lnTo>
                  <a:lnTo>
                    <a:pt x="3573" y="239"/>
                  </a:lnTo>
                  <a:lnTo>
                    <a:pt x="3097" y="397"/>
                  </a:lnTo>
                  <a:lnTo>
                    <a:pt x="2660" y="596"/>
                  </a:lnTo>
                  <a:lnTo>
                    <a:pt x="2223" y="874"/>
                  </a:lnTo>
                  <a:lnTo>
                    <a:pt x="1866" y="1152"/>
                  </a:lnTo>
                  <a:lnTo>
                    <a:pt x="1509" y="1469"/>
                  </a:lnTo>
                  <a:lnTo>
                    <a:pt x="1152" y="1826"/>
                  </a:lnTo>
                  <a:lnTo>
                    <a:pt x="874" y="2223"/>
                  </a:lnTo>
                  <a:lnTo>
                    <a:pt x="636" y="2660"/>
                  </a:lnTo>
                  <a:lnTo>
                    <a:pt x="397" y="3097"/>
                  </a:lnTo>
                  <a:lnTo>
                    <a:pt x="239" y="3533"/>
                  </a:lnTo>
                  <a:lnTo>
                    <a:pt x="119" y="4049"/>
                  </a:lnTo>
                  <a:lnTo>
                    <a:pt x="40" y="4526"/>
                  </a:lnTo>
                  <a:lnTo>
                    <a:pt x="0" y="5042"/>
                  </a:lnTo>
                  <a:lnTo>
                    <a:pt x="0" y="21475"/>
                  </a:lnTo>
                  <a:lnTo>
                    <a:pt x="40" y="21991"/>
                  </a:lnTo>
                  <a:lnTo>
                    <a:pt x="119" y="22468"/>
                  </a:lnTo>
                  <a:lnTo>
                    <a:pt x="239" y="22984"/>
                  </a:lnTo>
                  <a:lnTo>
                    <a:pt x="397" y="23420"/>
                  </a:lnTo>
                  <a:lnTo>
                    <a:pt x="636" y="23857"/>
                  </a:lnTo>
                  <a:lnTo>
                    <a:pt x="874" y="24294"/>
                  </a:lnTo>
                  <a:lnTo>
                    <a:pt x="1152" y="24691"/>
                  </a:lnTo>
                  <a:lnTo>
                    <a:pt x="1509" y="25048"/>
                  </a:lnTo>
                  <a:lnTo>
                    <a:pt x="1866" y="25366"/>
                  </a:lnTo>
                  <a:lnTo>
                    <a:pt x="2223" y="25643"/>
                  </a:lnTo>
                  <a:lnTo>
                    <a:pt x="2660" y="25921"/>
                  </a:lnTo>
                  <a:lnTo>
                    <a:pt x="3097" y="26120"/>
                  </a:lnTo>
                  <a:lnTo>
                    <a:pt x="3573" y="26279"/>
                  </a:lnTo>
                  <a:lnTo>
                    <a:pt x="4049" y="26398"/>
                  </a:lnTo>
                  <a:lnTo>
                    <a:pt x="4565" y="26477"/>
                  </a:lnTo>
                  <a:lnTo>
                    <a:pt x="5081" y="26517"/>
                  </a:lnTo>
                  <a:lnTo>
                    <a:pt x="62798" y="26517"/>
                  </a:lnTo>
                  <a:lnTo>
                    <a:pt x="63314" y="26477"/>
                  </a:lnTo>
                  <a:lnTo>
                    <a:pt x="63790" y="26398"/>
                  </a:lnTo>
                  <a:lnTo>
                    <a:pt x="64306" y="26279"/>
                  </a:lnTo>
                  <a:lnTo>
                    <a:pt x="64743" y="26120"/>
                  </a:lnTo>
                  <a:lnTo>
                    <a:pt x="65179" y="25921"/>
                  </a:lnTo>
                  <a:lnTo>
                    <a:pt x="65616" y="25643"/>
                  </a:lnTo>
                  <a:lnTo>
                    <a:pt x="66013" y="25366"/>
                  </a:lnTo>
                  <a:lnTo>
                    <a:pt x="66370" y="25048"/>
                  </a:lnTo>
                  <a:lnTo>
                    <a:pt x="66688" y="24691"/>
                  </a:lnTo>
                  <a:lnTo>
                    <a:pt x="66966" y="24294"/>
                  </a:lnTo>
                  <a:lnTo>
                    <a:pt x="67243" y="23857"/>
                  </a:lnTo>
                  <a:lnTo>
                    <a:pt x="67442" y="23420"/>
                  </a:lnTo>
                  <a:lnTo>
                    <a:pt x="67601" y="22984"/>
                  </a:lnTo>
                  <a:lnTo>
                    <a:pt x="67760" y="22468"/>
                  </a:lnTo>
                  <a:lnTo>
                    <a:pt x="67799" y="21991"/>
                  </a:lnTo>
                  <a:lnTo>
                    <a:pt x="67839" y="21475"/>
                  </a:lnTo>
                  <a:lnTo>
                    <a:pt x="67839" y="5042"/>
                  </a:lnTo>
                  <a:lnTo>
                    <a:pt x="67799" y="4526"/>
                  </a:lnTo>
                  <a:lnTo>
                    <a:pt x="67760" y="4049"/>
                  </a:lnTo>
                  <a:lnTo>
                    <a:pt x="67601" y="3533"/>
                  </a:lnTo>
                  <a:lnTo>
                    <a:pt x="67442" y="3097"/>
                  </a:lnTo>
                  <a:lnTo>
                    <a:pt x="67243" y="2660"/>
                  </a:lnTo>
                  <a:lnTo>
                    <a:pt x="66966" y="2223"/>
                  </a:lnTo>
                  <a:lnTo>
                    <a:pt x="66688" y="1826"/>
                  </a:lnTo>
                  <a:lnTo>
                    <a:pt x="66370" y="1469"/>
                  </a:lnTo>
                  <a:lnTo>
                    <a:pt x="66013" y="1152"/>
                  </a:lnTo>
                  <a:lnTo>
                    <a:pt x="65616" y="874"/>
                  </a:lnTo>
                  <a:lnTo>
                    <a:pt x="65179" y="596"/>
                  </a:lnTo>
                  <a:lnTo>
                    <a:pt x="64743" y="397"/>
                  </a:lnTo>
                  <a:lnTo>
                    <a:pt x="64306" y="239"/>
                  </a:lnTo>
                  <a:lnTo>
                    <a:pt x="63790" y="80"/>
                  </a:lnTo>
                  <a:lnTo>
                    <a:pt x="63314" y="40"/>
                  </a:lnTo>
                  <a:lnTo>
                    <a:pt x="627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45914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1">
          <a:extLst>
            <a:ext uri="{FF2B5EF4-FFF2-40B4-BE49-F238E27FC236}">
              <a16:creationId xmlns:a16="http://schemas.microsoft.com/office/drawing/2014/main" id="{B41791EE-61CE-0C93-B25B-D087F140617A}"/>
            </a:ext>
          </a:extLst>
        </p:cNvPr>
        <p:cNvGrpSpPr/>
        <p:nvPr/>
      </p:nvGrpSpPr>
      <p:grpSpPr>
        <a:xfrm>
          <a:off x="0" y="0"/>
          <a:ext cx="0" cy="0"/>
          <a:chOff x="0" y="0"/>
          <a:chExt cx="0" cy="0"/>
        </a:xfrm>
      </p:grpSpPr>
      <p:sp>
        <p:nvSpPr>
          <p:cNvPr id="3062" name="Google Shape;3062;p43">
            <a:extLst>
              <a:ext uri="{FF2B5EF4-FFF2-40B4-BE49-F238E27FC236}">
                <a16:creationId xmlns:a16="http://schemas.microsoft.com/office/drawing/2014/main" id="{21B3A607-689D-64A2-B11C-3E62A19D8F00}"/>
              </a:ext>
            </a:extLst>
          </p:cNvPr>
          <p:cNvSpPr/>
          <p:nvPr/>
        </p:nvSpPr>
        <p:spPr>
          <a:xfrm>
            <a:off x="904875" y="998075"/>
            <a:ext cx="3381300" cy="37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43">
            <a:extLst>
              <a:ext uri="{FF2B5EF4-FFF2-40B4-BE49-F238E27FC236}">
                <a16:creationId xmlns:a16="http://schemas.microsoft.com/office/drawing/2014/main" id="{90B543DD-9FB3-75BE-197A-F098BCF37C96}"/>
              </a:ext>
            </a:extLst>
          </p:cNvPr>
          <p:cNvSpPr txBox="1">
            <a:spLocks noGrp="1"/>
          </p:cNvSpPr>
          <p:nvPr>
            <p:ph type="title"/>
          </p:nvPr>
        </p:nvSpPr>
        <p:spPr>
          <a:xfrm>
            <a:off x="457200" y="28623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Handling Missing &amp; Invalid Values</a:t>
            </a:r>
            <a:endParaRPr dirty="0"/>
          </a:p>
        </p:txBody>
      </p:sp>
      <p:sp>
        <p:nvSpPr>
          <p:cNvPr id="3064" name="Google Shape;3064;p43">
            <a:extLst>
              <a:ext uri="{FF2B5EF4-FFF2-40B4-BE49-F238E27FC236}">
                <a16:creationId xmlns:a16="http://schemas.microsoft.com/office/drawing/2014/main" id="{D45C50BA-A253-4201-03B6-DBF5FE1BA0DF}"/>
              </a:ext>
            </a:extLst>
          </p:cNvPr>
          <p:cNvSpPr/>
          <p:nvPr/>
        </p:nvSpPr>
        <p:spPr>
          <a:xfrm>
            <a:off x="5305500" y="998075"/>
            <a:ext cx="3381300" cy="3734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43">
            <a:extLst>
              <a:ext uri="{FF2B5EF4-FFF2-40B4-BE49-F238E27FC236}">
                <a16:creationId xmlns:a16="http://schemas.microsoft.com/office/drawing/2014/main" id="{A373BC90-D6E3-74D4-A3B5-2532491478E4}"/>
              </a:ext>
            </a:extLst>
          </p:cNvPr>
          <p:cNvSpPr txBox="1"/>
          <p:nvPr/>
        </p:nvSpPr>
        <p:spPr>
          <a:xfrm>
            <a:off x="1527437" y="1181489"/>
            <a:ext cx="2445709"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400" b="1" dirty="0">
                <a:solidFill>
                  <a:schemeClr val="dk1"/>
                </a:solidFill>
                <a:latin typeface="Fira Sans Extra Condensed"/>
                <a:ea typeface="Fira Sans Extra Condensed"/>
                <a:cs typeface="Fira Sans Extra Condensed"/>
                <a:sym typeface="Fira Sans Extra Condensed"/>
              </a:rPr>
              <a:t>Missing Values</a:t>
            </a:r>
          </a:p>
        </p:txBody>
      </p:sp>
      <p:sp>
        <p:nvSpPr>
          <p:cNvPr id="3067" name="Google Shape;3067;p43">
            <a:extLst>
              <a:ext uri="{FF2B5EF4-FFF2-40B4-BE49-F238E27FC236}">
                <a16:creationId xmlns:a16="http://schemas.microsoft.com/office/drawing/2014/main" id="{1A17A473-FE81-0B49-C7EC-82060FC441E7}"/>
              </a:ext>
            </a:extLst>
          </p:cNvPr>
          <p:cNvSpPr txBox="1"/>
          <p:nvPr/>
        </p:nvSpPr>
        <p:spPr>
          <a:xfrm>
            <a:off x="1260222" y="2639478"/>
            <a:ext cx="2857569" cy="609000"/>
          </a:xfrm>
          <a:prstGeom prst="rect">
            <a:avLst/>
          </a:prstGeom>
          <a:noFill/>
          <a:ln>
            <a:noFill/>
          </a:ln>
        </p:spPr>
        <p:txBody>
          <a:bodyPr spcFirstLastPara="1" wrap="square" lIns="91425" tIns="91425" rIns="91425" bIns="91425" anchor="ctr" anchorCtr="0">
            <a:noAutofit/>
          </a:bodyPr>
          <a:lstStyle/>
          <a:p>
            <a:pPr>
              <a:buNone/>
            </a:pPr>
            <a:endParaRPr lang="en-US" sz="1600" dirty="0">
              <a:effectLst/>
              <a:latin typeface="Roboto" panose="02000000000000000000" pitchFamily="2" charset="0"/>
              <a:ea typeface="Roboto" panose="02000000000000000000" pitchFamily="2" charset="0"/>
              <a:cs typeface="Roboto" panose="02000000000000000000" pitchFamily="2"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1600" kern="100" dirty="0">
                <a:effectLst/>
                <a:latin typeface="Roboto" panose="02000000000000000000" pitchFamily="2" charset="0"/>
                <a:ea typeface="Roboto" panose="02000000000000000000" pitchFamily="2" charset="0"/>
                <a:cs typeface="Roboto" panose="02000000000000000000" pitchFamily="2" charset="0"/>
              </a:rPr>
              <a:t>Drop-off coordinates, distances to landmarks.</a:t>
            </a: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Impact:</a:t>
            </a:r>
            <a:r>
              <a:rPr lang="en-US" sz="1600" kern="100" dirty="0">
                <a:effectLst/>
                <a:latin typeface="Roboto" panose="02000000000000000000" pitchFamily="2" charset="0"/>
                <a:ea typeface="Roboto" panose="02000000000000000000" pitchFamily="2" charset="0"/>
                <a:cs typeface="Roboto" panose="02000000000000000000" pitchFamily="2" charset="0"/>
              </a:rPr>
              <a:t> Only </a:t>
            </a:r>
            <a:r>
              <a:rPr lang="en-US" sz="1600" b="1" kern="100" dirty="0">
                <a:effectLst/>
                <a:latin typeface="Roboto" panose="02000000000000000000" pitchFamily="2" charset="0"/>
                <a:ea typeface="Roboto" panose="02000000000000000000" pitchFamily="2" charset="0"/>
                <a:cs typeface="Roboto" panose="02000000000000000000" pitchFamily="2" charset="0"/>
              </a:rPr>
              <a:t>0.001% missing data</a:t>
            </a:r>
            <a:r>
              <a:rPr lang="en-US" sz="1600" kern="100" dirty="0">
                <a:effectLst/>
                <a:latin typeface="Roboto" panose="02000000000000000000" pitchFamily="2" charset="0"/>
                <a:ea typeface="Roboto" panose="02000000000000000000" pitchFamily="2" charset="0"/>
                <a:cs typeface="Roboto" panose="02000000000000000000" pitchFamily="2" charset="0"/>
              </a:rPr>
              <a:t> → </a:t>
            </a:r>
            <a:r>
              <a:rPr lang="en-US" sz="1600" b="1" kern="100" dirty="0">
                <a:effectLst/>
                <a:latin typeface="Roboto" panose="02000000000000000000" pitchFamily="2" charset="0"/>
                <a:ea typeface="Roboto" panose="02000000000000000000" pitchFamily="2" charset="0"/>
                <a:cs typeface="Roboto" panose="02000000000000000000" pitchFamily="2" charset="0"/>
              </a:rPr>
              <a:t>Safe to drop rows</a:t>
            </a:r>
            <a:r>
              <a:rPr lang="en-US" sz="1600" kern="100" dirty="0">
                <a:effectLst/>
                <a:latin typeface="Roboto" panose="02000000000000000000" pitchFamily="2" charset="0"/>
                <a:ea typeface="Roboto" panose="02000000000000000000" pitchFamily="2" charset="0"/>
                <a:cs typeface="Roboto" panose="02000000000000000000" pitchFamily="2" charset="0"/>
              </a:rPr>
              <a:t>.</a:t>
            </a:r>
          </a:p>
        </p:txBody>
      </p:sp>
      <p:sp>
        <p:nvSpPr>
          <p:cNvPr id="3068" name="Google Shape;3068;p43">
            <a:extLst>
              <a:ext uri="{FF2B5EF4-FFF2-40B4-BE49-F238E27FC236}">
                <a16:creationId xmlns:a16="http://schemas.microsoft.com/office/drawing/2014/main" id="{58EE501D-8CFD-01C3-3A5B-7E69AE72EE36}"/>
              </a:ext>
            </a:extLst>
          </p:cNvPr>
          <p:cNvSpPr/>
          <p:nvPr/>
        </p:nvSpPr>
        <p:spPr>
          <a:xfrm>
            <a:off x="464925" y="1334888"/>
            <a:ext cx="935400" cy="838800"/>
          </a:xfrm>
          <a:prstGeom prst="homePlate">
            <a:avLst>
              <a:gd name="adj" fmla="val 1818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a:solidFill>
                  <a:schemeClr val="lt1"/>
                </a:solidFill>
                <a:latin typeface="Fira Sans Extra Condensed"/>
                <a:ea typeface="Fira Sans Extra Condensed"/>
                <a:cs typeface="Fira Sans Extra Condensed"/>
                <a:sym typeface="Fira Sans Extra Condensed"/>
              </a:rPr>
              <a:t>01</a:t>
            </a:r>
            <a:endParaRPr sz="3600" b="1">
              <a:solidFill>
                <a:schemeClr val="lt1"/>
              </a:solidFill>
              <a:latin typeface="Fira Sans Extra Condensed"/>
              <a:ea typeface="Fira Sans Extra Condensed"/>
              <a:cs typeface="Fira Sans Extra Condensed"/>
              <a:sym typeface="Fira Sans Extra Condensed"/>
            </a:endParaRPr>
          </a:p>
        </p:txBody>
      </p:sp>
      <p:grpSp>
        <p:nvGrpSpPr>
          <p:cNvPr id="3069" name="Google Shape;3069;p43">
            <a:extLst>
              <a:ext uri="{FF2B5EF4-FFF2-40B4-BE49-F238E27FC236}">
                <a16:creationId xmlns:a16="http://schemas.microsoft.com/office/drawing/2014/main" id="{2E16A367-1073-365A-700E-26523C12FD1B}"/>
              </a:ext>
            </a:extLst>
          </p:cNvPr>
          <p:cNvGrpSpPr/>
          <p:nvPr/>
        </p:nvGrpSpPr>
        <p:grpSpPr>
          <a:xfrm>
            <a:off x="4857827" y="1148640"/>
            <a:ext cx="3867926" cy="3256825"/>
            <a:chOff x="464925" y="1413788"/>
            <a:chExt cx="3867926" cy="3256825"/>
          </a:xfrm>
        </p:grpSpPr>
        <p:sp>
          <p:nvSpPr>
            <p:cNvPr id="3070" name="Google Shape;3070;p43">
              <a:extLst>
                <a:ext uri="{FF2B5EF4-FFF2-40B4-BE49-F238E27FC236}">
                  <a16:creationId xmlns:a16="http://schemas.microsoft.com/office/drawing/2014/main" id="{CBEC109C-B9E2-6C5A-CEB3-8FA46D14D546}"/>
                </a:ext>
              </a:extLst>
            </p:cNvPr>
            <p:cNvSpPr txBox="1"/>
            <p:nvPr/>
          </p:nvSpPr>
          <p:spPr>
            <a:xfrm>
              <a:off x="1039710" y="1413788"/>
              <a:ext cx="2271360"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400" b="1" dirty="0">
                  <a:solidFill>
                    <a:schemeClr val="dk1"/>
                  </a:solidFill>
                  <a:latin typeface="Fira Sans Extra Condensed"/>
                  <a:ea typeface="Fira Sans Extra Condensed"/>
                  <a:cs typeface="Fira Sans Extra Condensed"/>
                  <a:sym typeface="Fira Sans Extra Condensed"/>
                </a:rPr>
                <a:t>Invalid Values</a:t>
              </a:r>
              <a:endParaRPr sz="2400" b="1" dirty="0">
                <a:solidFill>
                  <a:schemeClr val="dk1"/>
                </a:solidFill>
                <a:latin typeface="Fira Sans Extra Condensed"/>
                <a:ea typeface="Fira Sans Extra Condensed"/>
                <a:cs typeface="Fira Sans Extra Condensed"/>
                <a:sym typeface="Fira Sans Extra Condensed"/>
              </a:endParaRPr>
            </a:p>
          </p:txBody>
        </p:sp>
        <p:sp>
          <p:nvSpPr>
            <p:cNvPr id="3071" name="Google Shape;3071;p43">
              <a:extLst>
                <a:ext uri="{FF2B5EF4-FFF2-40B4-BE49-F238E27FC236}">
                  <a16:creationId xmlns:a16="http://schemas.microsoft.com/office/drawing/2014/main" id="{79F5AFCD-B178-4DB8-3080-803EB69CC51A}"/>
                </a:ext>
              </a:extLst>
            </p:cNvPr>
            <p:cNvSpPr txBox="1"/>
            <p:nvPr/>
          </p:nvSpPr>
          <p:spPr>
            <a:xfrm>
              <a:off x="1584573" y="3117604"/>
              <a:ext cx="2748278" cy="609000"/>
            </a:xfrm>
            <a:prstGeom prst="rect">
              <a:avLst/>
            </a:prstGeom>
            <a:noFill/>
            <a:ln>
              <a:noFill/>
            </a:ln>
          </p:spPr>
          <p:txBody>
            <a:bodyPr spcFirstLastPara="1" wrap="square" lIns="91425" tIns="91425" rIns="91425" bIns="91425" anchor="ctr" anchorCtr="0">
              <a:noAutofit/>
            </a:bodyPr>
            <a:lstStyle/>
            <a:p>
              <a:pPr marL="342900" lvl="0" indent="-342900" algn="l" rtl="0">
                <a:lnSpc>
                  <a:spcPct val="107000"/>
                </a:lnSpc>
                <a:spcAft>
                  <a:spcPts val="800"/>
                </a:spcAft>
                <a:buSzPts val="1000"/>
                <a:buFont typeface="Symbol" panose="05050102010706020507" pitchFamily="18" charset="2"/>
                <a:buChar char=""/>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 100% invalid pickup &amp; </a:t>
              </a:r>
              <a:r>
                <a:rPr lang="en-US" b="1" kern="100" dirty="0" err="1">
                  <a:effectLst/>
                  <a:latin typeface="Roboto" panose="02000000000000000000" pitchFamily="2" charset="0"/>
                  <a:ea typeface="Roboto" panose="02000000000000000000" pitchFamily="2" charset="0"/>
                  <a:cs typeface="Roboto" panose="02000000000000000000" pitchFamily="2" charset="0"/>
                </a:rPr>
                <a:t>dropoff</a:t>
              </a:r>
              <a:r>
                <a:rPr lang="en-US" b="1" kern="100" dirty="0">
                  <a:effectLst/>
                  <a:latin typeface="Roboto" panose="02000000000000000000" pitchFamily="2" charset="0"/>
                  <a:ea typeface="Roboto" panose="02000000000000000000" pitchFamily="2" charset="0"/>
                  <a:cs typeface="Roboto" panose="02000000000000000000" pitchFamily="2" charset="0"/>
                </a:rPr>
                <a:t> coordinates</a:t>
              </a:r>
              <a:r>
                <a:rPr lang="en-US" kern="100" dirty="0">
                  <a:effectLst/>
                  <a:latin typeface="Roboto" panose="02000000000000000000" pitchFamily="2" charset="0"/>
                  <a:ea typeface="Roboto" panose="02000000000000000000" pitchFamily="2" charset="0"/>
                  <a:cs typeface="Roboto" panose="02000000000000000000" pitchFamily="2" charset="0"/>
                </a:rPr>
                <a:t> ➝ </a:t>
              </a:r>
              <a:r>
                <a:rPr lang="en-US" b="1" kern="100" dirty="0">
                  <a:effectLst/>
                  <a:latin typeface="Roboto" panose="02000000000000000000" pitchFamily="2" charset="0"/>
                  <a:ea typeface="Roboto" panose="02000000000000000000" pitchFamily="2" charset="0"/>
                  <a:cs typeface="Roboto" panose="02000000000000000000" pitchFamily="2" charset="0"/>
                </a:rPr>
                <a:t>Dropped Columns</a:t>
              </a:r>
              <a:r>
                <a:rPr lang="en-US" kern="100" dirty="0">
                  <a:effectLst/>
                  <a:latin typeface="Roboto" panose="02000000000000000000" pitchFamily="2" charset="0"/>
                  <a:ea typeface="Roboto" panose="02000000000000000000" pitchFamily="2" charset="0"/>
                  <a:cs typeface="Roboto" panose="02000000000000000000" pitchFamily="2" charset="0"/>
                </a:rPr>
                <a:t> </a:t>
              </a: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kern="100" dirty="0">
                  <a:effectLst/>
                  <a:latin typeface="Roboto" panose="02000000000000000000" pitchFamily="2" charset="0"/>
                  <a:ea typeface="Roboto" panose="02000000000000000000" pitchFamily="2" charset="0"/>
                  <a:cs typeface="Roboto" panose="02000000000000000000" pitchFamily="2" charset="0"/>
                </a:rPr>
                <a:t>Longitude, Latitude (Pickup &amp; Dropoff)</a:t>
              </a:r>
            </a:p>
            <a:p>
              <a:pPr marL="342900" lvl="0" indent="-342900" algn="l" rtl="0">
                <a:lnSpc>
                  <a:spcPct val="107000"/>
                </a:lnSpc>
                <a:spcAft>
                  <a:spcPts val="800"/>
                </a:spcAft>
                <a:buSzPts val="1000"/>
                <a:buFont typeface="Symbol" panose="05050102010706020507" pitchFamily="18" charset="2"/>
                <a:buChar char=""/>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 Negative Fare Amounts    (-$44.90)</a:t>
              </a:r>
              <a:r>
                <a:rPr lang="en-US" kern="100" dirty="0">
                  <a:effectLst/>
                  <a:latin typeface="Roboto" panose="02000000000000000000" pitchFamily="2" charset="0"/>
                  <a:ea typeface="Roboto" panose="02000000000000000000" pitchFamily="2" charset="0"/>
                  <a:cs typeface="Roboto" panose="02000000000000000000" pitchFamily="2" charset="0"/>
                </a:rPr>
                <a:t> ➝ </a:t>
              </a:r>
              <a:r>
                <a:rPr lang="en-US" b="1" kern="100" dirty="0">
                  <a:effectLst/>
                  <a:latin typeface="Roboto" panose="02000000000000000000" pitchFamily="2" charset="0"/>
                  <a:ea typeface="Roboto" panose="02000000000000000000" pitchFamily="2" charset="0"/>
                  <a:cs typeface="Roboto" panose="02000000000000000000" pitchFamily="2" charset="0"/>
                </a:rPr>
                <a:t>Removed</a:t>
              </a:r>
              <a:endParaRPr lang="en-US" kern="100" dirty="0">
                <a:effectLst/>
                <a:latin typeface="Roboto" panose="02000000000000000000" pitchFamily="2" charset="0"/>
                <a:ea typeface="Roboto" panose="02000000000000000000" pitchFamily="2" charset="0"/>
                <a:cs typeface="Roboto" panose="02000000000000000000" pitchFamily="2"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Passenger Count = 0</a:t>
              </a:r>
              <a:r>
                <a:rPr lang="en-US" kern="100" dirty="0">
                  <a:effectLst/>
                  <a:latin typeface="Roboto" panose="02000000000000000000" pitchFamily="2" charset="0"/>
                  <a:ea typeface="Roboto" panose="02000000000000000000" pitchFamily="2" charset="0"/>
                  <a:cs typeface="Roboto" panose="02000000000000000000" pitchFamily="2" charset="0"/>
                </a:rPr>
                <a:t> ➝ </a:t>
              </a:r>
              <a:r>
                <a:rPr lang="en-US" b="1" kern="100" dirty="0">
                  <a:effectLst/>
                  <a:latin typeface="Roboto" panose="02000000000000000000" pitchFamily="2" charset="0"/>
                  <a:ea typeface="Roboto" panose="02000000000000000000" pitchFamily="2" charset="0"/>
                  <a:cs typeface="Roboto" panose="02000000000000000000" pitchFamily="2" charset="0"/>
                </a:rPr>
                <a:t>Replaced with 1</a:t>
              </a:r>
              <a:endParaRPr lang="en-US" kern="100" dirty="0">
                <a:effectLst/>
                <a:latin typeface="Roboto" panose="02000000000000000000" pitchFamily="2" charset="0"/>
                <a:ea typeface="Roboto" panose="02000000000000000000" pitchFamily="2" charset="0"/>
                <a:cs typeface="Roboto" panose="02000000000000000000" pitchFamily="2" charset="0"/>
              </a:endParaRPr>
            </a:p>
          </p:txBody>
        </p:sp>
        <p:sp>
          <p:nvSpPr>
            <p:cNvPr id="3072" name="Google Shape;3072;p43">
              <a:extLst>
                <a:ext uri="{FF2B5EF4-FFF2-40B4-BE49-F238E27FC236}">
                  <a16:creationId xmlns:a16="http://schemas.microsoft.com/office/drawing/2014/main" id="{1E2405AB-B088-E164-1627-6885103C7932}"/>
                </a:ext>
              </a:extLst>
            </p:cNvPr>
            <p:cNvSpPr/>
            <p:nvPr/>
          </p:nvSpPr>
          <p:spPr>
            <a:xfrm>
              <a:off x="464925" y="3831813"/>
              <a:ext cx="935400" cy="838800"/>
            </a:xfrm>
            <a:prstGeom prst="homePlate">
              <a:avLst>
                <a:gd name="adj" fmla="val 18187"/>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latin typeface="Fira Sans Extra Condensed"/>
                  <a:ea typeface="Fira Sans Extra Condensed"/>
                  <a:cs typeface="Fira Sans Extra Condensed"/>
                  <a:sym typeface="Fira Sans Extra Condensed"/>
                </a:rPr>
                <a:t>02</a:t>
              </a:r>
              <a:endParaRPr b="1">
                <a:solidFill>
                  <a:schemeClr val="lt1"/>
                </a:solidFill>
                <a:latin typeface="Fira Sans Extra Condensed"/>
                <a:ea typeface="Fira Sans Extra Condensed"/>
                <a:cs typeface="Fira Sans Extra Condensed"/>
                <a:sym typeface="Fira Sans Extra Condensed"/>
              </a:endParaRPr>
            </a:p>
          </p:txBody>
        </p:sp>
      </p:grpSp>
      <p:grpSp>
        <p:nvGrpSpPr>
          <p:cNvPr id="3073" name="Google Shape;3073;p43">
            <a:extLst>
              <a:ext uri="{FF2B5EF4-FFF2-40B4-BE49-F238E27FC236}">
                <a16:creationId xmlns:a16="http://schemas.microsoft.com/office/drawing/2014/main" id="{C3476F20-65BF-0428-0E15-9BBE05B599D1}"/>
              </a:ext>
            </a:extLst>
          </p:cNvPr>
          <p:cNvGrpSpPr/>
          <p:nvPr/>
        </p:nvGrpSpPr>
        <p:grpSpPr>
          <a:xfrm>
            <a:off x="7641432" y="102870"/>
            <a:ext cx="1388267" cy="1504205"/>
            <a:chOff x="6073305" y="1251205"/>
            <a:chExt cx="1845693" cy="2109188"/>
          </a:xfrm>
        </p:grpSpPr>
        <p:sp>
          <p:nvSpPr>
            <p:cNvPr id="3074" name="Google Shape;3074;p43">
              <a:extLst>
                <a:ext uri="{FF2B5EF4-FFF2-40B4-BE49-F238E27FC236}">
                  <a16:creationId xmlns:a16="http://schemas.microsoft.com/office/drawing/2014/main" id="{B12DA931-2190-D2D2-C349-247327EA7435}"/>
                </a:ext>
              </a:extLst>
            </p:cNvPr>
            <p:cNvSpPr/>
            <p:nvPr/>
          </p:nvSpPr>
          <p:spPr>
            <a:xfrm>
              <a:off x="6320360" y="3156626"/>
              <a:ext cx="255897" cy="203768"/>
            </a:xfrm>
            <a:custGeom>
              <a:avLst/>
              <a:gdLst/>
              <a:ahLst/>
              <a:cxnLst/>
              <a:rect l="l" t="t" r="r" b="b"/>
              <a:pathLst>
                <a:path w="13051" h="10391" extrusionOk="0">
                  <a:moveTo>
                    <a:pt x="0" y="0"/>
                  </a:moveTo>
                  <a:lnTo>
                    <a:pt x="0" y="8059"/>
                  </a:lnTo>
                  <a:lnTo>
                    <a:pt x="41" y="8550"/>
                  </a:lnTo>
                  <a:lnTo>
                    <a:pt x="164" y="8959"/>
                  </a:lnTo>
                  <a:lnTo>
                    <a:pt x="368" y="9368"/>
                  </a:lnTo>
                  <a:lnTo>
                    <a:pt x="655" y="9696"/>
                  </a:lnTo>
                  <a:lnTo>
                    <a:pt x="1023" y="9982"/>
                  </a:lnTo>
                  <a:lnTo>
                    <a:pt x="1391" y="10227"/>
                  </a:lnTo>
                  <a:lnTo>
                    <a:pt x="1841" y="10350"/>
                  </a:lnTo>
                  <a:lnTo>
                    <a:pt x="2332" y="10391"/>
                  </a:lnTo>
                  <a:lnTo>
                    <a:pt x="10718" y="10391"/>
                  </a:lnTo>
                  <a:lnTo>
                    <a:pt x="11168" y="10350"/>
                  </a:lnTo>
                  <a:lnTo>
                    <a:pt x="11618" y="10227"/>
                  </a:lnTo>
                  <a:lnTo>
                    <a:pt x="12027" y="9982"/>
                  </a:lnTo>
                  <a:lnTo>
                    <a:pt x="12355" y="9696"/>
                  </a:lnTo>
                  <a:lnTo>
                    <a:pt x="12641" y="9368"/>
                  </a:lnTo>
                  <a:lnTo>
                    <a:pt x="12846" y="8959"/>
                  </a:lnTo>
                  <a:lnTo>
                    <a:pt x="13009" y="8550"/>
                  </a:lnTo>
                  <a:lnTo>
                    <a:pt x="13050" y="8059"/>
                  </a:lnTo>
                  <a:lnTo>
                    <a:pt x="1305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43">
              <a:extLst>
                <a:ext uri="{FF2B5EF4-FFF2-40B4-BE49-F238E27FC236}">
                  <a16:creationId xmlns:a16="http://schemas.microsoft.com/office/drawing/2014/main" id="{E87FC8B6-326E-57A2-4E55-A00753626C49}"/>
                </a:ext>
              </a:extLst>
            </p:cNvPr>
            <p:cNvSpPr/>
            <p:nvPr/>
          </p:nvSpPr>
          <p:spPr>
            <a:xfrm>
              <a:off x="7407243" y="3156626"/>
              <a:ext cx="256682" cy="203768"/>
            </a:xfrm>
            <a:custGeom>
              <a:avLst/>
              <a:gdLst/>
              <a:ahLst/>
              <a:cxnLst/>
              <a:rect l="l" t="t" r="r" b="b"/>
              <a:pathLst>
                <a:path w="13091" h="10391" extrusionOk="0">
                  <a:moveTo>
                    <a:pt x="0" y="0"/>
                  </a:moveTo>
                  <a:lnTo>
                    <a:pt x="0" y="8059"/>
                  </a:lnTo>
                  <a:lnTo>
                    <a:pt x="82" y="8550"/>
                  </a:lnTo>
                  <a:lnTo>
                    <a:pt x="205" y="8959"/>
                  </a:lnTo>
                  <a:lnTo>
                    <a:pt x="409" y="9368"/>
                  </a:lnTo>
                  <a:lnTo>
                    <a:pt x="695" y="9696"/>
                  </a:lnTo>
                  <a:lnTo>
                    <a:pt x="1064" y="9982"/>
                  </a:lnTo>
                  <a:lnTo>
                    <a:pt x="1432" y="10227"/>
                  </a:lnTo>
                  <a:lnTo>
                    <a:pt x="1882" y="10350"/>
                  </a:lnTo>
                  <a:lnTo>
                    <a:pt x="2332" y="10391"/>
                  </a:lnTo>
                  <a:lnTo>
                    <a:pt x="10759" y="10391"/>
                  </a:lnTo>
                  <a:lnTo>
                    <a:pt x="11209" y="10350"/>
                  </a:lnTo>
                  <a:lnTo>
                    <a:pt x="11659" y="10227"/>
                  </a:lnTo>
                  <a:lnTo>
                    <a:pt x="12068" y="9982"/>
                  </a:lnTo>
                  <a:lnTo>
                    <a:pt x="12395" y="9696"/>
                  </a:lnTo>
                  <a:lnTo>
                    <a:pt x="12682" y="9368"/>
                  </a:lnTo>
                  <a:lnTo>
                    <a:pt x="12886" y="8959"/>
                  </a:lnTo>
                  <a:lnTo>
                    <a:pt x="13050" y="8550"/>
                  </a:lnTo>
                  <a:lnTo>
                    <a:pt x="13091" y="8059"/>
                  </a:lnTo>
                  <a:lnTo>
                    <a:pt x="130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43">
              <a:extLst>
                <a:ext uri="{FF2B5EF4-FFF2-40B4-BE49-F238E27FC236}">
                  <a16:creationId xmlns:a16="http://schemas.microsoft.com/office/drawing/2014/main" id="{7264BCFA-E94A-2D85-7ECB-AE27BA9FA745}"/>
                </a:ext>
              </a:extLst>
            </p:cNvPr>
            <p:cNvSpPr/>
            <p:nvPr/>
          </p:nvSpPr>
          <p:spPr>
            <a:xfrm>
              <a:off x="6073305" y="2370441"/>
              <a:ext cx="184507" cy="161253"/>
            </a:xfrm>
            <a:custGeom>
              <a:avLst/>
              <a:gdLst/>
              <a:ahLst/>
              <a:cxnLst/>
              <a:rect l="l" t="t" r="r" b="b"/>
              <a:pathLst>
                <a:path w="9410" h="8223" extrusionOk="0">
                  <a:moveTo>
                    <a:pt x="2414" y="0"/>
                  </a:moveTo>
                  <a:lnTo>
                    <a:pt x="2127" y="41"/>
                  </a:lnTo>
                  <a:lnTo>
                    <a:pt x="1882" y="123"/>
                  </a:lnTo>
                  <a:lnTo>
                    <a:pt x="1637" y="205"/>
                  </a:lnTo>
                  <a:lnTo>
                    <a:pt x="1391" y="327"/>
                  </a:lnTo>
                  <a:lnTo>
                    <a:pt x="1187" y="450"/>
                  </a:lnTo>
                  <a:lnTo>
                    <a:pt x="982" y="614"/>
                  </a:lnTo>
                  <a:lnTo>
                    <a:pt x="777" y="777"/>
                  </a:lnTo>
                  <a:lnTo>
                    <a:pt x="614" y="982"/>
                  </a:lnTo>
                  <a:lnTo>
                    <a:pt x="450" y="1187"/>
                  </a:lnTo>
                  <a:lnTo>
                    <a:pt x="327" y="1391"/>
                  </a:lnTo>
                  <a:lnTo>
                    <a:pt x="205" y="1637"/>
                  </a:lnTo>
                  <a:lnTo>
                    <a:pt x="123" y="1882"/>
                  </a:lnTo>
                  <a:lnTo>
                    <a:pt x="82" y="2127"/>
                  </a:lnTo>
                  <a:lnTo>
                    <a:pt x="41" y="2373"/>
                  </a:lnTo>
                  <a:lnTo>
                    <a:pt x="0" y="2659"/>
                  </a:lnTo>
                  <a:lnTo>
                    <a:pt x="0" y="2782"/>
                  </a:lnTo>
                  <a:lnTo>
                    <a:pt x="41" y="3109"/>
                  </a:lnTo>
                  <a:lnTo>
                    <a:pt x="123" y="3396"/>
                  </a:lnTo>
                  <a:lnTo>
                    <a:pt x="287" y="3641"/>
                  </a:lnTo>
                  <a:lnTo>
                    <a:pt x="491" y="3887"/>
                  </a:lnTo>
                  <a:lnTo>
                    <a:pt x="696" y="4091"/>
                  </a:lnTo>
                  <a:lnTo>
                    <a:pt x="982" y="4214"/>
                  </a:lnTo>
                  <a:lnTo>
                    <a:pt x="1268" y="4337"/>
                  </a:lnTo>
                  <a:lnTo>
                    <a:pt x="6423" y="4337"/>
                  </a:lnTo>
                  <a:lnTo>
                    <a:pt x="7527" y="8223"/>
                  </a:lnTo>
                  <a:lnTo>
                    <a:pt x="9409" y="7405"/>
                  </a:lnTo>
                  <a:lnTo>
                    <a:pt x="9246" y="6627"/>
                  </a:lnTo>
                  <a:lnTo>
                    <a:pt x="8877" y="4991"/>
                  </a:lnTo>
                  <a:lnTo>
                    <a:pt x="8141" y="1227"/>
                  </a:lnTo>
                  <a:lnTo>
                    <a:pt x="8059" y="941"/>
                  </a:lnTo>
                  <a:lnTo>
                    <a:pt x="7937" y="737"/>
                  </a:lnTo>
                  <a:lnTo>
                    <a:pt x="7773" y="532"/>
                  </a:lnTo>
                  <a:lnTo>
                    <a:pt x="7609" y="327"/>
                  </a:lnTo>
                  <a:lnTo>
                    <a:pt x="7364" y="205"/>
                  </a:lnTo>
                  <a:lnTo>
                    <a:pt x="7159" y="82"/>
                  </a:lnTo>
                  <a:lnTo>
                    <a:pt x="691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43">
              <a:extLst>
                <a:ext uri="{FF2B5EF4-FFF2-40B4-BE49-F238E27FC236}">
                  <a16:creationId xmlns:a16="http://schemas.microsoft.com/office/drawing/2014/main" id="{C47EDEF9-177B-5F40-0202-0D8EBB49A452}"/>
                </a:ext>
              </a:extLst>
            </p:cNvPr>
            <p:cNvSpPr/>
            <p:nvPr/>
          </p:nvSpPr>
          <p:spPr>
            <a:xfrm>
              <a:off x="7734492" y="2370441"/>
              <a:ext cx="184507" cy="161253"/>
            </a:xfrm>
            <a:custGeom>
              <a:avLst/>
              <a:gdLst/>
              <a:ahLst/>
              <a:cxnLst/>
              <a:rect l="l" t="t" r="r" b="b"/>
              <a:pathLst>
                <a:path w="9410" h="8223" extrusionOk="0">
                  <a:moveTo>
                    <a:pt x="2537" y="0"/>
                  </a:moveTo>
                  <a:lnTo>
                    <a:pt x="2251" y="82"/>
                  </a:lnTo>
                  <a:lnTo>
                    <a:pt x="2046" y="205"/>
                  </a:lnTo>
                  <a:lnTo>
                    <a:pt x="1801" y="327"/>
                  </a:lnTo>
                  <a:lnTo>
                    <a:pt x="1637" y="532"/>
                  </a:lnTo>
                  <a:lnTo>
                    <a:pt x="1474" y="737"/>
                  </a:lnTo>
                  <a:lnTo>
                    <a:pt x="1351" y="941"/>
                  </a:lnTo>
                  <a:lnTo>
                    <a:pt x="1310" y="1227"/>
                  </a:lnTo>
                  <a:lnTo>
                    <a:pt x="533" y="4991"/>
                  </a:lnTo>
                  <a:lnTo>
                    <a:pt x="165" y="6627"/>
                  </a:lnTo>
                  <a:lnTo>
                    <a:pt x="1" y="7405"/>
                  </a:lnTo>
                  <a:lnTo>
                    <a:pt x="1883" y="8223"/>
                  </a:lnTo>
                  <a:lnTo>
                    <a:pt x="2987" y="4337"/>
                  </a:lnTo>
                  <a:lnTo>
                    <a:pt x="8142" y="4337"/>
                  </a:lnTo>
                  <a:lnTo>
                    <a:pt x="8428" y="4214"/>
                  </a:lnTo>
                  <a:lnTo>
                    <a:pt x="8715" y="4091"/>
                  </a:lnTo>
                  <a:lnTo>
                    <a:pt x="8960" y="3887"/>
                  </a:lnTo>
                  <a:lnTo>
                    <a:pt x="9124" y="3641"/>
                  </a:lnTo>
                  <a:lnTo>
                    <a:pt x="9287" y="3396"/>
                  </a:lnTo>
                  <a:lnTo>
                    <a:pt x="9369" y="3109"/>
                  </a:lnTo>
                  <a:lnTo>
                    <a:pt x="9410" y="2782"/>
                  </a:lnTo>
                  <a:lnTo>
                    <a:pt x="9410" y="2659"/>
                  </a:lnTo>
                  <a:lnTo>
                    <a:pt x="9369" y="2373"/>
                  </a:lnTo>
                  <a:lnTo>
                    <a:pt x="9328" y="2127"/>
                  </a:lnTo>
                  <a:lnTo>
                    <a:pt x="9287" y="1882"/>
                  </a:lnTo>
                  <a:lnTo>
                    <a:pt x="9205" y="1637"/>
                  </a:lnTo>
                  <a:lnTo>
                    <a:pt x="9083" y="1391"/>
                  </a:lnTo>
                  <a:lnTo>
                    <a:pt x="8960" y="1187"/>
                  </a:lnTo>
                  <a:lnTo>
                    <a:pt x="8796" y="982"/>
                  </a:lnTo>
                  <a:lnTo>
                    <a:pt x="8633" y="777"/>
                  </a:lnTo>
                  <a:lnTo>
                    <a:pt x="8428" y="614"/>
                  </a:lnTo>
                  <a:lnTo>
                    <a:pt x="8224" y="450"/>
                  </a:lnTo>
                  <a:lnTo>
                    <a:pt x="8019" y="327"/>
                  </a:lnTo>
                  <a:lnTo>
                    <a:pt x="7774" y="205"/>
                  </a:lnTo>
                  <a:lnTo>
                    <a:pt x="7528" y="123"/>
                  </a:lnTo>
                  <a:lnTo>
                    <a:pt x="7283" y="41"/>
                  </a:lnTo>
                  <a:lnTo>
                    <a:pt x="69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43">
              <a:extLst>
                <a:ext uri="{FF2B5EF4-FFF2-40B4-BE49-F238E27FC236}">
                  <a16:creationId xmlns:a16="http://schemas.microsoft.com/office/drawing/2014/main" id="{7DE74AB1-904D-7F76-A5E0-96958E1037AB}"/>
                </a:ext>
              </a:extLst>
            </p:cNvPr>
            <p:cNvSpPr/>
            <p:nvPr/>
          </p:nvSpPr>
          <p:spPr>
            <a:xfrm>
              <a:off x="6179990" y="2076821"/>
              <a:ext cx="1633128" cy="1104690"/>
            </a:xfrm>
            <a:custGeom>
              <a:avLst/>
              <a:gdLst/>
              <a:ahLst/>
              <a:cxnLst/>
              <a:rect l="l" t="t" r="r" b="b"/>
              <a:pathLst>
                <a:path w="83291" h="56333" extrusionOk="0">
                  <a:moveTo>
                    <a:pt x="15832" y="1"/>
                  </a:moveTo>
                  <a:lnTo>
                    <a:pt x="15341" y="123"/>
                  </a:lnTo>
                  <a:lnTo>
                    <a:pt x="14850" y="287"/>
                  </a:lnTo>
                  <a:lnTo>
                    <a:pt x="14400" y="532"/>
                  </a:lnTo>
                  <a:lnTo>
                    <a:pt x="13950" y="819"/>
                  </a:lnTo>
                  <a:lnTo>
                    <a:pt x="13582" y="1187"/>
                  </a:lnTo>
                  <a:lnTo>
                    <a:pt x="13255" y="1596"/>
                  </a:lnTo>
                  <a:lnTo>
                    <a:pt x="12968" y="2046"/>
                  </a:lnTo>
                  <a:lnTo>
                    <a:pt x="491" y="26141"/>
                  </a:lnTo>
                  <a:lnTo>
                    <a:pt x="286" y="26510"/>
                  </a:lnTo>
                  <a:lnTo>
                    <a:pt x="123" y="26919"/>
                  </a:lnTo>
                  <a:lnTo>
                    <a:pt x="41" y="27328"/>
                  </a:lnTo>
                  <a:lnTo>
                    <a:pt x="0" y="27778"/>
                  </a:lnTo>
                  <a:lnTo>
                    <a:pt x="0" y="51996"/>
                  </a:lnTo>
                  <a:lnTo>
                    <a:pt x="41" y="52446"/>
                  </a:lnTo>
                  <a:lnTo>
                    <a:pt x="82" y="52855"/>
                  </a:lnTo>
                  <a:lnTo>
                    <a:pt x="205" y="53305"/>
                  </a:lnTo>
                  <a:lnTo>
                    <a:pt x="368" y="53673"/>
                  </a:lnTo>
                  <a:lnTo>
                    <a:pt x="532" y="54082"/>
                  </a:lnTo>
                  <a:lnTo>
                    <a:pt x="736" y="54410"/>
                  </a:lnTo>
                  <a:lnTo>
                    <a:pt x="1023" y="54778"/>
                  </a:lnTo>
                  <a:lnTo>
                    <a:pt x="1268" y="55064"/>
                  </a:lnTo>
                  <a:lnTo>
                    <a:pt x="1596" y="55350"/>
                  </a:lnTo>
                  <a:lnTo>
                    <a:pt x="1923" y="55596"/>
                  </a:lnTo>
                  <a:lnTo>
                    <a:pt x="2291" y="55800"/>
                  </a:lnTo>
                  <a:lnTo>
                    <a:pt x="2659" y="56005"/>
                  </a:lnTo>
                  <a:lnTo>
                    <a:pt x="3068" y="56128"/>
                  </a:lnTo>
                  <a:lnTo>
                    <a:pt x="3477" y="56250"/>
                  </a:lnTo>
                  <a:lnTo>
                    <a:pt x="3927" y="56332"/>
                  </a:lnTo>
                  <a:lnTo>
                    <a:pt x="79405" y="56332"/>
                  </a:lnTo>
                  <a:lnTo>
                    <a:pt x="79814" y="56250"/>
                  </a:lnTo>
                  <a:lnTo>
                    <a:pt x="80223" y="56128"/>
                  </a:lnTo>
                  <a:lnTo>
                    <a:pt x="80632" y="56005"/>
                  </a:lnTo>
                  <a:lnTo>
                    <a:pt x="81000" y="55800"/>
                  </a:lnTo>
                  <a:lnTo>
                    <a:pt x="81368" y="55596"/>
                  </a:lnTo>
                  <a:lnTo>
                    <a:pt x="81696" y="55350"/>
                  </a:lnTo>
                  <a:lnTo>
                    <a:pt x="82023" y="55064"/>
                  </a:lnTo>
                  <a:lnTo>
                    <a:pt x="82309" y="54778"/>
                  </a:lnTo>
                  <a:lnTo>
                    <a:pt x="82555" y="54410"/>
                  </a:lnTo>
                  <a:lnTo>
                    <a:pt x="82759" y="54082"/>
                  </a:lnTo>
                  <a:lnTo>
                    <a:pt x="82923" y="53673"/>
                  </a:lnTo>
                  <a:lnTo>
                    <a:pt x="83086" y="53305"/>
                  </a:lnTo>
                  <a:lnTo>
                    <a:pt x="83209" y="52855"/>
                  </a:lnTo>
                  <a:lnTo>
                    <a:pt x="83250" y="52446"/>
                  </a:lnTo>
                  <a:lnTo>
                    <a:pt x="83291" y="51996"/>
                  </a:lnTo>
                  <a:lnTo>
                    <a:pt x="83291" y="27778"/>
                  </a:lnTo>
                  <a:lnTo>
                    <a:pt x="83250" y="27328"/>
                  </a:lnTo>
                  <a:lnTo>
                    <a:pt x="83168" y="26919"/>
                  </a:lnTo>
                  <a:lnTo>
                    <a:pt x="83005" y="26510"/>
                  </a:lnTo>
                  <a:lnTo>
                    <a:pt x="82800" y="26141"/>
                  </a:lnTo>
                  <a:lnTo>
                    <a:pt x="69832" y="1964"/>
                  </a:lnTo>
                  <a:lnTo>
                    <a:pt x="69546" y="1555"/>
                  </a:lnTo>
                  <a:lnTo>
                    <a:pt x="69218" y="1146"/>
                  </a:lnTo>
                  <a:lnTo>
                    <a:pt x="68850" y="819"/>
                  </a:lnTo>
                  <a:lnTo>
                    <a:pt x="68441" y="532"/>
                  </a:lnTo>
                  <a:lnTo>
                    <a:pt x="67991" y="287"/>
                  </a:lnTo>
                  <a:lnTo>
                    <a:pt x="67500" y="123"/>
                  </a:lnTo>
                  <a:lnTo>
                    <a:pt x="670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43">
              <a:extLst>
                <a:ext uri="{FF2B5EF4-FFF2-40B4-BE49-F238E27FC236}">
                  <a16:creationId xmlns:a16="http://schemas.microsoft.com/office/drawing/2014/main" id="{D7DBC79F-894D-08E1-DB5C-3E29F71A06AB}"/>
                </a:ext>
              </a:extLst>
            </p:cNvPr>
            <p:cNvSpPr/>
            <p:nvPr/>
          </p:nvSpPr>
          <p:spPr>
            <a:xfrm>
              <a:off x="6313144" y="2145809"/>
              <a:ext cx="1366839" cy="442049"/>
            </a:xfrm>
            <a:custGeom>
              <a:avLst/>
              <a:gdLst/>
              <a:ahLst/>
              <a:cxnLst/>
              <a:rect l="l" t="t" r="r" b="b"/>
              <a:pathLst>
                <a:path w="69710" h="22542" extrusionOk="0">
                  <a:moveTo>
                    <a:pt x="11373" y="1"/>
                  </a:moveTo>
                  <a:lnTo>
                    <a:pt x="10923" y="42"/>
                  </a:lnTo>
                  <a:lnTo>
                    <a:pt x="10473" y="123"/>
                  </a:lnTo>
                  <a:lnTo>
                    <a:pt x="10064" y="287"/>
                  </a:lnTo>
                  <a:lnTo>
                    <a:pt x="9695" y="492"/>
                  </a:lnTo>
                  <a:lnTo>
                    <a:pt x="9327" y="737"/>
                  </a:lnTo>
                  <a:lnTo>
                    <a:pt x="9000" y="1064"/>
                  </a:lnTo>
                  <a:lnTo>
                    <a:pt x="8755" y="1392"/>
                  </a:lnTo>
                  <a:lnTo>
                    <a:pt x="8509" y="1801"/>
                  </a:lnTo>
                  <a:lnTo>
                    <a:pt x="286" y="18614"/>
                  </a:lnTo>
                  <a:lnTo>
                    <a:pt x="164" y="18942"/>
                  </a:lnTo>
                  <a:lnTo>
                    <a:pt x="41" y="19310"/>
                  </a:lnTo>
                  <a:lnTo>
                    <a:pt x="0" y="19637"/>
                  </a:lnTo>
                  <a:lnTo>
                    <a:pt x="0" y="20005"/>
                  </a:lnTo>
                  <a:lnTo>
                    <a:pt x="41" y="20332"/>
                  </a:lnTo>
                  <a:lnTo>
                    <a:pt x="164" y="20660"/>
                  </a:lnTo>
                  <a:lnTo>
                    <a:pt x="286" y="20987"/>
                  </a:lnTo>
                  <a:lnTo>
                    <a:pt x="409" y="21273"/>
                  </a:lnTo>
                  <a:lnTo>
                    <a:pt x="614" y="21519"/>
                  </a:lnTo>
                  <a:lnTo>
                    <a:pt x="859" y="21764"/>
                  </a:lnTo>
                  <a:lnTo>
                    <a:pt x="1105" y="22010"/>
                  </a:lnTo>
                  <a:lnTo>
                    <a:pt x="1391" y="22173"/>
                  </a:lnTo>
                  <a:lnTo>
                    <a:pt x="1677" y="22337"/>
                  </a:lnTo>
                  <a:lnTo>
                    <a:pt x="2045" y="22460"/>
                  </a:lnTo>
                  <a:lnTo>
                    <a:pt x="2373" y="22542"/>
                  </a:lnTo>
                  <a:lnTo>
                    <a:pt x="67336" y="22542"/>
                  </a:lnTo>
                  <a:lnTo>
                    <a:pt x="67705" y="22460"/>
                  </a:lnTo>
                  <a:lnTo>
                    <a:pt x="68032" y="22337"/>
                  </a:lnTo>
                  <a:lnTo>
                    <a:pt x="68359" y="22173"/>
                  </a:lnTo>
                  <a:lnTo>
                    <a:pt x="68645" y="21969"/>
                  </a:lnTo>
                  <a:lnTo>
                    <a:pt x="68891" y="21764"/>
                  </a:lnTo>
                  <a:lnTo>
                    <a:pt x="69136" y="21478"/>
                  </a:lnTo>
                  <a:lnTo>
                    <a:pt x="69300" y="21192"/>
                  </a:lnTo>
                  <a:lnTo>
                    <a:pt x="69464" y="20905"/>
                  </a:lnTo>
                  <a:lnTo>
                    <a:pt x="69586" y="20578"/>
                  </a:lnTo>
                  <a:lnTo>
                    <a:pt x="69668" y="20251"/>
                  </a:lnTo>
                  <a:lnTo>
                    <a:pt x="69709" y="19923"/>
                  </a:lnTo>
                  <a:lnTo>
                    <a:pt x="69709" y="19555"/>
                  </a:lnTo>
                  <a:lnTo>
                    <a:pt x="69627" y="19187"/>
                  </a:lnTo>
                  <a:lnTo>
                    <a:pt x="69505" y="18860"/>
                  </a:lnTo>
                  <a:lnTo>
                    <a:pt x="69382" y="18492"/>
                  </a:lnTo>
                  <a:lnTo>
                    <a:pt x="60136" y="1678"/>
                  </a:lnTo>
                  <a:lnTo>
                    <a:pt x="59891" y="1310"/>
                  </a:lnTo>
                  <a:lnTo>
                    <a:pt x="59645" y="983"/>
                  </a:lnTo>
                  <a:lnTo>
                    <a:pt x="59318" y="696"/>
                  </a:lnTo>
                  <a:lnTo>
                    <a:pt x="58991" y="451"/>
                  </a:lnTo>
                  <a:lnTo>
                    <a:pt x="58623" y="246"/>
                  </a:lnTo>
                  <a:lnTo>
                    <a:pt x="58214" y="123"/>
                  </a:lnTo>
                  <a:lnTo>
                    <a:pt x="57805" y="42"/>
                  </a:lnTo>
                  <a:lnTo>
                    <a:pt x="573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43">
              <a:extLst>
                <a:ext uri="{FF2B5EF4-FFF2-40B4-BE49-F238E27FC236}">
                  <a16:creationId xmlns:a16="http://schemas.microsoft.com/office/drawing/2014/main" id="{29DAF01C-B272-1489-7D49-BFD4A658A113}"/>
                </a:ext>
              </a:extLst>
            </p:cNvPr>
            <p:cNvSpPr/>
            <p:nvPr/>
          </p:nvSpPr>
          <p:spPr>
            <a:xfrm>
              <a:off x="6293086" y="2725814"/>
              <a:ext cx="333700" cy="191766"/>
            </a:xfrm>
            <a:custGeom>
              <a:avLst/>
              <a:gdLst/>
              <a:ahLst/>
              <a:cxnLst/>
              <a:rect l="l" t="t" r="r" b="b"/>
              <a:pathLst>
                <a:path w="17019" h="9779" extrusionOk="0">
                  <a:moveTo>
                    <a:pt x="2128" y="1"/>
                  </a:moveTo>
                  <a:lnTo>
                    <a:pt x="1882" y="42"/>
                  </a:lnTo>
                  <a:lnTo>
                    <a:pt x="1678" y="83"/>
                  </a:lnTo>
                  <a:lnTo>
                    <a:pt x="1432" y="124"/>
                  </a:lnTo>
                  <a:lnTo>
                    <a:pt x="1228" y="205"/>
                  </a:lnTo>
                  <a:lnTo>
                    <a:pt x="1023" y="328"/>
                  </a:lnTo>
                  <a:lnTo>
                    <a:pt x="818" y="492"/>
                  </a:lnTo>
                  <a:lnTo>
                    <a:pt x="655" y="615"/>
                  </a:lnTo>
                  <a:lnTo>
                    <a:pt x="491" y="819"/>
                  </a:lnTo>
                  <a:lnTo>
                    <a:pt x="328" y="983"/>
                  </a:lnTo>
                  <a:lnTo>
                    <a:pt x="246" y="1187"/>
                  </a:lnTo>
                  <a:lnTo>
                    <a:pt x="123" y="1433"/>
                  </a:lnTo>
                  <a:lnTo>
                    <a:pt x="82" y="1678"/>
                  </a:lnTo>
                  <a:lnTo>
                    <a:pt x="41" y="1924"/>
                  </a:lnTo>
                  <a:lnTo>
                    <a:pt x="0" y="2169"/>
                  </a:lnTo>
                  <a:lnTo>
                    <a:pt x="0" y="7610"/>
                  </a:lnTo>
                  <a:lnTo>
                    <a:pt x="41" y="8060"/>
                  </a:lnTo>
                  <a:lnTo>
                    <a:pt x="164" y="8469"/>
                  </a:lnTo>
                  <a:lnTo>
                    <a:pt x="368" y="8837"/>
                  </a:lnTo>
                  <a:lnTo>
                    <a:pt x="655" y="9124"/>
                  </a:lnTo>
                  <a:lnTo>
                    <a:pt x="941" y="9410"/>
                  </a:lnTo>
                  <a:lnTo>
                    <a:pt x="1309" y="9615"/>
                  </a:lnTo>
                  <a:lnTo>
                    <a:pt x="1718" y="9737"/>
                  </a:lnTo>
                  <a:lnTo>
                    <a:pt x="2168" y="9778"/>
                  </a:lnTo>
                  <a:lnTo>
                    <a:pt x="15546" y="9778"/>
                  </a:lnTo>
                  <a:lnTo>
                    <a:pt x="15750" y="9696"/>
                  </a:lnTo>
                  <a:lnTo>
                    <a:pt x="15955" y="9655"/>
                  </a:lnTo>
                  <a:lnTo>
                    <a:pt x="16159" y="9574"/>
                  </a:lnTo>
                  <a:lnTo>
                    <a:pt x="16323" y="9451"/>
                  </a:lnTo>
                  <a:lnTo>
                    <a:pt x="16487" y="9328"/>
                  </a:lnTo>
                  <a:lnTo>
                    <a:pt x="16732" y="9001"/>
                  </a:lnTo>
                  <a:lnTo>
                    <a:pt x="16896" y="8633"/>
                  </a:lnTo>
                  <a:lnTo>
                    <a:pt x="16978" y="8428"/>
                  </a:lnTo>
                  <a:lnTo>
                    <a:pt x="16978" y="8224"/>
                  </a:lnTo>
                  <a:lnTo>
                    <a:pt x="17018" y="8019"/>
                  </a:lnTo>
                  <a:lnTo>
                    <a:pt x="16978" y="7815"/>
                  </a:lnTo>
                  <a:lnTo>
                    <a:pt x="16937" y="7610"/>
                  </a:lnTo>
                  <a:lnTo>
                    <a:pt x="16855" y="7405"/>
                  </a:lnTo>
                  <a:lnTo>
                    <a:pt x="16323" y="6219"/>
                  </a:lnTo>
                  <a:lnTo>
                    <a:pt x="16118" y="5810"/>
                  </a:lnTo>
                  <a:lnTo>
                    <a:pt x="15914" y="5442"/>
                  </a:lnTo>
                  <a:lnTo>
                    <a:pt x="15668" y="5074"/>
                  </a:lnTo>
                  <a:lnTo>
                    <a:pt x="15423" y="4705"/>
                  </a:lnTo>
                  <a:lnTo>
                    <a:pt x="15137" y="4378"/>
                  </a:lnTo>
                  <a:lnTo>
                    <a:pt x="14850" y="4051"/>
                  </a:lnTo>
                  <a:lnTo>
                    <a:pt x="14564" y="3765"/>
                  </a:lnTo>
                  <a:lnTo>
                    <a:pt x="14237" y="3478"/>
                  </a:lnTo>
                  <a:lnTo>
                    <a:pt x="13868" y="3233"/>
                  </a:lnTo>
                  <a:lnTo>
                    <a:pt x="13541" y="2987"/>
                  </a:lnTo>
                  <a:lnTo>
                    <a:pt x="13132" y="2742"/>
                  </a:lnTo>
                  <a:lnTo>
                    <a:pt x="12764" y="2578"/>
                  </a:lnTo>
                  <a:lnTo>
                    <a:pt x="12355" y="2374"/>
                  </a:lnTo>
                  <a:lnTo>
                    <a:pt x="11987" y="2210"/>
                  </a:lnTo>
                  <a:lnTo>
                    <a:pt x="11537" y="2087"/>
                  </a:lnTo>
                  <a:lnTo>
                    <a:pt x="11128" y="1965"/>
                  </a:lnTo>
                  <a:lnTo>
                    <a:pt x="2618" y="42"/>
                  </a:lnTo>
                  <a:lnTo>
                    <a:pt x="2373"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43">
              <a:extLst>
                <a:ext uri="{FF2B5EF4-FFF2-40B4-BE49-F238E27FC236}">
                  <a16:creationId xmlns:a16="http://schemas.microsoft.com/office/drawing/2014/main" id="{EF716BC1-B715-504D-0CB6-5A834A67A508}"/>
                </a:ext>
              </a:extLst>
            </p:cNvPr>
            <p:cNvSpPr/>
            <p:nvPr/>
          </p:nvSpPr>
          <p:spPr>
            <a:xfrm>
              <a:off x="7370341" y="2725814"/>
              <a:ext cx="333700" cy="191766"/>
            </a:xfrm>
            <a:custGeom>
              <a:avLst/>
              <a:gdLst/>
              <a:ahLst/>
              <a:cxnLst/>
              <a:rect l="l" t="t" r="r" b="b"/>
              <a:pathLst>
                <a:path w="17019" h="9779" extrusionOk="0">
                  <a:moveTo>
                    <a:pt x="14605" y="1"/>
                  </a:moveTo>
                  <a:lnTo>
                    <a:pt x="14359" y="42"/>
                  </a:lnTo>
                  <a:lnTo>
                    <a:pt x="5891" y="1965"/>
                  </a:lnTo>
                  <a:lnTo>
                    <a:pt x="5441" y="2087"/>
                  </a:lnTo>
                  <a:lnTo>
                    <a:pt x="5032" y="2210"/>
                  </a:lnTo>
                  <a:lnTo>
                    <a:pt x="4623" y="2374"/>
                  </a:lnTo>
                  <a:lnTo>
                    <a:pt x="4255" y="2578"/>
                  </a:lnTo>
                  <a:lnTo>
                    <a:pt x="3846" y="2742"/>
                  </a:lnTo>
                  <a:lnTo>
                    <a:pt x="3477" y="2987"/>
                  </a:lnTo>
                  <a:lnTo>
                    <a:pt x="3150" y="3233"/>
                  </a:lnTo>
                  <a:lnTo>
                    <a:pt x="2782" y="3478"/>
                  </a:lnTo>
                  <a:lnTo>
                    <a:pt x="2455" y="3765"/>
                  </a:lnTo>
                  <a:lnTo>
                    <a:pt x="2168" y="4051"/>
                  </a:lnTo>
                  <a:lnTo>
                    <a:pt x="1882" y="4378"/>
                  </a:lnTo>
                  <a:lnTo>
                    <a:pt x="1596" y="4705"/>
                  </a:lnTo>
                  <a:lnTo>
                    <a:pt x="1350" y="5074"/>
                  </a:lnTo>
                  <a:lnTo>
                    <a:pt x="1105" y="5442"/>
                  </a:lnTo>
                  <a:lnTo>
                    <a:pt x="900" y="5810"/>
                  </a:lnTo>
                  <a:lnTo>
                    <a:pt x="696" y="6219"/>
                  </a:lnTo>
                  <a:lnTo>
                    <a:pt x="164" y="7405"/>
                  </a:lnTo>
                  <a:lnTo>
                    <a:pt x="82" y="7610"/>
                  </a:lnTo>
                  <a:lnTo>
                    <a:pt x="41" y="7815"/>
                  </a:lnTo>
                  <a:lnTo>
                    <a:pt x="0" y="8019"/>
                  </a:lnTo>
                  <a:lnTo>
                    <a:pt x="0" y="8224"/>
                  </a:lnTo>
                  <a:lnTo>
                    <a:pt x="41" y="8428"/>
                  </a:lnTo>
                  <a:lnTo>
                    <a:pt x="82" y="8633"/>
                  </a:lnTo>
                  <a:lnTo>
                    <a:pt x="287" y="9001"/>
                  </a:lnTo>
                  <a:lnTo>
                    <a:pt x="532" y="9328"/>
                  </a:lnTo>
                  <a:lnTo>
                    <a:pt x="696" y="9451"/>
                  </a:lnTo>
                  <a:lnTo>
                    <a:pt x="859" y="9574"/>
                  </a:lnTo>
                  <a:lnTo>
                    <a:pt x="1064" y="9655"/>
                  </a:lnTo>
                  <a:lnTo>
                    <a:pt x="1268" y="9696"/>
                  </a:lnTo>
                  <a:lnTo>
                    <a:pt x="1473" y="9778"/>
                  </a:lnTo>
                  <a:lnTo>
                    <a:pt x="14850" y="9778"/>
                  </a:lnTo>
                  <a:lnTo>
                    <a:pt x="15300" y="9737"/>
                  </a:lnTo>
                  <a:lnTo>
                    <a:pt x="15668" y="9615"/>
                  </a:lnTo>
                  <a:lnTo>
                    <a:pt x="16037" y="9410"/>
                  </a:lnTo>
                  <a:lnTo>
                    <a:pt x="16364" y="9124"/>
                  </a:lnTo>
                  <a:lnTo>
                    <a:pt x="16650" y="8837"/>
                  </a:lnTo>
                  <a:lnTo>
                    <a:pt x="16814" y="8469"/>
                  </a:lnTo>
                  <a:lnTo>
                    <a:pt x="16937" y="8060"/>
                  </a:lnTo>
                  <a:lnTo>
                    <a:pt x="17018" y="7610"/>
                  </a:lnTo>
                  <a:lnTo>
                    <a:pt x="17018" y="2169"/>
                  </a:lnTo>
                  <a:lnTo>
                    <a:pt x="16977" y="1924"/>
                  </a:lnTo>
                  <a:lnTo>
                    <a:pt x="16937" y="1678"/>
                  </a:lnTo>
                  <a:lnTo>
                    <a:pt x="16855" y="1433"/>
                  </a:lnTo>
                  <a:lnTo>
                    <a:pt x="16773" y="1187"/>
                  </a:lnTo>
                  <a:lnTo>
                    <a:pt x="16650" y="983"/>
                  </a:lnTo>
                  <a:lnTo>
                    <a:pt x="16527" y="819"/>
                  </a:lnTo>
                  <a:lnTo>
                    <a:pt x="16364" y="615"/>
                  </a:lnTo>
                  <a:lnTo>
                    <a:pt x="16200" y="492"/>
                  </a:lnTo>
                  <a:lnTo>
                    <a:pt x="15996" y="328"/>
                  </a:lnTo>
                  <a:lnTo>
                    <a:pt x="15791" y="205"/>
                  </a:lnTo>
                  <a:lnTo>
                    <a:pt x="15587" y="124"/>
                  </a:lnTo>
                  <a:lnTo>
                    <a:pt x="15341" y="83"/>
                  </a:lnTo>
                  <a:lnTo>
                    <a:pt x="15096" y="42"/>
                  </a:lnTo>
                  <a:lnTo>
                    <a:pt x="14891"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43">
              <a:extLst>
                <a:ext uri="{FF2B5EF4-FFF2-40B4-BE49-F238E27FC236}">
                  <a16:creationId xmlns:a16="http://schemas.microsoft.com/office/drawing/2014/main" id="{93E0294B-B2F4-18D7-A241-51F4533EFC6A}"/>
                </a:ext>
              </a:extLst>
            </p:cNvPr>
            <p:cNvSpPr/>
            <p:nvPr/>
          </p:nvSpPr>
          <p:spPr>
            <a:xfrm>
              <a:off x="6370888" y="3063557"/>
              <a:ext cx="145997" cy="72224"/>
            </a:xfrm>
            <a:custGeom>
              <a:avLst/>
              <a:gdLst/>
              <a:ahLst/>
              <a:cxnLst/>
              <a:rect l="l" t="t" r="r" b="b"/>
              <a:pathLst>
                <a:path w="7446" h="3683" extrusionOk="0">
                  <a:moveTo>
                    <a:pt x="287" y="1"/>
                  </a:moveTo>
                  <a:lnTo>
                    <a:pt x="123" y="123"/>
                  </a:lnTo>
                  <a:lnTo>
                    <a:pt x="41" y="246"/>
                  </a:lnTo>
                  <a:lnTo>
                    <a:pt x="0" y="410"/>
                  </a:lnTo>
                  <a:lnTo>
                    <a:pt x="0" y="3232"/>
                  </a:lnTo>
                  <a:lnTo>
                    <a:pt x="41" y="3437"/>
                  </a:lnTo>
                  <a:lnTo>
                    <a:pt x="123" y="3560"/>
                  </a:lnTo>
                  <a:lnTo>
                    <a:pt x="287" y="3642"/>
                  </a:lnTo>
                  <a:lnTo>
                    <a:pt x="450" y="3682"/>
                  </a:lnTo>
                  <a:lnTo>
                    <a:pt x="6996" y="3682"/>
                  </a:lnTo>
                  <a:lnTo>
                    <a:pt x="7160" y="3642"/>
                  </a:lnTo>
                  <a:lnTo>
                    <a:pt x="7323" y="3560"/>
                  </a:lnTo>
                  <a:lnTo>
                    <a:pt x="7405" y="3437"/>
                  </a:lnTo>
                  <a:lnTo>
                    <a:pt x="7446" y="3232"/>
                  </a:lnTo>
                  <a:lnTo>
                    <a:pt x="7446" y="410"/>
                  </a:lnTo>
                  <a:lnTo>
                    <a:pt x="7405" y="246"/>
                  </a:lnTo>
                  <a:lnTo>
                    <a:pt x="7323" y="123"/>
                  </a:lnTo>
                  <a:lnTo>
                    <a:pt x="7160"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43">
              <a:extLst>
                <a:ext uri="{FF2B5EF4-FFF2-40B4-BE49-F238E27FC236}">
                  <a16:creationId xmlns:a16="http://schemas.microsoft.com/office/drawing/2014/main" id="{B7A31E4A-3B0F-1749-099A-B7BEB0595D8E}"/>
                </a:ext>
              </a:extLst>
            </p:cNvPr>
            <p:cNvSpPr/>
            <p:nvPr/>
          </p:nvSpPr>
          <p:spPr>
            <a:xfrm>
              <a:off x="7464183" y="3063557"/>
              <a:ext cx="145997" cy="72224"/>
            </a:xfrm>
            <a:custGeom>
              <a:avLst/>
              <a:gdLst/>
              <a:ahLst/>
              <a:cxnLst/>
              <a:rect l="l" t="t" r="r" b="b"/>
              <a:pathLst>
                <a:path w="7446" h="3683" extrusionOk="0">
                  <a:moveTo>
                    <a:pt x="246" y="1"/>
                  </a:moveTo>
                  <a:lnTo>
                    <a:pt x="123" y="123"/>
                  </a:lnTo>
                  <a:lnTo>
                    <a:pt x="41" y="246"/>
                  </a:lnTo>
                  <a:lnTo>
                    <a:pt x="1" y="410"/>
                  </a:lnTo>
                  <a:lnTo>
                    <a:pt x="1" y="3232"/>
                  </a:lnTo>
                  <a:lnTo>
                    <a:pt x="41" y="3437"/>
                  </a:lnTo>
                  <a:lnTo>
                    <a:pt x="123" y="3560"/>
                  </a:lnTo>
                  <a:lnTo>
                    <a:pt x="246" y="3642"/>
                  </a:lnTo>
                  <a:lnTo>
                    <a:pt x="451" y="3682"/>
                  </a:lnTo>
                  <a:lnTo>
                    <a:pt x="6996" y="3682"/>
                  </a:lnTo>
                  <a:lnTo>
                    <a:pt x="7160" y="3642"/>
                  </a:lnTo>
                  <a:lnTo>
                    <a:pt x="7323" y="3560"/>
                  </a:lnTo>
                  <a:lnTo>
                    <a:pt x="7405" y="3437"/>
                  </a:lnTo>
                  <a:lnTo>
                    <a:pt x="7446" y="3232"/>
                  </a:lnTo>
                  <a:lnTo>
                    <a:pt x="7446" y="410"/>
                  </a:lnTo>
                  <a:lnTo>
                    <a:pt x="7405" y="246"/>
                  </a:lnTo>
                  <a:lnTo>
                    <a:pt x="7323" y="123"/>
                  </a:lnTo>
                  <a:lnTo>
                    <a:pt x="7160"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43">
              <a:extLst>
                <a:ext uri="{FF2B5EF4-FFF2-40B4-BE49-F238E27FC236}">
                  <a16:creationId xmlns:a16="http://schemas.microsoft.com/office/drawing/2014/main" id="{423D1961-BE00-77A0-59F6-1837003042FE}"/>
                </a:ext>
              </a:extLst>
            </p:cNvPr>
            <p:cNvSpPr/>
            <p:nvPr/>
          </p:nvSpPr>
          <p:spPr>
            <a:xfrm>
              <a:off x="6706177" y="2892695"/>
              <a:ext cx="545461" cy="45731"/>
            </a:xfrm>
            <a:custGeom>
              <a:avLst/>
              <a:gdLst/>
              <a:ahLst/>
              <a:cxnLst/>
              <a:rect l="l" t="t" r="r" b="b"/>
              <a:pathLst>
                <a:path w="27819" h="2332" extrusionOk="0">
                  <a:moveTo>
                    <a:pt x="1146" y="0"/>
                  </a:moveTo>
                  <a:lnTo>
                    <a:pt x="900" y="41"/>
                  </a:lnTo>
                  <a:lnTo>
                    <a:pt x="696" y="123"/>
                  </a:lnTo>
                  <a:lnTo>
                    <a:pt x="491" y="205"/>
                  </a:lnTo>
                  <a:lnTo>
                    <a:pt x="328" y="368"/>
                  </a:lnTo>
                  <a:lnTo>
                    <a:pt x="164" y="532"/>
                  </a:lnTo>
                  <a:lnTo>
                    <a:pt x="82" y="736"/>
                  </a:lnTo>
                  <a:lnTo>
                    <a:pt x="0" y="941"/>
                  </a:lnTo>
                  <a:lnTo>
                    <a:pt x="0" y="1186"/>
                  </a:lnTo>
                  <a:lnTo>
                    <a:pt x="0" y="1432"/>
                  </a:lnTo>
                  <a:lnTo>
                    <a:pt x="82" y="1636"/>
                  </a:lnTo>
                  <a:lnTo>
                    <a:pt x="164" y="1841"/>
                  </a:lnTo>
                  <a:lnTo>
                    <a:pt x="328" y="2005"/>
                  </a:lnTo>
                  <a:lnTo>
                    <a:pt x="491" y="2168"/>
                  </a:lnTo>
                  <a:lnTo>
                    <a:pt x="696" y="2250"/>
                  </a:lnTo>
                  <a:lnTo>
                    <a:pt x="900" y="2332"/>
                  </a:lnTo>
                  <a:lnTo>
                    <a:pt x="26878" y="2332"/>
                  </a:lnTo>
                  <a:lnTo>
                    <a:pt x="27123" y="2250"/>
                  </a:lnTo>
                  <a:lnTo>
                    <a:pt x="27328" y="2168"/>
                  </a:lnTo>
                  <a:lnTo>
                    <a:pt x="27491" y="2005"/>
                  </a:lnTo>
                  <a:lnTo>
                    <a:pt x="27614" y="1841"/>
                  </a:lnTo>
                  <a:lnTo>
                    <a:pt x="27737" y="1636"/>
                  </a:lnTo>
                  <a:lnTo>
                    <a:pt x="27819" y="1432"/>
                  </a:lnTo>
                  <a:lnTo>
                    <a:pt x="27819" y="1186"/>
                  </a:lnTo>
                  <a:lnTo>
                    <a:pt x="27819" y="941"/>
                  </a:lnTo>
                  <a:lnTo>
                    <a:pt x="27737" y="736"/>
                  </a:lnTo>
                  <a:lnTo>
                    <a:pt x="27614" y="532"/>
                  </a:lnTo>
                  <a:lnTo>
                    <a:pt x="27491" y="368"/>
                  </a:lnTo>
                  <a:lnTo>
                    <a:pt x="27328" y="205"/>
                  </a:lnTo>
                  <a:lnTo>
                    <a:pt x="27123" y="123"/>
                  </a:lnTo>
                  <a:lnTo>
                    <a:pt x="26878" y="41"/>
                  </a:lnTo>
                  <a:lnTo>
                    <a:pt x="2667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43">
              <a:extLst>
                <a:ext uri="{FF2B5EF4-FFF2-40B4-BE49-F238E27FC236}">
                  <a16:creationId xmlns:a16="http://schemas.microsoft.com/office/drawing/2014/main" id="{8A7C8184-70E4-E7CE-12AC-41ECCB733864}"/>
                </a:ext>
              </a:extLst>
            </p:cNvPr>
            <p:cNvSpPr/>
            <p:nvPr/>
          </p:nvSpPr>
          <p:spPr>
            <a:xfrm>
              <a:off x="6760725" y="2029482"/>
              <a:ext cx="478090" cy="47358"/>
            </a:xfrm>
            <a:custGeom>
              <a:avLst/>
              <a:gdLst/>
              <a:ahLst/>
              <a:cxnLst/>
              <a:rect l="l" t="t" r="r" b="b"/>
              <a:pathLst>
                <a:path w="24383" h="2415" extrusionOk="0">
                  <a:moveTo>
                    <a:pt x="0" y="1"/>
                  </a:moveTo>
                  <a:lnTo>
                    <a:pt x="0" y="2415"/>
                  </a:lnTo>
                  <a:lnTo>
                    <a:pt x="24382" y="2415"/>
                  </a:lnTo>
                  <a:lnTo>
                    <a:pt x="24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43">
              <a:extLst>
                <a:ext uri="{FF2B5EF4-FFF2-40B4-BE49-F238E27FC236}">
                  <a16:creationId xmlns:a16="http://schemas.microsoft.com/office/drawing/2014/main" id="{CCFF68FA-DA54-088A-B806-653890D73067}"/>
                </a:ext>
              </a:extLst>
            </p:cNvPr>
            <p:cNvSpPr/>
            <p:nvPr/>
          </p:nvSpPr>
          <p:spPr>
            <a:xfrm>
              <a:off x="6789607" y="1878662"/>
              <a:ext cx="420326" cy="150840"/>
            </a:xfrm>
            <a:custGeom>
              <a:avLst/>
              <a:gdLst/>
              <a:ahLst/>
              <a:cxnLst/>
              <a:rect l="l" t="t" r="r" b="b"/>
              <a:pathLst>
                <a:path w="21437" h="7692" extrusionOk="0">
                  <a:moveTo>
                    <a:pt x="5114" y="1"/>
                  </a:moveTo>
                  <a:lnTo>
                    <a:pt x="4786" y="42"/>
                  </a:lnTo>
                  <a:lnTo>
                    <a:pt x="4459" y="83"/>
                  </a:lnTo>
                  <a:lnTo>
                    <a:pt x="4132" y="124"/>
                  </a:lnTo>
                  <a:lnTo>
                    <a:pt x="3845" y="206"/>
                  </a:lnTo>
                  <a:lnTo>
                    <a:pt x="3518" y="328"/>
                  </a:lnTo>
                  <a:lnTo>
                    <a:pt x="3232" y="492"/>
                  </a:lnTo>
                  <a:lnTo>
                    <a:pt x="2986" y="656"/>
                  </a:lnTo>
                  <a:lnTo>
                    <a:pt x="2700" y="819"/>
                  </a:lnTo>
                  <a:lnTo>
                    <a:pt x="2455" y="1024"/>
                  </a:lnTo>
                  <a:lnTo>
                    <a:pt x="2250" y="1228"/>
                  </a:lnTo>
                  <a:lnTo>
                    <a:pt x="2045" y="1474"/>
                  </a:lnTo>
                  <a:lnTo>
                    <a:pt x="1841" y="1760"/>
                  </a:lnTo>
                  <a:lnTo>
                    <a:pt x="1677" y="2006"/>
                  </a:lnTo>
                  <a:lnTo>
                    <a:pt x="1514" y="2292"/>
                  </a:lnTo>
                  <a:lnTo>
                    <a:pt x="1391" y="2619"/>
                  </a:lnTo>
                  <a:lnTo>
                    <a:pt x="1309" y="2946"/>
                  </a:lnTo>
                  <a:lnTo>
                    <a:pt x="0" y="7692"/>
                  </a:lnTo>
                  <a:lnTo>
                    <a:pt x="21436" y="7692"/>
                  </a:lnTo>
                  <a:lnTo>
                    <a:pt x="20127" y="2946"/>
                  </a:lnTo>
                  <a:lnTo>
                    <a:pt x="20045" y="2619"/>
                  </a:lnTo>
                  <a:lnTo>
                    <a:pt x="19923" y="2292"/>
                  </a:lnTo>
                  <a:lnTo>
                    <a:pt x="19759" y="2006"/>
                  </a:lnTo>
                  <a:lnTo>
                    <a:pt x="19595" y="1760"/>
                  </a:lnTo>
                  <a:lnTo>
                    <a:pt x="19391" y="1474"/>
                  </a:lnTo>
                  <a:lnTo>
                    <a:pt x="19186" y="1228"/>
                  </a:lnTo>
                  <a:lnTo>
                    <a:pt x="18982" y="1024"/>
                  </a:lnTo>
                  <a:lnTo>
                    <a:pt x="18736" y="819"/>
                  </a:lnTo>
                  <a:lnTo>
                    <a:pt x="18450" y="656"/>
                  </a:lnTo>
                  <a:lnTo>
                    <a:pt x="18205" y="492"/>
                  </a:lnTo>
                  <a:lnTo>
                    <a:pt x="17918" y="328"/>
                  </a:lnTo>
                  <a:lnTo>
                    <a:pt x="17591" y="206"/>
                  </a:lnTo>
                  <a:lnTo>
                    <a:pt x="17305" y="124"/>
                  </a:lnTo>
                  <a:lnTo>
                    <a:pt x="16977" y="83"/>
                  </a:lnTo>
                  <a:lnTo>
                    <a:pt x="16650" y="42"/>
                  </a:lnTo>
                  <a:lnTo>
                    <a:pt x="163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43">
              <a:extLst>
                <a:ext uri="{FF2B5EF4-FFF2-40B4-BE49-F238E27FC236}">
                  <a16:creationId xmlns:a16="http://schemas.microsoft.com/office/drawing/2014/main" id="{31BD3505-EE8B-AECB-41D2-45185E80E557}"/>
                </a:ext>
              </a:extLst>
            </p:cNvPr>
            <p:cNvSpPr/>
            <p:nvPr/>
          </p:nvSpPr>
          <p:spPr>
            <a:xfrm>
              <a:off x="6887448" y="1929216"/>
              <a:ext cx="53764" cy="64988"/>
            </a:xfrm>
            <a:custGeom>
              <a:avLst/>
              <a:gdLst/>
              <a:ahLst/>
              <a:cxnLst/>
              <a:rect l="l" t="t" r="r" b="b"/>
              <a:pathLst>
                <a:path w="2742" h="3314" extrusionOk="0">
                  <a:moveTo>
                    <a:pt x="1" y="0"/>
                  </a:moveTo>
                  <a:lnTo>
                    <a:pt x="1" y="655"/>
                  </a:lnTo>
                  <a:lnTo>
                    <a:pt x="983" y="655"/>
                  </a:lnTo>
                  <a:lnTo>
                    <a:pt x="983" y="3314"/>
                  </a:lnTo>
                  <a:lnTo>
                    <a:pt x="1719" y="3314"/>
                  </a:lnTo>
                  <a:lnTo>
                    <a:pt x="1719" y="655"/>
                  </a:lnTo>
                  <a:lnTo>
                    <a:pt x="2742" y="655"/>
                  </a:lnTo>
                  <a:lnTo>
                    <a:pt x="27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43">
              <a:extLst>
                <a:ext uri="{FF2B5EF4-FFF2-40B4-BE49-F238E27FC236}">
                  <a16:creationId xmlns:a16="http://schemas.microsoft.com/office/drawing/2014/main" id="{BDDED8BC-71B9-8B79-48C0-E89F118B770F}"/>
                </a:ext>
              </a:extLst>
            </p:cNvPr>
            <p:cNvSpPr/>
            <p:nvPr/>
          </p:nvSpPr>
          <p:spPr>
            <a:xfrm>
              <a:off x="6941192" y="1929216"/>
              <a:ext cx="73822" cy="64988"/>
            </a:xfrm>
            <a:custGeom>
              <a:avLst/>
              <a:gdLst/>
              <a:ahLst/>
              <a:cxnLst/>
              <a:rect l="l" t="t" r="r" b="b"/>
              <a:pathLst>
                <a:path w="3765" h="3314" extrusionOk="0">
                  <a:moveTo>
                    <a:pt x="1883" y="778"/>
                  </a:moveTo>
                  <a:lnTo>
                    <a:pt x="2455" y="2087"/>
                  </a:lnTo>
                  <a:lnTo>
                    <a:pt x="1310" y="2087"/>
                  </a:lnTo>
                  <a:lnTo>
                    <a:pt x="1883" y="778"/>
                  </a:lnTo>
                  <a:close/>
                  <a:moveTo>
                    <a:pt x="1474" y="0"/>
                  </a:moveTo>
                  <a:lnTo>
                    <a:pt x="1" y="3314"/>
                  </a:lnTo>
                  <a:lnTo>
                    <a:pt x="819" y="3314"/>
                  </a:lnTo>
                  <a:lnTo>
                    <a:pt x="1024" y="2741"/>
                  </a:lnTo>
                  <a:lnTo>
                    <a:pt x="2742" y="2741"/>
                  </a:lnTo>
                  <a:lnTo>
                    <a:pt x="2987" y="3314"/>
                  </a:lnTo>
                  <a:lnTo>
                    <a:pt x="3764" y="3314"/>
                  </a:lnTo>
                  <a:lnTo>
                    <a:pt x="22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43">
              <a:extLst>
                <a:ext uri="{FF2B5EF4-FFF2-40B4-BE49-F238E27FC236}">
                  <a16:creationId xmlns:a16="http://schemas.microsoft.com/office/drawing/2014/main" id="{C28689D1-0530-5C04-F316-20D54578DB7C}"/>
                </a:ext>
              </a:extLst>
            </p:cNvPr>
            <p:cNvSpPr/>
            <p:nvPr/>
          </p:nvSpPr>
          <p:spPr>
            <a:xfrm>
              <a:off x="7022210" y="1929216"/>
              <a:ext cx="62587" cy="64988"/>
            </a:xfrm>
            <a:custGeom>
              <a:avLst/>
              <a:gdLst/>
              <a:ahLst/>
              <a:cxnLst/>
              <a:rect l="l" t="t" r="r" b="b"/>
              <a:pathLst>
                <a:path w="3192" h="3314" extrusionOk="0">
                  <a:moveTo>
                    <a:pt x="1" y="0"/>
                  </a:moveTo>
                  <a:lnTo>
                    <a:pt x="1" y="41"/>
                  </a:lnTo>
                  <a:lnTo>
                    <a:pt x="1146" y="1678"/>
                  </a:lnTo>
                  <a:lnTo>
                    <a:pt x="1" y="3314"/>
                  </a:lnTo>
                  <a:lnTo>
                    <a:pt x="819" y="3314"/>
                  </a:lnTo>
                  <a:lnTo>
                    <a:pt x="1596" y="2168"/>
                  </a:lnTo>
                  <a:lnTo>
                    <a:pt x="2373" y="3314"/>
                  </a:lnTo>
                  <a:lnTo>
                    <a:pt x="3192" y="3314"/>
                  </a:lnTo>
                  <a:lnTo>
                    <a:pt x="2087" y="1678"/>
                  </a:lnTo>
                  <a:lnTo>
                    <a:pt x="3192" y="41"/>
                  </a:lnTo>
                  <a:lnTo>
                    <a:pt x="3192" y="0"/>
                  </a:lnTo>
                  <a:lnTo>
                    <a:pt x="2373" y="0"/>
                  </a:lnTo>
                  <a:lnTo>
                    <a:pt x="1596" y="1187"/>
                  </a:lnTo>
                  <a:lnTo>
                    <a:pt x="81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43">
              <a:extLst>
                <a:ext uri="{FF2B5EF4-FFF2-40B4-BE49-F238E27FC236}">
                  <a16:creationId xmlns:a16="http://schemas.microsoft.com/office/drawing/2014/main" id="{7B36FB6E-3603-BC3A-C271-34C917FFDC56}"/>
                </a:ext>
              </a:extLst>
            </p:cNvPr>
            <p:cNvSpPr/>
            <p:nvPr/>
          </p:nvSpPr>
          <p:spPr>
            <a:xfrm>
              <a:off x="7097621" y="1929216"/>
              <a:ext cx="14451" cy="64988"/>
            </a:xfrm>
            <a:custGeom>
              <a:avLst/>
              <a:gdLst/>
              <a:ahLst/>
              <a:cxnLst/>
              <a:rect l="l" t="t" r="r" b="b"/>
              <a:pathLst>
                <a:path w="737" h="3314" extrusionOk="0">
                  <a:moveTo>
                    <a:pt x="0" y="0"/>
                  </a:moveTo>
                  <a:lnTo>
                    <a:pt x="0" y="3314"/>
                  </a:lnTo>
                  <a:lnTo>
                    <a:pt x="736" y="3314"/>
                  </a:lnTo>
                  <a:lnTo>
                    <a:pt x="7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43">
              <a:extLst>
                <a:ext uri="{FF2B5EF4-FFF2-40B4-BE49-F238E27FC236}">
                  <a16:creationId xmlns:a16="http://schemas.microsoft.com/office/drawing/2014/main" id="{39B9194F-0FAB-BF6C-6011-3DA7BF7FC00A}"/>
                </a:ext>
              </a:extLst>
            </p:cNvPr>
            <p:cNvSpPr/>
            <p:nvPr/>
          </p:nvSpPr>
          <p:spPr>
            <a:xfrm>
              <a:off x="6823288" y="1251205"/>
              <a:ext cx="333695" cy="511157"/>
            </a:xfrm>
            <a:custGeom>
              <a:avLst/>
              <a:gdLst/>
              <a:ahLst/>
              <a:cxnLst/>
              <a:rect l="l" t="t" r="r" b="b"/>
              <a:pathLst>
                <a:path w="23319" h="35714" extrusionOk="0">
                  <a:moveTo>
                    <a:pt x="11291" y="0"/>
                  </a:moveTo>
                  <a:lnTo>
                    <a:pt x="10514" y="41"/>
                  </a:lnTo>
                  <a:lnTo>
                    <a:pt x="9696" y="164"/>
                  </a:lnTo>
                  <a:lnTo>
                    <a:pt x="8877" y="327"/>
                  </a:lnTo>
                  <a:lnTo>
                    <a:pt x="8059" y="532"/>
                  </a:lnTo>
                  <a:lnTo>
                    <a:pt x="7241" y="818"/>
                  </a:lnTo>
                  <a:lnTo>
                    <a:pt x="6423" y="1145"/>
                  </a:lnTo>
                  <a:lnTo>
                    <a:pt x="5605" y="1555"/>
                  </a:lnTo>
                  <a:lnTo>
                    <a:pt x="5073" y="1841"/>
                  </a:lnTo>
                  <a:lnTo>
                    <a:pt x="4500" y="2250"/>
                  </a:lnTo>
                  <a:lnTo>
                    <a:pt x="3968" y="2700"/>
                  </a:lnTo>
                  <a:lnTo>
                    <a:pt x="3396" y="3191"/>
                  </a:lnTo>
                  <a:lnTo>
                    <a:pt x="2905" y="3723"/>
                  </a:lnTo>
                  <a:lnTo>
                    <a:pt x="2455" y="4255"/>
                  </a:lnTo>
                  <a:lnTo>
                    <a:pt x="2046" y="4786"/>
                  </a:lnTo>
                  <a:lnTo>
                    <a:pt x="1718" y="5318"/>
                  </a:lnTo>
                  <a:lnTo>
                    <a:pt x="1309" y="6095"/>
                  </a:lnTo>
                  <a:lnTo>
                    <a:pt x="941" y="6914"/>
                  </a:lnTo>
                  <a:lnTo>
                    <a:pt x="655" y="7691"/>
                  </a:lnTo>
                  <a:lnTo>
                    <a:pt x="409" y="8468"/>
                  </a:lnTo>
                  <a:lnTo>
                    <a:pt x="246" y="9205"/>
                  </a:lnTo>
                  <a:lnTo>
                    <a:pt x="123" y="9982"/>
                  </a:lnTo>
                  <a:lnTo>
                    <a:pt x="41" y="10718"/>
                  </a:lnTo>
                  <a:lnTo>
                    <a:pt x="0" y="11495"/>
                  </a:lnTo>
                  <a:lnTo>
                    <a:pt x="0" y="12232"/>
                  </a:lnTo>
                  <a:lnTo>
                    <a:pt x="41" y="12927"/>
                  </a:lnTo>
                  <a:lnTo>
                    <a:pt x="164" y="13623"/>
                  </a:lnTo>
                  <a:lnTo>
                    <a:pt x="287" y="14318"/>
                  </a:lnTo>
                  <a:lnTo>
                    <a:pt x="491" y="15014"/>
                  </a:lnTo>
                  <a:lnTo>
                    <a:pt x="696" y="15668"/>
                  </a:lnTo>
                  <a:lnTo>
                    <a:pt x="982" y="16323"/>
                  </a:lnTo>
                  <a:lnTo>
                    <a:pt x="1268" y="16936"/>
                  </a:lnTo>
                  <a:lnTo>
                    <a:pt x="1350" y="17100"/>
                  </a:lnTo>
                  <a:lnTo>
                    <a:pt x="1473" y="17345"/>
                  </a:lnTo>
                  <a:lnTo>
                    <a:pt x="11659" y="35714"/>
                  </a:lnTo>
                  <a:lnTo>
                    <a:pt x="21846" y="17305"/>
                  </a:lnTo>
                  <a:lnTo>
                    <a:pt x="21927" y="17141"/>
                  </a:lnTo>
                  <a:lnTo>
                    <a:pt x="21968" y="17059"/>
                  </a:lnTo>
                  <a:lnTo>
                    <a:pt x="22255" y="16445"/>
                  </a:lnTo>
                  <a:lnTo>
                    <a:pt x="22541" y="15791"/>
                  </a:lnTo>
                  <a:lnTo>
                    <a:pt x="22746" y="15136"/>
                  </a:lnTo>
                  <a:lnTo>
                    <a:pt x="22950" y="14482"/>
                  </a:lnTo>
                  <a:lnTo>
                    <a:pt x="23114" y="13786"/>
                  </a:lnTo>
                  <a:lnTo>
                    <a:pt x="23196" y="13091"/>
                  </a:lnTo>
                  <a:lnTo>
                    <a:pt x="23277" y="12395"/>
                  </a:lnTo>
                  <a:lnTo>
                    <a:pt x="23318" y="11659"/>
                  </a:lnTo>
                  <a:lnTo>
                    <a:pt x="23277" y="10882"/>
                  </a:lnTo>
                  <a:lnTo>
                    <a:pt x="23196" y="10105"/>
                  </a:lnTo>
                  <a:lnTo>
                    <a:pt x="23073" y="9368"/>
                  </a:lnTo>
                  <a:lnTo>
                    <a:pt x="22909" y="8632"/>
                  </a:lnTo>
                  <a:lnTo>
                    <a:pt x="22705" y="7895"/>
                  </a:lnTo>
                  <a:lnTo>
                    <a:pt x="22418" y="7200"/>
                  </a:lnTo>
                  <a:lnTo>
                    <a:pt x="22132" y="6545"/>
                  </a:lnTo>
                  <a:lnTo>
                    <a:pt x="21764" y="5891"/>
                  </a:lnTo>
                  <a:lnTo>
                    <a:pt x="21396" y="5277"/>
                  </a:lnTo>
                  <a:lnTo>
                    <a:pt x="20987" y="4664"/>
                  </a:lnTo>
                  <a:lnTo>
                    <a:pt x="20537" y="4091"/>
                  </a:lnTo>
                  <a:lnTo>
                    <a:pt x="20046" y="3559"/>
                  </a:lnTo>
                  <a:lnTo>
                    <a:pt x="19514" y="3068"/>
                  </a:lnTo>
                  <a:lnTo>
                    <a:pt x="18941" y="2577"/>
                  </a:lnTo>
                  <a:lnTo>
                    <a:pt x="18368" y="2127"/>
                  </a:lnTo>
                  <a:lnTo>
                    <a:pt x="17755" y="1718"/>
                  </a:lnTo>
                  <a:lnTo>
                    <a:pt x="17141" y="1350"/>
                  </a:lnTo>
                  <a:lnTo>
                    <a:pt x="16487" y="1064"/>
                  </a:lnTo>
                  <a:lnTo>
                    <a:pt x="15791" y="777"/>
                  </a:lnTo>
                  <a:lnTo>
                    <a:pt x="15096" y="532"/>
                  </a:lnTo>
                  <a:lnTo>
                    <a:pt x="14359" y="327"/>
                  </a:lnTo>
                  <a:lnTo>
                    <a:pt x="13623" y="164"/>
                  </a:lnTo>
                  <a:lnTo>
                    <a:pt x="12846" y="82"/>
                  </a:lnTo>
                  <a:lnTo>
                    <a:pt x="1210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43">
              <a:extLst>
                <a:ext uri="{FF2B5EF4-FFF2-40B4-BE49-F238E27FC236}">
                  <a16:creationId xmlns:a16="http://schemas.microsoft.com/office/drawing/2014/main" id="{9FF265CB-7F15-CA27-E870-18022D46D41C}"/>
                </a:ext>
              </a:extLst>
            </p:cNvPr>
            <p:cNvSpPr/>
            <p:nvPr/>
          </p:nvSpPr>
          <p:spPr>
            <a:xfrm>
              <a:off x="6915775" y="1342531"/>
              <a:ext cx="148123" cy="147562"/>
            </a:xfrm>
            <a:custGeom>
              <a:avLst/>
              <a:gdLst/>
              <a:ahLst/>
              <a:cxnLst/>
              <a:rect l="l" t="t" r="r" b="b"/>
              <a:pathLst>
                <a:path w="10351" h="10310" extrusionOk="0">
                  <a:moveTo>
                    <a:pt x="4664" y="1"/>
                  </a:moveTo>
                  <a:lnTo>
                    <a:pt x="4133" y="83"/>
                  </a:lnTo>
                  <a:lnTo>
                    <a:pt x="3642" y="205"/>
                  </a:lnTo>
                  <a:lnTo>
                    <a:pt x="3151" y="410"/>
                  </a:lnTo>
                  <a:lnTo>
                    <a:pt x="2701" y="614"/>
                  </a:lnTo>
                  <a:lnTo>
                    <a:pt x="2292" y="860"/>
                  </a:lnTo>
                  <a:lnTo>
                    <a:pt x="1883" y="1187"/>
                  </a:lnTo>
                  <a:lnTo>
                    <a:pt x="1514" y="1514"/>
                  </a:lnTo>
                  <a:lnTo>
                    <a:pt x="1187" y="1883"/>
                  </a:lnTo>
                  <a:lnTo>
                    <a:pt x="901" y="2251"/>
                  </a:lnTo>
                  <a:lnTo>
                    <a:pt x="655" y="2701"/>
                  </a:lnTo>
                  <a:lnTo>
                    <a:pt x="410" y="3151"/>
                  </a:lnTo>
                  <a:lnTo>
                    <a:pt x="246" y="3601"/>
                  </a:lnTo>
                  <a:lnTo>
                    <a:pt x="124" y="4092"/>
                  </a:lnTo>
                  <a:lnTo>
                    <a:pt x="42" y="4624"/>
                  </a:lnTo>
                  <a:lnTo>
                    <a:pt x="1" y="5155"/>
                  </a:lnTo>
                  <a:lnTo>
                    <a:pt x="42" y="5687"/>
                  </a:lnTo>
                  <a:lnTo>
                    <a:pt x="124" y="6178"/>
                  </a:lnTo>
                  <a:lnTo>
                    <a:pt x="246" y="6669"/>
                  </a:lnTo>
                  <a:lnTo>
                    <a:pt x="410" y="7160"/>
                  </a:lnTo>
                  <a:lnTo>
                    <a:pt x="655" y="7610"/>
                  </a:lnTo>
                  <a:lnTo>
                    <a:pt x="901" y="8019"/>
                  </a:lnTo>
                  <a:lnTo>
                    <a:pt x="1187" y="8428"/>
                  </a:lnTo>
                  <a:lnTo>
                    <a:pt x="1514" y="8796"/>
                  </a:lnTo>
                  <a:lnTo>
                    <a:pt x="1883" y="9124"/>
                  </a:lnTo>
                  <a:lnTo>
                    <a:pt x="2292" y="9451"/>
                  </a:lnTo>
                  <a:lnTo>
                    <a:pt x="2701" y="9696"/>
                  </a:lnTo>
                  <a:lnTo>
                    <a:pt x="3151" y="9901"/>
                  </a:lnTo>
                  <a:lnTo>
                    <a:pt x="3642" y="10064"/>
                  </a:lnTo>
                  <a:lnTo>
                    <a:pt x="4133" y="10228"/>
                  </a:lnTo>
                  <a:lnTo>
                    <a:pt x="4664" y="10269"/>
                  </a:lnTo>
                  <a:lnTo>
                    <a:pt x="5196" y="10310"/>
                  </a:lnTo>
                  <a:lnTo>
                    <a:pt x="5728" y="10269"/>
                  </a:lnTo>
                  <a:lnTo>
                    <a:pt x="6219" y="10228"/>
                  </a:lnTo>
                  <a:lnTo>
                    <a:pt x="6710" y="10064"/>
                  </a:lnTo>
                  <a:lnTo>
                    <a:pt x="7201" y="9901"/>
                  </a:lnTo>
                  <a:lnTo>
                    <a:pt x="7651" y="9696"/>
                  </a:lnTo>
                  <a:lnTo>
                    <a:pt x="8060" y="9451"/>
                  </a:lnTo>
                  <a:lnTo>
                    <a:pt x="8469" y="9124"/>
                  </a:lnTo>
                  <a:lnTo>
                    <a:pt x="8837" y="8796"/>
                  </a:lnTo>
                  <a:lnTo>
                    <a:pt x="9164" y="8428"/>
                  </a:lnTo>
                  <a:lnTo>
                    <a:pt x="9451" y="8019"/>
                  </a:lnTo>
                  <a:lnTo>
                    <a:pt x="9737" y="7610"/>
                  </a:lnTo>
                  <a:lnTo>
                    <a:pt x="9942" y="7160"/>
                  </a:lnTo>
                  <a:lnTo>
                    <a:pt x="10105" y="6669"/>
                  </a:lnTo>
                  <a:lnTo>
                    <a:pt x="10228" y="6178"/>
                  </a:lnTo>
                  <a:lnTo>
                    <a:pt x="10310" y="5687"/>
                  </a:lnTo>
                  <a:lnTo>
                    <a:pt x="10351" y="5155"/>
                  </a:lnTo>
                  <a:lnTo>
                    <a:pt x="10310" y="4624"/>
                  </a:lnTo>
                  <a:lnTo>
                    <a:pt x="10228" y="4092"/>
                  </a:lnTo>
                  <a:lnTo>
                    <a:pt x="10105" y="3601"/>
                  </a:lnTo>
                  <a:lnTo>
                    <a:pt x="9942" y="3151"/>
                  </a:lnTo>
                  <a:lnTo>
                    <a:pt x="9737" y="2701"/>
                  </a:lnTo>
                  <a:lnTo>
                    <a:pt x="9451" y="2251"/>
                  </a:lnTo>
                  <a:lnTo>
                    <a:pt x="9164" y="1883"/>
                  </a:lnTo>
                  <a:lnTo>
                    <a:pt x="8837" y="1514"/>
                  </a:lnTo>
                  <a:lnTo>
                    <a:pt x="8469" y="1187"/>
                  </a:lnTo>
                  <a:lnTo>
                    <a:pt x="8060" y="860"/>
                  </a:lnTo>
                  <a:lnTo>
                    <a:pt x="7651" y="614"/>
                  </a:lnTo>
                  <a:lnTo>
                    <a:pt x="7201" y="410"/>
                  </a:lnTo>
                  <a:lnTo>
                    <a:pt x="6710" y="205"/>
                  </a:lnTo>
                  <a:lnTo>
                    <a:pt x="6219" y="83"/>
                  </a:lnTo>
                  <a:lnTo>
                    <a:pt x="57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93" name="Google Shape;3093;p43">
            <a:extLst>
              <a:ext uri="{FF2B5EF4-FFF2-40B4-BE49-F238E27FC236}">
                <a16:creationId xmlns:a16="http://schemas.microsoft.com/office/drawing/2014/main" id="{A64C92D5-FB73-98CD-BF40-30459535237D}"/>
              </a:ext>
            </a:extLst>
          </p:cNvPr>
          <p:cNvGrpSpPr/>
          <p:nvPr/>
        </p:nvGrpSpPr>
        <p:grpSpPr>
          <a:xfrm>
            <a:off x="31480" y="2943978"/>
            <a:ext cx="1420583" cy="2218185"/>
            <a:chOff x="2253900" y="1511050"/>
            <a:chExt cx="1811275" cy="2827875"/>
          </a:xfrm>
        </p:grpSpPr>
        <p:sp>
          <p:nvSpPr>
            <p:cNvPr id="3094" name="Google Shape;3094;p43">
              <a:extLst>
                <a:ext uri="{FF2B5EF4-FFF2-40B4-BE49-F238E27FC236}">
                  <a16:creationId xmlns:a16="http://schemas.microsoft.com/office/drawing/2014/main" id="{C09C307F-5A3B-E00D-E350-178881D9EFD2}"/>
                </a:ext>
              </a:extLst>
            </p:cNvPr>
            <p:cNvSpPr/>
            <p:nvPr/>
          </p:nvSpPr>
          <p:spPr>
            <a:xfrm>
              <a:off x="2468675" y="2976625"/>
              <a:ext cx="1126050" cy="823325"/>
            </a:xfrm>
            <a:custGeom>
              <a:avLst/>
              <a:gdLst/>
              <a:ahLst/>
              <a:cxnLst/>
              <a:rect l="l" t="t" r="r" b="b"/>
              <a:pathLst>
                <a:path w="45042" h="32933" extrusionOk="0">
                  <a:moveTo>
                    <a:pt x="1392" y="0"/>
                  </a:moveTo>
                  <a:lnTo>
                    <a:pt x="1105" y="696"/>
                  </a:lnTo>
                  <a:lnTo>
                    <a:pt x="819" y="1555"/>
                  </a:lnTo>
                  <a:lnTo>
                    <a:pt x="533" y="2700"/>
                  </a:lnTo>
                  <a:lnTo>
                    <a:pt x="410" y="3355"/>
                  </a:lnTo>
                  <a:lnTo>
                    <a:pt x="287" y="4091"/>
                  </a:lnTo>
                  <a:lnTo>
                    <a:pt x="164" y="4869"/>
                  </a:lnTo>
                  <a:lnTo>
                    <a:pt x="83" y="5728"/>
                  </a:lnTo>
                  <a:lnTo>
                    <a:pt x="42" y="6628"/>
                  </a:lnTo>
                  <a:lnTo>
                    <a:pt x="1" y="7569"/>
                  </a:lnTo>
                  <a:lnTo>
                    <a:pt x="42" y="8550"/>
                  </a:lnTo>
                  <a:lnTo>
                    <a:pt x="123" y="9573"/>
                  </a:lnTo>
                  <a:lnTo>
                    <a:pt x="246" y="10678"/>
                  </a:lnTo>
                  <a:lnTo>
                    <a:pt x="451" y="11782"/>
                  </a:lnTo>
                  <a:lnTo>
                    <a:pt x="696" y="12928"/>
                  </a:lnTo>
                  <a:lnTo>
                    <a:pt x="1023" y="14114"/>
                  </a:lnTo>
                  <a:lnTo>
                    <a:pt x="1473" y="15300"/>
                  </a:lnTo>
                  <a:lnTo>
                    <a:pt x="1964" y="16528"/>
                  </a:lnTo>
                  <a:lnTo>
                    <a:pt x="2537" y="17755"/>
                  </a:lnTo>
                  <a:lnTo>
                    <a:pt x="3233" y="19023"/>
                  </a:lnTo>
                  <a:lnTo>
                    <a:pt x="4051" y="20291"/>
                  </a:lnTo>
                  <a:lnTo>
                    <a:pt x="4951" y="21600"/>
                  </a:lnTo>
                  <a:lnTo>
                    <a:pt x="5973" y="22869"/>
                  </a:lnTo>
                  <a:lnTo>
                    <a:pt x="7119" y="24178"/>
                  </a:lnTo>
                  <a:lnTo>
                    <a:pt x="8387" y="25487"/>
                  </a:lnTo>
                  <a:lnTo>
                    <a:pt x="9778" y="26755"/>
                  </a:lnTo>
                  <a:lnTo>
                    <a:pt x="10514" y="27409"/>
                  </a:lnTo>
                  <a:lnTo>
                    <a:pt x="11333" y="28064"/>
                  </a:lnTo>
                  <a:lnTo>
                    <a:pt x="12151" y="28678"/>
                  </a:lnTo>
                  <a:lnTo>
                    <a:pt x="13010" y="29332"/>
                  </a:lnTo>
                  <a:lnTo>
                    <a:pt x="13214" y="29455"/>
                  </a:lnTo>
                  <a:lnTo>
                    <a:pt x="13869" y="29823"/>
                  </a:lnTo>
                  <a:lnTo>
                    <a:pt x="14851" y="30314"/>
                  </a:lnTo>
                  <a:lnTo>
                    <a:pt x="16201" y="30928"/>
                  </a:lnTo>
                  <a:lnTo>
                    <a:pt x="16978" y="31255"/>
                  </a:lnTo>
                  <a:lnTo>
                    <a:pt x="17837" y="31541"/>
                  </a:lnTo>
                  <a:lnTo>
                    <a:pt x="18778" y="31869"/>
                  </a:lnTo>
                  <a:lnTo>
                    <a:pt x="19760" y="32114"/>
                  </a:lnTo>
                  <a:lnTo>
                    <a:pt x="20783" y="32400"/>
                  </a:lnTo>
                  <a:lnTo>
                    <a:pt x="21846" y="32605"/>
                  </a:lnTo>
                  <a:lnTo>
                    <a:pt x="22992" y="32769"/>
                  </a:lnTo>
                  <a:lnTo>
                    <a:pt x="24178" y="32891"/>
                  </a:lnTo>
                  <a:lnTo>
                    <a:pt x="25405" y="32932"/>
                  </a:lnTo>
                  <a:lnTo>
                    <a:pt x="26633" y="32932"/>
                  </a:lnTo>
                  <a:lnTo>
                    <a:pt x="27942" y="32850"/>
                  </a:lnTo>
                  <a:lnTo>
                    <a:pt x="29210" y="32687"/>
                  </a:lnTo>
                  <a:lnTo>
                    <a:pt x="30560" y="32400"/>
                  </a:lnTo>
                  <a:lnTo>
                    <a:pt x="31214" y="32237"/>
                  </a:lnTo>
                  <a:lnTo>
                    <a:pt x="31869" y="32032"/>
                  </a:lnTo>
                  <a:lnTo>
                    <a:pt x="32564" y="31787"/>
                  </a:lnTo>
                  <a:lnTo>
                    <a:pt x="33219" y="31541"/>
                  </a:lnTo>
                  <a:lnTo>
                    <a:pt x="33914" y="31255"/>
                  </a:lnTo>
                  <a:lnTo>
                    <a:pt x="34569" y="30928"/>
                  </a:lnTo>
                  <a:lnTo>
                    <a:pt x="35264" y="30559"/>
                  </a:lnTo>
                  <a:lnTo>
                    <a:pt x="35919" y="30191"/>
                  </a:lnTo>
                  <a:lnTo>
                    <a:pt x="36614" y="29782"/>
                  </a:lnTo>
                  <a:lnTo>
                    <a:pt x="37269" y="29332"/>
                  </a:lnTo>
                  <a:lnTo>
                    <a:pt x="37964" y="28841"/>
                  </a:lnTo>
                  <a:lnTo>
                    <a:pt x="38619" y="28309"/>
                  </a:lnTo>
                  <a:lnTo>
                    <a:pt x="39273" y="27737"/>
                  </a:lnTo>
                  <a:lnTo>
                    <a:pt x="39969" y="27123"/>
                  </a:lnTo>
                  <a:lnTo>
                    <a:pt x="40623" y="26469"/>
                  </a:lnTo>
                  <a:lnTo>
                    <a:pt x="41278" y="25814"/>
                  </a:lnTo>
                  <a:lnTo>
                    <a:pt x="41892" y="25078"/>
                  </a:lnTo>
                  <a:lnTo>
                    <a:pt x="42546" y="24300"/>
                  </a:lnTo>
                  <a:lnTo>
                    <a:pt x="43201" y="23482"/>
                  </a:lnTo>
                  <a:lnTo>
                    <a:pt x="43814" y="22623"/>
                  </a:lnTo>
                  <a:lnTo>
                    <a:pt x="44428" y="21723"/>
                  </a:lnTo>
                  <a:lnTo>
                    <a:pt x="45042" y="20741"/>
                  </a:lnTo>
                  <a:lnTo>
                    <a:pt x="1392"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43">
              <a:extLst>
                <a:ext uri="{FF2B5EF4-FFF2-40B4-BE49-F238E27FC236}">
                  <a16:creationId xmlns:a16="http://schemas.microsoft.com/office/drawing/2014/main" id="{435F0B44-9C9A-B4FD-67C2-66FB0DEA19A3}"/>
                </a:ext>
              </a:extLst>
            </p:cNvPr>
            <p:cNvSpPr/>
            <p:nvPr/>
          </p:nvSpPr>
          <p:spPr>
            <a:xfrm>
              <a:off x="2253900" y="3454225"/>
              <a:ext cx="1006400" cy="884700"/>
            </a:xfrm>
            <a:custGeom>
              <a:avLst/>
              <a:gdLst/>
              <a:ahLst/>
              <a:cxnLst/>
              <a:rect l="l" t="t" r="r" b="b"/>
              <a:pathLst>
                <a:path w="40256" h="35388" extrusionOk="0">
                  <a:moveTo>
                    <a:pt x="16283" y="1"/>
                  </a:moveTo>
                  <a:lnTo>
                    <a:pt x="1" y="35387"/>
                  </a:lnTo>
                  <a:lnTo>
                    <a:pt x="33546" y="35387"/>
                  </a:lnTo>
                  <a:lnTo>
                    <a:pt x="40255" y="11415"/>
                  </a:lnTo>
                  <a:lnTo>
                    <a:pt x="16283" y="1"/>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43">
              <a:extLst>
                <a:ext uri="{FF2B5EF4-FFF2-40B4-BE49-F238E27FC236}">
                  <a16:creationId xmlns:a16="http://schemas.microsoft.com/office/drawing/2014/main" id="{F373969B-731F-6DC4-C1C0-35E7FD604C2D}"/>
                </a:ext>
              </a:extLst>
            </p:cNvPr>
            <p:cNvSpPr/>
            <p:nvPr/>
          </p:nvSpPr>
          <p:spPr>
            <a:xfrm>
              <a:off x="3043450" y="3220025"/>
              <a:ext cx="438775" cy="425475"/>
            </a:xfrm>
            <a:custGeom>
              <a:avLst/>
              <a:gdLst/>
              <a:ahLst/>
              <a:cxnLst/>
              <a:rect l="l" t="t" r="r" b="b"/>
              <a:pathLst>
                <a:path w="17551" h="17019" extrusionOk="0">
                  <a:moveTo>
                    <a:pt x="901" y="1"/>
                  </a:moveTo>
                  <a:lnTo>
                    <a:pt x="1" y="17019"/>
                  </a:lnTo>
                  <a:lnTo>
                    <a:pt x="17551" y="12764"/>
                  </a:lnTo>
                  <a:lnTo>
                    <a:pt x="901" y="1"/>
                  </a:lnTo>
                  <a:close/>
                </a:path>
              </a:pathLst>
            </a:custGeom>
            <a:solidFill>
              <a:srgbClr val="D697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43">
              <a:extLst>
                <a:ext uri="{FF2B5EF4-FFF2-40B4-BE49-F238E27FC236}">
                  <a16:creationId xmlns:a16="http://schemas.microsoft.com/office/drawing/2014/main" id="{8E316F16-62E5-3970-7927-18A6FDC6FBCB}"/>
                </a:ext>
              </a:extLst>
            </p:cNvPr>
            <p:cNvSpPr/>
            <p:nvPr/>
          </p:nvSpPr>
          <p:spPr>
            <a:xfrm>
              <a:off x="3371750" y="1711500"/>
              <a:ext cx="481725" cy="630025"/>
            </a:xfrm>
            <a:custGeom>
              <a:avLst/>
              <a:gdLst/>
              <a:ahLst/>
              <a:cxnLst/>
              <a:rect l="l" t="t" r="r" b="b"/>
              <a:pathLst>
                <a:path w="19269" h="25201" extrusionOk="0">
                  <a:moveTo>
                    <a:pt x="14278" y="1"/>
                  </a:moveTo>
                  <a:lnTo>
                    <a:pt x="13828" y="42"/>
                  </a:lnTo>
                  <a:lnTo>
                    <a:pt x="13419" y="165"/>
                  </a:lnTo>
                  <a:lnTo>
                    <a:pt x="12969" y="287"/>
                  </a:lnTo>
                  <a:lnTo>
                    <a:pt x="12560" y="451"/>
                  </a:lnTo>
                  <a:lnTo>
                    <a:pt x="12191" y="696"/>
                  </a:lnTo>
                  <a:lnTo>
                    <a:pt x="11782" y="942"/>
                  </a:lnTo>
                  <a:lnTo>
                    <a:pt x="11455" y="1228"/>
                  </a:lnTo>
                  <a:lnTo>
                    <a:pt x="11128" y="1555"/>
                  </a:lnTo>
                  <a:lnTo>
                    <a:pt x="10841" y="1924"/>
                  </a:lnTo>
                  <a:lnTo>
                    <a:pt x="10555" y="2333"/>
                  </a:lnTo>
                  <a:lnTo>
                    <a:pt x="0" y="20496"/>
                  </a:lnTo>
                  <a:lnTo>
                    <a:pt x="8100" y="25201"/>
                  </a:lnTo>
                  <a:lnTo>
                    <a:pt x="18655" y="6996"/>
                  </a:lnTo>
                  <a:lnTo>
                    <a:pt x="18860" y="6587"/>
                  </a:lnTo>
                  <a:lnTo>
                    <a:pt x="19023" y="6137"/>
                  </a:lnTo>
                  <a:lnTo>
                    <a:pt x="19146" y="5687"/>
                  </a:lnTo>
                  <a:lnTo>
                    <a:pt x="19228" y="5237"/>
                  </a:lnTo>
                  <a:lnTo>
                    <a:pt x="19269" y="4787"/>
                  </a:lnTo>
                  <a:lnTo>
                    <a:pt x="19269" y="4337"/>
                  </a:lnTo>
                  <a:lnTo>
                    <a:pt x="19187" y="3887"/>
                  </a:lnTo>
                  <a:lnTo>
                    <a:pt x="19105" y="3478"/>
                  </a:lnTo>
                  <a:lnTo>
                    <a:pt x="18982" y="3028"/>
                  </a:lnTo>
                  <a:lnTo>
                    <a:pt x="18778" y="2619"/>
                  </a:lnTo>
                  <a:lnTo>
                    <a:pt x="18573" y="2210"/>
                  </a:lnTo>
                  <a:lnTo>
                    <a:pt x="18328" y="1842"/>
                  </a:lnTo>
                  <a:lnTo>
                    <a:pt x="18041" y="1515"/>
                  </a:lnTo>
                  <a:lnTo>
                    <a:pt x="17714" y="1187"/>
                  </a:lnTo>
                  <a:lnTo>
                    <a:pt x="17346" y="901"/>
                  </a:lnTo>
                  <a:lnTo>
                    <a:pt x="16937" y="615"/>
                  </a:lnTo>
                  <a:lnTo>
                    <a:pt x="16528" y="410"/>
                  </a:lnTo>
                  <a:lnTo>
                    <a:pt x="16078" y="246"/>
                  </a:lnTo>
                  <a:lnTo>
                    <a:pt x="15628" y="124"/>
                  </a:lnTo>
                  <a:lnTo>
                    <a:pt x="15178" y="42"/>
                  </a:lnTo>
                  <a:lnTo>
                    <a:pt x="14728" y="1"/>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43">
              <a:extLst>
                <a:ext uri="{FF2B5EF4-FFF2-40B4-BE49-F238E27FC236}">
                  <a16:creationId xmlns:a16="http://schemas.microsoft.com/office/drawing/2014/main" id="{2F8CFDA0-5FE3-A88B-67E4-E42341EAECD0}"/>
                </a:ext>
              </a:extLst>
            </p:cNvPr>
            <p:cNvSpPr/>
            <p:nvPr/>
          </p:nvSpPr>
          <p:spPr>
            <a:xfrm>
              <a:off x="3483225" y="1988675"/>
              <a:ext cx="481725" cy="630025"/>
            </a:xfrm>
            <a:custGeom>
              <a:avLst/>
              <a:gdLst/>
              <a:ahLst/>
              <a:cxnLst/>
              <a:rect l="l" t="t" r="r" b="b"/>
              <a:pathLst>
                <a:path w="19269" h="25201" extrusionOk="0">
                  <a:moveTo>
                    <a:pt x="14278" y="0"/>
                  </a:moveTo>
                  <a:lnTo>
                    <a:pt x="13828" y="82"/>
                  </a:lnTo>
                  <a:lnTo>
                    <a:pt x="13419" y="164"/>
                  </a:lnTo>
                  <a:lnTo>
                    <a:pt x="12969" y="287"/>
                  </a:lnTo>
                  <a:lnTo>
                    <a:pt x="12560" y="450"/>
                  </a:lnTo>
                  <a:lnTo>
                    <a:pt x="12151" y="696"/>
                  </a:lnTo>
                  <a:lnTo>
                    <a:pt x="11782" y="941"/>
                  </a:lnTo>
                  <a:lnTo>
                    <a:pt x="11455" y="1228"/>
                  </a:lnTo>
                  <a:lnTo>
                    <a:pt x="11128" y="1555"/>
                  </a:lnTo>
                  <a:lnTo>
                    <a:pt x="10841" y="1923"/>
                  </a:lnTo>
                  <a:lnTo>
                    <a:pt x="10555" y="2332"/>
                  </a:lnTo>
                  <a:lnTo>
                    <a:pt x="1" y="20496"/>
                  </a:lnTo>
                  <a:lnTo>
                    <a:pt x="8060" y="25200"/>
                  </a:lnTo>
                  <a:lnTo>
                    <a:pt x="18614" y="6996"/>
                  </a:lnTo>
                  <a:lnTo>
                    <a:pt x="18860" y="6587"/>
                  </a:lnTo>
                  <a:lnTo>
                    <a:pt x="19023" y="6137"/>
                  </a:lnTo>
                  <a:lnTo>
                    <a:pt x="19146" y="5687"/>
                  </a:lnTo>
                  <a:lnTo>
                    <a:pt x="19228" y="5237"/>
                  </a:lnTo>
                  <a:lnTo>
                    <a:pt x="19269" y="4787"/>
                  </a:lnTo>
                  <a:lnTo>
                    <a:pt x="19228" y="4337"/>
                  </a:lnTo>
                  <a:lnTo>
                    <a:pt x="19187" y="3887"/>
                  </a:lnTo>
                  <a:lnTo>
                    <a:pt x="19105" y="3478"/>
                  </a:lnTo>
                  <a:lnTo>
                    <a:pt x="18982" y="3028"/>
                  </a:lnTo>
                  <a:lnTo>
                    <a:pt x="18778" y="2618"/>
                  </a:lnTo>
                  <a:lnTo>
                    <a:pt x="18573" y="2250"/>
                  </a:lnTo>
                  <a:lnTo>
                    <a:pt x="18328" y="1841"/>
                  </a:lnTo>
                  <a:lnTo>
                    <a:pt x="18041" y="1514"/>
                  </a:lnTo>
                  <a:lnTo>
                    <a:pt x="17714" y="1187"/>
                  </a:lnTo>
                  <a:lnTo>
                    <a:pt x="17346" y="900"/>
                  </a:lnTo>
                  <a:lnTo>
                    <a:pt x="16937" y="614"/>
                  </a:lnTo>
                  <a:lnTo>
                    <a:pt x="16528" y="409"/>
                  </a:lnTo>
                  <a:lnTo>
                    <a:pt x="16078" y="246"/>
                  </a:lnTo>
                  <a:lnTo>
                    <a:pt x="15628" y="123"/>
                  </a:lnTo>
                  <a:lnTo>
                    <a:pt x="15178" y="41"/>
                  </a:lnTo>
                  <a:lnTo>
                    <a:pt x="14728"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43">
              <a:extLst>
                <a:ext uri="{FF2B5EF4-FFF2-40B4-BE49-F238E27FC236}">
                  <a16:creationId xmlns:a16="http://schemas.microsoft.com/office/drawing/2014/main" id="{94711FDC-DA68-621A-8B08-97DBF1171F2B}"/>
                </a:ext>
              </a:extLst>
            </p:cNvPr>
            <p:cNvSpPr/>
            <p:nvPr/>
          </p:nvSpPr>
          <p:spPr>
            <a:xfrm>
              <a:off x="3548675" y="2339475"/>
              <a:ext cx="480700" cy="630025"/>
            </a:xfrm>
            <a:custGeom>
              <a:avLst/>
              <a:gdLst/>
              <a:ahLst/>
              <a:cxnLst/>
              <a:rect l="l" t="t" r="r" b="b"/>
              <a:pathLst>
                <a:path w="19228" h="25201" extrusionOk="0">
                  <a:moveTo>
                    <a:pt x="14728" y="0"/>
                  </a:moveTo>
                  <a:lnTo>
                    <a:pt x="14278" y="41"/>
                  </a:lnTo>
                  <a:lnTo>
                    <a:pt x="13828" y="82"/>
                  </a:lnTo>
                  <a:lnTo>
                    <a:pt x="13378" y="164"/>
                  </a:lnTo>
                  <a:lnTo>
                    <a:pt x="12969" y="327"/>
                  </a:lnTo>
                  <a:lnTo>
                    <a:pt x="12560" y="491"/>
                  </a:lnTo>
                  <a:lnTo>
                    <a:pt x="12151" y="696"/>
                  </a:lnTo>
                  <a:lnTo>
                    <a:pt x="11783" y="941"/>
                  </a:lnTo>
                  <a:lnTo>
                    <a:pt x="11414" y="1227"/>
                  </a:lnTo>
                  <a:lnTo>
                    <a:pt x="11087" y="1555"/>
                  </a:lnTo>
                  <a:lnTo>
                    <a:pt x="10801" y="1923"/>
                  </a:lnTo>
                  <a:lnTo>
                    <a:pt x="10555" y="2332"/>
                  </a:lnTo>
                  <a:lnTo>
                    <a:pt x="1" y="20536"/>
                  </a:lnTo>
                  <a:lnTo>
                    <a:pt x="8060" y="25200"/>
                  </a:lnTo>
                  <a:lnTo>
                    <a:pt x="18614" y="6996"/>
                  </a:lnTo>
                  <a:lnTo>
                    <a:pt x="18819" y="6586"/>
                  </a:lnTo>
                  <a:lnTo>
                    <a:pt x="18983" y="6136"/>
                  </a:lnTo>
                  <a:lnTo>
                    <a:pt x="19105" y="5727"/>
                  </a:lnTo>
                  <a:lnTo>
                    <a:pt x="19187" y="5277"/>
                  </a:lnTo>
                  <a:lnTo>
                    <a:pt x="19228" y="4827"/>
                  </a:lnTo>
                  <a:lnTo>
                    <a:pt x="19228" y="4377"/>
                  </a:lnTo>
                  <a:lnTo>
                    <a:pt x="19187" y="3927"/>
                  </a:lnTo>
                  <a:lnTo>
                    <a:pt x="19064" y="3477"/>
                  </a:lnTo>
                  <a:lnTo>
                    <a:pt x="18942" y="3068"/>
                  </a:lnTo>
                  <a:lnTo>
                    <a:pt x="18778" y="2659"/>
                  </a:lnTo>
                  <a:lnTo>
                    <a:pt x="18573" y="2250"/>
                  </a:lnTo>
                  <a:lnTo>
                    <a:pt x="18287" y="1882"/>
                  </a:lnTo>
                  <a:lnTo>
                    <a:pt x="18001" y="1514"/>
                  </a:lnTo>
                  <a:lnTo>
                    <a:pt x="17673" y="1186"/>
                  </a:lnTo>
                  <a:lnTo>
                    <a:pt x="17305" y="900"/>
                  </a:lnTo>
                  <a:lnTo>
                    <a:pt x="16896" y="655"/>
                  </a:lnTo>
                  <a:lnTo>
                    <a:pt x="16487" y="409"/>
                  </a:lnTo>
                  <a:lnTo>
                    <a:pt x="16037" y="246"/>
                  </a:lnTo>
                  <a:lnTo>
                    <a:pt x="15628" y="123"/>
                  </a:lnTo>
                  <a:lnTo>
                    <a:pt x="15178" y="41"/>
                  </a:lnTo>
                  <a:lnTo>
                    <a:pt x="14728"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43">
              <a:extLst>
                <a:ext uri="{FF2B5EF4-FFF2-40B4-BE49-F238E27FC236}">
                  <a16:creationId xmlns:a16="http://schemas.microsoft.com/office/drawing/2014/main" id="{E71D9979-9367-F28A-446B-03F71B49F5CF}"/>
                </a:ext>
              </a:extLst>
            </p:cNvPr>
            <p:cNvSpPr/>
            <p:nvPr/>
          </p:nvSpPr>
          <p:spPr>
            <a:xfrm>
              <a:off x="2672200" y="1511050"/>
              <a:ext cx="1392975" cy="2151850"/>
            </a:xfrm>
            <a:custGeom>
              <a:avLst/>
              <a:gdLst/>
              <a:ahLst/>
              <a:cxnLst/>
              <a:rect l="l" t="t" r="r" b="b"/>
              <a:pathLst>
                <a:path w="55719" h="86074" extrusionOk="0">
                  <a:moveTo>
                    <a:pt x="34160" y="1"/>
                  </a:moveTo>
                  <a:lnTo>
                    <a:pt x="33669" y="42"/>
                  </a:lnTo>
                  <a:lnTo>
                    <a:pt x="33219" y="123"/>
                  </a:lnTo>
                  <a:lnTo>
                    <a:pt x="3519" y="7283"/>
                  </a:lnTo>
                  <a:lnTo>
                    <a:pt x="3069" y="7446"/>
                  </a:lnTo>
                  <a:lnTo>
                    <a:pt x="2619" y="7610"/>
                  </a:lnTo>
                  <a:lnTo>
                    <a:pt x="2210" y="7814"/>
                  </a:lnTo>
                  <a:lnTo>
                    <a:pt x="1842" y="8060"/>
                  </a:lnTo>
                  <a:lnTo>
                    <a:pt x="1514" y="8346"/>
                  </a:lnTo>
                  <a:lnTo>
                    <a:pt x="1187" y="8673"/>
                  </a:lnTo>
                  <a:lnTo>
                    <a:pt x="901" y="9001"/>
                  </a:lnTo>
                  <a:lnTo>
                    <a:pt x="655" y="9369"/>
                  </a:lnTo>
                  <a:lnTo>
                    <a:pt x="451" y="9737"/>
                  </a:lnTo>
                  <a:lnTo>
                    <a:pt x="287" y="10146"/>
                  </a:lnTo>
                  <a:lnTo>
                    <a:pt x="123" y="10596"/>
                  </a:lnTo>
                  <a:lnTo>
                    <a:pt x="42" y="11005"/>
                  </a:lnTo>
                  <a:lnTo>
                    <a:pt x="1" y="11455"/>
                  </a:lnTo>
                  <a:lnTo>
                    <a:pt x="1" y="11905"/>
                  </a:lnTo>
                  <a:lnTo>
                    <a:pt x="42" y="12396"/>
                  </a:lnTo>
                  <a:lnTo>
                    <a:pt x="123" y="12846"/>
                  </a:lnTo>
                  <a:lnTo>
                    <a:pt x="16896" y="82555"/>
                  </a:lnTo>
                  <a:lnTo>
                    <a:pt x="17060" y="83005"/>
                  </a:lnTo>
                  <a:lnTo>
                    <a:pt x="17223" y="83455"/>
                  </a:lnTo>
                  <a:lnTo>
                    <a:pt x="17428" y="83864"/>
                  </a:lnTo>
                  <a:lnTo>
                    <a:pt x="17673" y="84232"/>
                  </a:lnTo>
                  <a:lnTo>
                    <a:pt x="17960" y="84560"/>
                  </a:lnTo>
                  <a:lnTo>
                    <a:pt x="18287" y="84887"/>
                  </a:lnTo>
                  <a:lnTo>
                    <a:pt x="18614" y="85173"/>
                  </a:lnTo>
                  <a:lnTo>
                    <a:pt x="18982" y="85419"/>
                  </a:lnTo>
                  <a:lnTo>
                    <a:pt x="19351" y="85623"/>
                  </a:lnTo>
                  <a:lnTo>
                    <a:pt x="19760" y="85787"/>
                  </a:lnTo>
                  <a:lnTo>
                    <a:pt x="20210" y="85951"/>
                  </a:lnTo>
                  <a:lnTo>
                    <a:pt x="20619" y="86032"/>
                  </a:lnTo>
                  <a:lnTo>
                    <a:pt x="21069" y="86073"/>
                  </a:lnTo>
                  <a:lnTo>
                    <a:pt x="21519" y="86073"/>
                  </a:lnTo>
                  <a:lnTo>
                    <a:pt x="22010" y="86032"/>
                  </a:lnTo>
                  <a:lnTo>
                    <a:pt x="22460" y="85951"/>
                  </a:lnTo>
                  <a:lnTo>
                    <a:pt x="52160" y="78792"/>
                  </a:lnTo>
                  <a:lnTo>
                    <a:pt x="52610" y="78669"/>
                  </a:lnTo>
                  <a:lnTo>
                    <a:pt x="53060" y="78505"/>
                  </a:lnTo>
                  <a:lnTo>
                    <a:pt x="53469" y="78260"/>
                  </a:lnTo>
                  <a:lnTo>
                    <a:pt x="53837" y="78014"/>
                  </a:lnTo>
                  <a:lnTo>
                    <a:pt x="54164" y="77728"/>
                  </a:lnTo>
                  <a:lnTo>
                    <a:pt x="54492" y="77442"/>
                  </a:lnTo>
                  <a:lnTo>
                    <a:pt x="54778" y="77073"/>
                  </a:lnTo>
                  <a:lnTo>
                    <a:pt x="55023" y="76746"/>
                  </a:lnTo>
                  <a:lnTo>
                    <a:pt x="55228" y="76337"/>
                  </a:lnTo>
                  <a:lnTo>
                    <a:pt x="55392" y="75928"/>
                  </a:lnTo>
                  <a:lnTo>
                    <a:pt x="55555" y="75519"/>
                  </a:lnTo>
                  <a:lnTo>
                    <a:pt x="55637" y="75069"/>
                  </a:lnTo>
                  <a:lnTo>
                    <a:pt x="55678" y="74619"/>
                  </a:lnTo>
                  <a:lnTo>
                    <a:pt x="55719" y="74169"/>
                  </a:lnTo>
                  <a:lnTo>
                    <a:pt x="55678" y="73719"/>
                  </a:lnTo>
                  <a:lnTo>
                    <a:pt x="55555" y="73228"/>
                  </a:lnTo>
                  <a:lnTo>
                    <a:pt x="38782" y="3519"/>
                  </a:lnTo>
                  <a:lnTo>
                    <a:pt x="38660" y="3069"/>
                  </a:lnTo>
                  <a:lnTo>
                    <a:pt x="38455" y="2660"/>
                  </a:lnTo>
                  <a:lnTo>
                    <a:pt x="38251" y="2251"/>
                  </a:lnTo>
                  <a:lnTo>
                    <a:pt x="38005" y="1883"/>
                  </a:lnTo>
                  <a:lnTo>
                    <a:pt x="37719" y="1514"/>
                  </a:lnTo>
                  <a:lnTo>
                    <a:pt x="37392" y="1228"/>
                  </a:lnTo>
                  <a:lnTo>
                    <a:pt x="37064" y="942"/>
                  </a:lnTo>
                  <a:lnTo>
                    <a:pt x="36696" y="696"/>
                  </a:lnTo>
                  <a:lnTo>
                    <a:pt x="36328" y="492"/>
                  </a:lnTo>
                  <a:lnTo>
                    <a:pt x="35919" y="287"/>
                  </a:lnTo>
                  <a:lnTo>
                    <a:pt x="35469" y="164"/>
                  </a:lnTo>
                  <a:lnTo>
                    <a:pt x="35060" y="83"/>
                  </a:lnTo>
                  <a:lnTo>
                    <a:pt x="346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43">
              <a:extLst>
                <a:ext uri="{FF2B5EF4-FFF2-40B4-BE49-F238E27FC236}">
                  <a16:creationId xmlns:a16="http://schemas.microsoft.com/office/drawing/2014/main" id="{1E7F4B57-FDE6-4955-F0BF-E062182D35F8}"/>
                </a:ext>
              </a:extLst>
            </p:cNvPr>
            <p:cNvSpPr/>
            <p:nvPr/>
          </p:nvSpPr>
          <p:spPr>
            <a:xfrm>
              <a:off x="2724375" y="1570375"/>
              <a:ext cx="1245700" cy="1865475"/>
            </a:xfrm>
            <a:custGeom>
              <a:avLst/>
              <a:gdLst/>
              <a:ahLst/>
              <a:cxnLst/>
              <a:rect l="l" t="t" r="r" b="b"/>
              <a:pathLst>
                <a:path w="49828" h="74619" extrusionOk="0">
                  <a:moveTo>
                    <a:pt x="31500" y="0"/>
                  </a:moveTo>
                  <a:lnTo>
                    <a:pt x="31132" y="41"/>
                  </a:lnTo>
                  <a:lnTo>
                    <a:pt x="30764" y="123"/>
                  </a:lnTo>
                  <a:lnTo>
                    <a:pt x="2741" y="6873"/>
                  </a:lnTo>
                  <a:lnTo>
                    <a:pt x="2373" y="6955"/>
                  </a:lnTo>
                  <a:lnTo>
                    <a:pt x="2045" y="7119"/>
                  </a:lnTo>
                  <a:lnTo>
                    <a:pt x="1759" y="7282"/>
                  </a:lnTo>
                  <a:lnTo>
                    <a:pt x="1432" y="7487"/>
                  </a:lnTo>
                  <a:lnTo>
                    <a:pt x="1186" y="7691"/>
                  </a:lnTo>
                  <a:lnTo>
                    <a:pt x="941" y="7937"/>
                  </a:lnTo>
                  <a:lnTo>
                    <a:pt x="695" y="8182"/>
                  </a:lnTo>
                  <a:lnTo>
                    <a:pt x="532" y="8469"/>
                  </a:lnTo>
                  <a:lnTo>
                    <a:pt x="368" y="8796"/>
                  </a:lnTo>
                  <a:lnTo>
                    <a:pt x="205" y="9123"/>
                  </a:lnTo>
                  <a:lnTo>
                    <a:pt x="123" y="9450"/>
                  </a:lnTo>
                  <a:lnTo>
                    <a:pt x="41" y="9778"/>
                  </a:lnTo>
                  <a:lnTo>
                    <a:pt x="0" y="10105"/>
                  </a:lnTo>
                  <a:lnTo>
                    <a:pt x="0" y="10473"/>
                  </a:lnTo>
                  <a:lnTo>
                    <a:pt x="0" y="10841"/>
                  </a:lnTo>
                  <a:lnTo>
                    <a:pt x="82" y="11210"/>
                  </a:lnTo>
                  <a:lnTo>
                    <a:pt x="14686" y="71878"/>
                  </a:lnTo>
                  <a:lnTo>
                    <a:pt x="14809" y="72205"/>
                  </a:lnTo>
                  <a:lnTo>
                    <a:pt x="14932" y="72573"/>
                  </a:lnTo>
                  <a:lnTo>
                    <a:pt x="15095" y="72859"/>
                  </a:lnTo>
                  <a:lnTo>
                    <a:pt x="15300" y="73146"/>
                  </a:lnTo>
                  <a:lnTo>
                    <a:pt x="15545" y="73432"/>
                  </a:lnTo>
                  <a:lnTo>
                    <a:pt x="15791" y="73678"/>
                  </a:lnTo>
                  <a:lnTo>
                    <a:pt x="16036" y="73882"/>
                  </a:lnTo>
                  <a:lnTo>
                    <a:pt x="16323" y="74087"/>
                  </a:lnTo>
                  <a:lnTo>
                    <a:pt x="16609" y="74250"/>
                  </a:lnTo>
                  <a:lnTo>
                    <a:pt x="16936" y="74414"/>
                  </a:lnTo>
                  <a:lnTo>
                    <a:pt x="17264" y="74496"/>
                  </a:lnTo>
                  <a:lnTo>
                    <a:pt x="17632" y="74578"/>
                  </a:lnTo>
                  <a:lnTo>
                    <a:pt x="17959" y="74619"/>
                  </a:lnTo>
                  <a:lnTo>
                    <a:pt x="18327" y="74619"/>
                  </a:lnTo>
                  <a:lnTo>
                    <a:pt x="18695" y="74578"/>
                  </a:lnTo>
                  <a:lnTo>
                    <a:pt x="19023" y="74537"/>
                  </a:lnTo>
                  <a:lnTo>
                    <a:pt x="47086" y="67787"/>
                  </a:lnTo>
                  <a:lnTo>
                    <a:pt x="47414" y="67664"/>
                  </a:lnTo>
                  <a:lnTo>
                    <a:pt x="47741" y="67541"/>
                  </a:lnTo>
                  <a:lnTo>
                    <a:pt x="48068" y="67378"/>
                  </a:lnTo>
                  <a:lnTo>
                    <a:pt x="48355" y="67173"/>
                  </a:lnTo>
                  <a:lnTo>
                    <a:pt x="48641" y="66928"/>
                  </a:lnTo>
                  <a:lnTo>
                    <a:pt x="48886" y="66682"/>
                  </a:lnTo>
                  <a:lnTo>
                    <a:pt x="49091" y="66437"/>
                  </a:lnTo>
                  <a:lnTo>
                    <a:pt x="49295" y="66150"/>
                  </a:lnTo>
                  <a:lnTo>
                    <a:pt x="49459" y="65864"/>
                  </a:lnTo>
                  <a:lnTo>
                    <a:pt x="49582" y="65537"/>
                  </a:lnTo>
                  <a:lnTo>
                    <a:pt x="49705" y="65209"/>
                  </a:lnTo>
                  <a:lnTo>
                    <a:pt x="49786" y="64841"/>
                  </a:lnTo>
                  <a:lnTo>
                    <a:pt x="49827" y="64514"/>
                  </a:lnTo>
                  <a:lnTo>
                    <a:pt x="49827" y="64146"/>
                  </a:lnTo>
                  <a:lnTo>
                    <a:pt x="49786" y="63778"/>
                  </a:lnTo>
                  <a:lnTo>
                    <a:pt x="49705" y="63450"/>
                  </a:lnTo>
                  <a:lnTo>
                    <a:pt x="35100" y="2782"/>
                  </a:lnTo>
                  <a:lnTo>
                    <a:pt x="35018" y="2414"/>
                  </a:lnTo>
                  <a:lnTo>
                    <a:pt x="34855" y="2087"/>
                  </a:lnTo>
                  <a:lnTo>
                    <a:pt x="34691" y="1760"/>
                  </a:lnTo>
                  <a:lnTo>
                    <a:pt x="34486" y="1473"/>
                  </a:lnTo>
                  <a:lnTo>
                    <a:pt x="34282" y="1187"/>
                  </a:lnTo>
                  <a:lnTo>
                    <a:pt x="34036" y="941"/>
                  </a:lnTo>
                  <a:lnTo>
                    <a:pt x="33750" y="737"/>
                  </a:lnTo>
                  <a:lnTo>
                    <a:pt x="33464" y="532"/>
                  </a:lnTo>
                  <a:lnTo>
                    <a:pt x="33177" y="369"/>
                  </a:lnTo>
                  <a:lnTo>
                    <a:pt x="32850" y="246"/>
                  </a:lnTo>
                  <a:lnTo>
                    <a:pt x="32523" y="123"/>
                  </a:lnTo>
                  <a:lnTo>
                    <a:pt x="32195" y="41"/>
                  </a:lnTo>
                  <a:lnTo>
                    <a:pt x="31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43">
              <a:extLst>
                <a:ext uri="{FF2B5EF4-FFF2-40B4-BE49-F238E27FC236}">
                  <a16:creationId xmlns:a16="http://schemas.microsoft.com/office/drawing/2014/main" id="{06DF123B-022D-730D-66CC-AEE59C8766F4}"/>
                </a:ext>
              </a:extLst>
            </p:cNvPr>
            <p:cNvSpPr/>
            <p:nvPr/>
          </p:nvSpPr>
          <p:spPr>
            <a:xfrm>
              <a:off x="3523125" y="3401050"/>
              <a:ext cx="91025" cy="91050"/>
            </a:xfrm>
            <a:custGeom>
              <a:avLst/>
              <a:gdLst/>
              <a:ahLst/>
              <a:cxnLst/>
              <a:rect l="l" t="t" r="r" b="b"/>
              <a:pathLst>
                <a:path w="3641" h="3642" fill="none" extrusionOk="0">
                  <a:moveTo>
                    <a:pt x="3559" y="1392"/>
                  </a:moveTo>
                  <a:lnTo>
                    <a:pt x="3559" y="1392"/>
                  </a:lnTo>
                  <a:lnTo>
                    <a:pt x="3641" y="1760"/>
                  </a:lnTo>
                  <a:lnTo>
                    <a:pt x="3600" y="2128"/>
                  </a:lnTo>
                  <a:lnTo>
                    <a:pt x="3518" y="2455"/>
                  </a:lnTo>
                  <a:lnTo>
                    <a:pt x="3355" y="2782"/>
                  </a:lnTo>
                  <a:lnTo>
                    <a:pt x="3150" y="3069"/>
                  </a:lnTo>
                  <a:lnTo>
                    <a:pt x="2905" y="3273"/>
                  </a:lnTo>
                  <a:lnTo>
                    <a:pt x="2577" y="3478"/>
                  </a:lnTo>
                  <a:lnTo>
                    <a:pt x="2250" y="3601"/>
                  </a:lnTo>
                  <a:lnTo>
                    <a:pt x="2250" y="3601"/>
                  </a:lnTo>
                  <a:lnTo>
                    <a:pt x="1882" y="3642"/>
                  </a:lnTo>
                  <a:lnTo>
                    <a:pt x="1514" y="3642"/>
                  </a:lnTo>
                  <a:lnTo>
                    <a:pt x="1186" y="3519"/>
                  </a:lnTo>
                  <a:lnTo>
                    <a:pt x="859" y="3396"/>
                  </a:lnTo>
                  <a:lnTo>
                    <a:pt x="573" y="3192"/>
                  </a:lnTo>
                  <a:lnTo>
                    <a:pt x="327" y="2905"/>
                  </a:lnTo>
                  <a:lnTo>
                    <a:pt x="164" y="2619"/>
                  </a:lnTo>
                  <a:lnTo>
                    <a:pt x="41" y="2251"/>
                  </a:lnTo>
                  <a:lnTo>
                    <a:pt x="41" y="2251"/>
                  </a:lnTo>
                  <a:lnTo>
                    <a:pt x="0" y="1882"/>
                  </a:lnTo>
                  <a:lnTo>
                    <a:pt x="0" y="1514"/>
                  </a:lnTo>
                  <a:lnTo>
                    <a:pt x="82" y="1187"/>
                  </a:lnTo>
                  <a:lnTo>
                    <a:pt x="245" y="860"/>
                  </a:lnTo>
                  <a:lnTo>
                    <a:pt x="450" y="614"/>
                  </a:lnTo>
                  <a:lnTo>
                    <a:pt x="736" y="369"/>
                  </a:lnTo>
                  <a:lnTo>
                    <a:pt x="1023" y="164"/>
                  </a:lnTo>
                  <a:lnTo>
                    <a:pt x="1391" y="42"/>
                  </a:lnTo>
                  <a:lnTo>
                    <a:pt x="1391" y="42"/>
                  </a:lnTo>
                  <a:lnTo>
                    <a:pt x="1759" y="1"/>
                  </a:lnTo>
                  <a:lnTo>
                    <a:pt x="2086" y="42"/>
                  </a:lnTo>
                  <a:lnTo>
                    <a:pt x="2455" y="123"/>
                  </a:lnTo>
                  <a:lnTo>
                    <a:pt x="2741" y="287"/>
                  </a:lnTo>
                  <a:lnTo>
                    <a:pt x="3027" y="492"/>
                  </a:lnTo>
                  <a:lnTo>
                    <a:pt x="3273" y="737"/>
                  </a:lnTo>
                  <a:lnTo>
                    <a:pt x="3436" y="1064"/>
                  </a:lnTo>
                  <a:lnTo>
                    <a:pt x="3559" y="1392"/>
                  </a:lnTo>
                  <a:lnTo>
                    <a:pt x="3559" y="1392"/>
                  </a:lnTo>
                  <a:close/>
                </a:path>
              </a:pathLst>
            </a:custGeom>
            <a:noFill/>
            <a:ln w="715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43">
              <a:extLst>
                <a:ext uri="{FF2B5EF4-FFF2-40B4-BE49-F238E27FC236}">
                  <a16:creationId xmlns:a16="http://schemas.microsoft.com/office/drawing/2014/main" id="{412F731C-9E06-559C-91FA-C839D69DB12A}"/>
                </a:ext>
              </a:extLst>
            </p:cNvPr>
            <p:cNvSpPr/>
            <p:nvPr/>
          </p:nvSpPr>
          <p:spPr>
            <a:xfrm>
              <a:off x="2724375" y="1571400"/>
              <a:ext cx="989000" cy="1803100"/>
            </a:xfrm>
            <a:custGeom>
              <a:avLst/>
              <a:gdLst/>
              <a:ahLst/>
              <a:cxnLst/>
              <a:rect l="l" t="t" r="r" b="b"/>
              <a:pathLst>
                <a:path w="39560" h="72124" extrusionOk="0">
                  <a:moveTo>
                    <a:pt x="32359" y="0"/>
                  </a:moveTo>
                  <a:lnTo>
                    <a:pt x="15055" y="21069"/>
                  </a:lnTo>
                  <a:lnTo>
                    <a:pt x="736" y="8100"/>
                  </a:lnTo>
                  <a:lnTo>
                    <a:pt x="532" y="8387"/>
                  </a:lnTo>
                  <a:lnTo>
                    <a:pt x="368" y="8755"/>
                  </a:lnTo>
                  <a:lnTo>
                    <a:pt x="205" y="9123"/>
                  </a:lnTo>
                  <a:lnTo>
                    <a:pt x="82" y="9491"/>
                  </a:lnTo>
                  <a:lnTo>
                    <a:pt x="41" y="9900"/>
                  </a:lnTo>
                  <a:lnTo>
                    <a:pt x="0" y="10269"/>
                  </a:lnTo>
                  <a:lnTo>
                    <a:pt x="41" y="10678"/>
                  </a:lnTo>
                  <a:lnTo>
                    <a:pt x="123" y="11087"/>
                  </a:lnTo>
                  <a:lnTo>
                    <a:pt x="205" y="11537"/>
                  </a:lnTo>
                  <a:lnTo>
                    <a:pt x="13173" y="23319"/>
                  </a:lnTo>
                  <a:lnTo>
                    <a:pt x="5359" y="32850"/>
                  </a:lnTo>
                  <a:lnTo>
                    <a:pt x="6218" y="36409"/>
                  </a:lnTo>
                  <a:lnTo>
                    <a:pt x="15341" y="25282"/>
                  </a:lnTo>
                  <a:lnTo>
                    <a:pt x="24627" y="33709"/>
                  </a:lnTo>
                  <a:lnTo>
                    <a:pt x="9900" y="51669"/>
                  </a:lnTo>
                  <a:lnTo>
                    <a:pt x="10759" y="55228"/>
                  </a:lnTo>
                  <a:lnTo>
                    <a:pt x="26795" y="35673"/>
                  </a:lnTo>
                  <a:lnTo>
                    <a:pt x="35877" y="43896"/>
                  </a:lnTo>
                  <a:lnTo>
                    <a:pt x="36164" y="44223"/>
                  </a:lnTo>
                  <a:lnTo>
                    <a:pt x="36409" y="44591"/>
                  </a:lnTo>
                  <a:lnTo>
                    <a:pt x="36532" y="45000"/>
                  </a:lnTo>
                  <a:lnTo>
                    <a:pt x="36614" y="45409"/>
                  </a:lnTo>
                  <a:lnTo>
                    <a:pt x="36655" y="45819"/>
                  </a:lnTo>
                  <a:lnTo>
                    <a:pt x="36573" y="46228"/>
                  </a:lnTo>
                  <a:lnTo>
                    <a:pt x="36409" y="46637"/>
                  </a:lnTo>
                  <a:lnTo>
                    <a:pt x="36205" y="47046"/>
                  </a:lnTo>
                  <a:lnTo>
                    <a:pt x="28268" y="58132"/>
                  </a:lnTo>
                  <a:lnTo>
                    <a:pt x="27614" y="59073"/>
                  </a:lnTo>
                  <a:lnTo>
                    <a:pt x="27041" y="60055"/>
                  </a:lnTo>
                  <a:lnTo>
                    <a:pt x="26550" y="60996"/>
                  </a:lnTo>
                  <a:lnTo>
                    <a:pt x="26182" y="61937"/>
                  </a:lnTo>
                  <a:lnTo>
                    <a:pt x="25895" y="62878"/>
                  </a:lnTo>
                  <a:lnTo>
                    <a:pt x="25691" y="63778"/>
                  </a:lnTo>
                  <a:lnTo>
                    <a:pt x="25609" y="64678"/>
                  </a:lnTo>
                  <a:lnTo>
                    <a:pt x="25568" y="65578"/>
                  </a:lnTo>
                  <a:lnTo>
                    <a:pt x="25650" y="66437"/>
                  </a:lnTo>
                  <a:lnTo>
                    <a:pt x="25814" y="67296"/>
                  </a:lnTo>
                  <a:lnTo>
                    <a:pt x="26059" y="68155"/>
                  </a:lnTo>
                  <a:lnTo>
                    <a:pt x="26427" y="68973"/>
                  </a:lnTo>
                  <a:lnTo>
                    <a:pt x="26836" y="69791"/>
                  </a:lnTo>
                  <a:lnTo>
                    <a:pt x="27368" y="70568"/>
                  </a:lnTo>
                  <a:lnTo>
                    <a:pt x="27982" y="71346"/>
                  </a:lnTo>
                  <a:lnTo>
                    <a:pt x="28718" y="72123"/>
                  </a:lnTo>
                  <a:lnTo>
                    <a:pt x="32195" y="71264"/>
                  </a:lnTo>
                  <a:lnTo>
                    <a:pt x="32114" y="71182"/>
                  </a:lnTo>
                  <a:lnTo>
                    <a:pt x="32032" y="71141"/>
                  </a:lnTo>
                  <a:lnTo>
                    <a:pt x="31295" y="70528"/>
                  </a:lnTo>
                  <a:lnTo>
                    <a:pt x="30641" y="69914"/>
                  </a:lnTo>
                  <a:lnTo>
                    <a:pt x="30068" y="69259"/>
                  </a:lnTo>
                  <a:lnTo>
                    <a:pt x="29577" y="68605"/>
                  </a:lnTo>
                  <a:lnTo>
                    <a:pt x="29168" y="67991"/>
                  </a:lnTo>
                  <a:lnTo>
                    <a:pt x="28882" y="67296"/>
                  </a:lnTo>
                  <a:lnTo>
                    <a:pt x="28636" y="66641"/>
                  </a:lnTo>
                  <a:lnTo>
                    <a:pt x="28514" y="65946"/>
                  </a:lnTo>
                  <a:lnTo>
                    <a:pt x="28473" y="65250"/>
                  </a:lnTo>
                  <a:lnTo>
                    <a:pt x="28514" y="64555"/>
                  </a:lnTo>
                  <a:lnTo>
                    <a:pt x="28677" y="63818"/>
                  </a:lnTo>
                  <a:lnTo>
                    <a:pt x="28882" y="63041"/>
                  </a:lnTo>
                  <a:lnTo>
                    <a:pt x="29168" y="62264"/>
                  </a:lnTo>
                  <a:lnTo>
                    <a:pt x="29577" y="61487"/>
                  </a:lnTo>
                  <a:lnTo>
                    <a:pt x="30068" y="60668"/>
                  </a:lnTo>
                  <a:lnTo>
                    <a:pt x="30641" y="59809"/>
                  </a:lnTo>
                  <a:lnTo>
                    <a:pt x="38577" y="48723"/>
                  </a:lnTo>
                  <a:lnTo>
                    <a:pt x="38864" y="48314"/>
                  </a:lnTo>
                  <a:lnTo>
                    <a:pt x="39068" y="47905"/>
                  </a:lnTo>
                  <a:lnTo>
                    <a:pt x="39273" y="47455"/>
                  </a:lnTo>
                  <a:lnTo>
                    <a:pt x="39395" y="46964"/>
                  </a:lnTo>
                  <a:lnTo>
                    <a:pt x="39518" y="46514"/>
                  </a:lnTo>
                  <a:lnTo>
                    <a:pt x="39559" y="46023"/>
                  </a:lnTo>
                  <a:lnTo>
                    <a:pt x="39559" y="45573"/>
                  </a:lnTo>
                  <a:lnTo>
                    <a:pt x="39559" y="45082"/>
                  </a:lnTo>
                  <a:lnTo>
                    <a:pt x="39477" y="44632"/>
                  </a:lnTo>
                  <a:lnTo>
                    <a:pt x="39355" y="44182"/>
                  </a:lnTo>
                  <a:lnTo>
                    <a:pt x="39191" y="43732"/>
                  </a:lnTo>
                  <a:lnTo>
                    <a:pt x="39027" y="43282"/>
                  </a:lnTo>
                  <a:lnTo>
                    <a:pt x="38782" y="42873"/>
                  </a:lnTo>
                  <a:lnTo>
                    <a:pt x="38495" y="42464"/>
                  </a:lnTo>
                  <a:lnTo>
                    <a:pt x="38209" y="42096"/>
                  </a:lnTo>
                  <a:lnTo>
                    <a:pt x="37841" y="41769"/>
                  </a:lnTo>
                  <a:lnTo>
                    <a:pt x="28677" y="33423"/>
                  </a:lnTo>
                  <a:lnTo>
                    <a:pt x="39395" y="20373"/>
                  </a:lnTo>
                  <a:lnTo>
                    <a:pt x="38536" y="16814"/>
                  </a:lnTo>
                  <a:lnTo>
                    <a:pt x="26509" y="31459"/>
                  </a:lnTo>
                  <a:lnTo>
                    <a:pt x="17223" y="23032"/>
                  </a:lnTo>
                  <a:lnTo>
                    <a:pt x="34732" y="1678"/>
                  </a:lnTo>
                  <a:lnTo>
                    <a:pt x="34527" y="1391"/>
                  </a:lnTo>
                  <a:lnTo>
                    <a:pt x="34282" y="1064"/>
                  </a:lnTo>
                  <a:lnTo>
                    <a:pt x="34036" y="819"/>
                  </a:lnTo>
                  <a:lnTo>
                    <a:pt x="33709" y="573"/>
                  </a:lnTo>
                  <a:lnTo>
                    <a:pt x="33423" y="369"/>
                  </a:lnTo>
                  <a:lnTo>
                    <a:pt x="33055" y="205"/>
                  </a:lnTo>
                  <a:lnTo>
                    <a:pt x="32727" y="82"/>
                  </a:lnTo>
                  <a:lnTo>
                    <a:pt x="323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43">
              <a:extLst>
                <a:ext uri="{FF2B5EF4-FFF2-40B4-BE49-F238E27FC236}">
                  <a16:creationId xmlns:a16="http://schemas.microsoft.com/office/drawing/2014/main" id="{896AF5EF-ECD9-22E9-BCE0-5F91AEBED62C}"/>
                </a:ext>
              </a:extLst>
            </p:cNvPr>
            <p:cNvSpPr/>
            <p:nvPr/>
          </p:nvSpPr>
          <p:spPr>
            <a:xfrm>
              <a:off x="3240850" y="2352750"/>
              <a:ext cx="187175" cy="187200"/>
            </a:xfrm>
            <a:custGeom>
              <a:avLst/>
              <a:gdLst/>
              <a:ahLst/>
              <a:cxnLst/>
              <a:rect l="l" t="t" r="r" b="b"/>
              <a:pathLst>
                <a:path w="7487" h="7488" extrusionOk="0">
                  <a:moveTo>
                    <a:pt x="3641" y="1"/>
                  </a:moveTo>
                  <a:lnTo>
                    <a:pt x="3232" y="42"/>
                  </a:lnTo>
                  <a:lnTo>
                    <a:pt x="2864" y="124"/>
                  </a:lnTo>
                  <a:lnTo>
                    <a:pt x="2496" y="205"/>
                  </a:lnTo>
                  <a:lnTo>
                    <a:pt x="2168" y="369"/>
                  </a:lnTo>
                  <a:lnTo>
                    <a:pt x="1841" y="533"/>
                  </a:lnTo>
                  <a:lnTo>
                    <a:pt x="1514" y="737"/>
                  </a:lnTo>
                  <a:lnTo>
                    <a:pt x="1227" y="983"/>
                  </a:lnTo>
                  <a:lnTo>
                    <a:pt x="982" y="1228"/>
                  </a:lnTo>
                  <a:lnTo>
                    <a:pt x="777" y="1474"/>
                  </a:lnTo>
                  <a:lnTo>
                    <a:pt x="573" y="1801"/>
                  </a:lnTo>
                  <a:lnTo>
                    <a:pt x="368" y="2087"/>
                  </a:lnTo>
                  <a:lnTo>
                    <a:pt x="246" y="2415"/>
                  </a:lnTo>
                  <a:lnTo>
                    <a:pt x="123" y="2783"/>
                  </a:lnTo>
                  <a:lnTo>
                    <a:pt x="41" y="3151"/>
                  </a:lnTo>
                  <a:lnTo>
                    <a:pt x="0" y="3478"/>
                  </a:lnTo>
                  <a:lnTo>
                    <a:pt x="0" y="3846"/>
                  </a:lnTo>
                  <a:lnTo>
                    <a:pt x="41" y="4255"/>
                  </a:lnTo>
                  <a:lnTo>
                    <a:pt x="123" y="4624"/>
                  </a:lnTo>
                  <a:lnTo>
                    <a:pt x="205" y="4992"/>
                  </a:lnTo>
                  <a:lnTo>
                    <a:pt x="368" y="5319"/>
                  </a:lnTo>
                  <a:lnTo>
                    <a:pt x="532" y="5646"/>
                  </a:lnTo>
                  <a:lnTo>
                    <a:pt x="736" y="5974"/>
                  </a:lnTo>
                  <a:lnTo>
                    <a:pt x="982" y="6260"/>
                  </a:lnTo>
                  <a:lnTo>
                    <a:pt x="1227" y="6505"/>
                  </a:lnTo>
                  <a:lnTo>
                    <a:pt x="1514" y="6710"/>
                  </a:lnTo>
                  <a:lnTo>
                    <a:pt x="1800" y="6915"/>
                  </a:lnTo>
                  <a:lnTo>
                    <a:pt x="2127" y="7119"/>
                  </a:lnTo>
                  <a:lnTo>
                    <a:pt x="2455" y="7242"/>
                  </a:lnTo>
                  <a:lnTo>
                    <a:pt x="2782" y="7365"/>
                  </a:lnTo>
                  <a:lnTo>
                    <a:pt x="3150" y="7446"/>
                  </a:lnTo>
                  <a:lnTo>
                    <a:pt x="3518" y="7487"/>
                  </a:lnTo>
                  <a:lnTo>
                    <a:pt x="3886" y="7487"/>
                  </a:lnTo>
                  <a:lnTo>
                    <a:pt x="4255" y="7446"/>
                  </a:lnTo>
                  <a:lnTo>
                    <a:pt x="4623" y="7365"/>
                  </a:lnTo>
                  <a:lnTo>
                    <a:pt x="4991" y="7283"/>
                  </a:lnTo>
                  <a:lnTo>
                    <a:pt x="5318" y="7119"/>
                  </a:lnTo>
                  <a:lnTo>
                    <a:pt x="5646" y="6955"/>
                  </a:lnTo>
                  <a:lnTo>
                    <a:pt x="5973" y="6751"/>
                  </a:lnTo>
                  <a:lnTo>
                    <a:pt x="6259" y="6505"/>
                  </a:lnTo>
                  <a:lnTo>
                    <a:pt x="6505" y="6260"/>
                  </a:lnTo>
                  <a:lnTo>
                    <a:pt x="6750" y="5974"/>
                  </a:lnTo>
                  <a:lnTo>
                    <a:pt x="6955" y="5687"/>
                  </a:lnTo>
                  <a:lnTo>
                    <a:pt x="7118" y="5360"/>
                  </a:lnTo>
                  <a:lnTo>
                    <a:pt x="7241" y="5033"/>
                  </a:lnTo>
                  <a:lnTo>
                    <a:pt x="7364" y="4705"/>
                  </a:lnTo>
                  <a:lnTo>
                    <a:pt x="7446" y="4337"/>
                  </a:lnTo>
                  <a:lnTo>
                    <a:pt x="7486" y="3969"/>
                  </a:lnTo>
                  <a:lnTo>
                    <a:pt x="7486" y="3601"/>
                  </a:lnTo>
                  <a:lnTo>
                    <a:pt x="7446" y="3233"/>
                  </a:lnTo>
                  <a:lnTo>
                    <a:pt x="7364" y="2865"/>
                  </a:lnTo>
                  <a:lnTo>
                    <a:pt x="7282" y="2496"/>
                  </a:lnTo>
                  <a:lnTo>
                    <a:pt x="7118" y="2169"/>
                  </a:lnTo>
                  <a:lnTo>
                    <a:pt x="6955" y="1842"/>
                  </a:lnTo>
                  <a:lnTo>
                    <a:pt x="6750" y="1515"/>
                  </a:lnTo>
                  <a:lnTo>
                    <a:pt x="6546" y="1228"/>
                  </a:lnTo>
                  <a:lnTo>
                    <a:pt x="6259" y="983"/>
                  </a:lnTo>
                  <a:lnTo>
                    <a:pt x="6014" y="737"/>
                  </a:lnTo>
                  <a:lnTo>
                    <a:pt x="5686" y="533"/>
                  </a:lnTo>
                  <a:lnTo>
                    <a:pt x="5400" y="369"/>
                  </a:lnTo>
                  <a:lnTo>
                    <a:pt x="5073" y="246"/>
                  </a:lnTo>
                  <a:lnTo>
                    <a:pt x="4705" y="124"/>
                  </a:lnTo>
                  <a:lnTo>
                    <a:pt x="4336" y="42"/>
                  </a:lnTo>
                  <a:lnTo>
                    <a:pt x="40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43">
              <a:extLst>
                <a:ext uri="{FF2B5EF4-FFF2-40B4-BE49-F238E27FC236}">
                  <a16:creationId xmlns:a16="http://schemas.microsoft.com/office/drawing/2014/main" id="{56E70A2D-EC49-2FFA-0FB0-4C748A174B9B}"/>
                </a:ext>
              </a:extLst>
            </p:cNvPr>
            <p:cNvSpPr/>
            <p:nvPr/>
          </p:nvSpPr>
          <p:spPr>
            <a:xfrm>
              <a:off x="3162100" y="2283225"/>
              <a:ext cx="351825" cy="529775"/>
            </a:xfrm>
            <a:custGeom>
              <a:avLst/>
              <a:gdLst/>
              <a:ahLst/>
              <a:cxnLst/>
              <a:rect l="l" t="t" r="r" b="b"/>
              <a:pathLst>
                <a:path w="14073" h="21191" extrusionOk="0">
                  <a:moveTo>
                    <a:pt x="7077" y="3723"/>
                  </a:moveTo>
                  <a:lnTo>
                    <a:pt x="7364" y="3764"/>
                  </a:lnTo>
                  <a:lnTo>
                    <a:pt x="7609" y="3805"/>
                  </a:lnTo>
                  <a:lnTo>
                    <a:pt x="7896" y="3886"/>
                  </a:lnTo>
                  <a:lnTo>
                    <a:pt x="8141" y="4009"/>
                  </a:lnTo>
                  <a:lnTo>
                    <a:pt x="8386" y="4132"/>
                  </a:lnTo>
                  <a:lnTo>
                    <a:pt x="8591" y="4255"/>
                  </a:lnTo>
                  <a:lnTo>
                    <a:pt x="8796" y="4459"/>
                  </a:lnTo>
                  <a:lnTo>
                    <a:pt x="9000" y="4623"/>
                  </a:lnTo>
                  <a:lnTo>
                    <a:pt x="9164" y="4868"/>
                  </a:lnTo>
                  <a:lnTo>
                    <a:pt x="9327" y="5073"/>
                  </a:lnTo>
                  <a:lnTo>
                    <a:pt x="9450" y="5318"/>
                  </a:lnTo>
                  <a:lnTo>
                    <a:pt x="9532" y="5605"/>
                  </a:lnTo>
                  <a:lnTo>
                    <a:pt x="9614" y="5850"/>
                  </a:lnTo>
                  <a:lnTo>
                    <a:pt x="9696" y="6136"/>
                  </a:lnTo>
                  <a:lnTo>
                    <a:pt x="9696" y="6423"/>
                  </a:lnTo>
                  <a:lnTo>
                    <a:pt x="9696" y="6709"/>
                  </a:lnTo>
                  <a:lnTo>
                    <a:pt x="9696" y="6996"/>
                  </a:lnTo>
                  <a:lnTo>
                    <a:pt x="9614" y="7241"/>
                  </a:lnTo>
                  <a:lnTo>
                    <a:pt x="9532" y="7486"/>
                  </a:lnTo>
                  <a:lnTo>
                    <a:pt x="9409" y="7732"/>
                  </a:lnTo>
                  <a:lnTo>
                    <a:pt x="9286" y="7977"/>
                  </a:lnTo>
                  <a:lnTo>
                    <a:pt x="9164" y="8223"/>
                  </a:lnTo>
                  <a:lnTo>
                    <a:pt x="8959" y="8427"/>
                  </a:lnTo>
                  <a:lnTo>
                    <a:pt x="8796" y="8632"/>
                  </a:lnTo>
                  <a:lnTo>
                    <a:pt x="8550" y="8796"/>
                  </a:lnTo>
                  <a:lnTo>
                    <a:pt x="8346" y="8918"/>
                  </a:lnTo>
                  <a:lnTo>
                    <a:pt x="8100" y="9082"/>
                  </a:lnTo>
                  <a:lnTo>
                    <a:pt x="7814" y="9164"/>
                  </a:lnTo>
                  <a:lnTo>
                    <a:pt x="7568" y="9246"/>
                  </a:lnTo>
                  <a:lnTo>
                    <a:pt x="7282" y="9327"/>
                  </a:lnTo>
                  <a:lnTo>
                    <a:pt x="6709" y="9327"/>
                  </a:lnTo>
                  <a:lnTo>
                    <a:pt x="6423" y="9286"/>
                  </a:lnTo>
                  <a:lnTo>
                    <a:pt x="6177" y="9246"/>
                  </a:lnTo>
                  <a:lnTo>
                    <a:pt x="5932" y="9164"/>
                  </a:lnTo>
                  <a:lnTo>
                    <a:pt x="5686" y="9041"/>
                  </a:lnTo>
                  <a:lnTo>
                    <a:pt x="5441" y="8918"/>
                  </a:lnTo>
                  <a:lnTo>
                    <a:pt x="5196" y="8755"/>
                  </a:lnTo>
                  <a:lnTo>
                    <a:pt x="4991" y="8591"/>
                  </a:lnTo>
                  <a:lnTo>
                    <a:pt x="4827" y="8386"/>
                  </a:lnTo>
                  <a:lnTo>
                    <a:pt x="4623" y="8182"/>
                  </a:lnTo>
                  <a:lnTo>
                    <a:pt x="4500" y="7977"/>
                  </a:lnTo>
                  <a:lnTo>
                    <a:pt x="4336" y="7732"/>
                  </a:lnTo>
                  <a:lnTo>
                    <a:pt x="4255" y="7446"/>
                  </a:lnTo>
                  <a:lnTo>
                    <a:pt x="4173" y="7200"/>
                  </a:lnTo>
                  <a:lnTo>
                    <a:pt x="4091" y="6914"/>
                  </a:lnTo>
                  <a:lnTo>
                    <a:pt x="4091" y="6627"/>
                  </a:lnTo>
                  <a:lnTo>
                    <a:pt x="4091" y="6341"/>
                  </a:lnTo>
                  <a:lnTo>
                    <a:pt x="4132" y="6055"/>
                  </a:lnTo>
                  <a:lnTo>
                    <a:pt x="4173" y="5809"/>
                  </a:lnTo>
                  <a:lnTo>
                    <a:pt x="4255" y="5523"/>
                  </a:lnTo>
                  <a:lnTo>
                    <a:pt x="4377" y="5277"/>
                  </a:lnTo>
                  <a:lnTo>
                    <a:pt x="4500" y="5073"/>
                  </a:lnTo>
                  <a:lnTo>
                    <a:pt x="4664" y="4827"/>
                  </a:lnTo>
                  <a:lnTo>
                    <a:pt x="4827" y="4623"/>
                  </a:lnTo>
                  <a:lnTo>
                    <a:pt x="5032" y="4418"/>
                  </a:lnTo>
                  <a:lnTo>
                    <a:pt x="5236" y="4255"/>
                  </a:lnTo>
                  <a:lnTo>
                    <a:pt x="5441" y="4091"/>
                  </a:lnTo>
                  <a:lnTo>
                    <a:pt x="5686" y="3968"/>
                  </a:lnTo>
                  <a:lnTo>
                    <a:pt x="5973" y="3886"/>
                  </a:lnTo>
                  <a:lnTo>
                    <a:pt x="6259" y="3805"/>
                  </a:lnTo>
                  <a:lnTo>
                    <a:pt x="6505" y="3723"/>
                  </a:lnTo>
                  <a:close/>
                  <a:moveTo>
                    <a:pt x="6791" y="0"/>
                  </a:moveTo>
                  <a:lnTo>
                    <a:pt x="6096" y="82"/>
                  </a:lnTo>
                  <a:lnTo>
                    <a:pt x="5359" y="205"/>
                  </a:lnTo>
                  <a:lnTo>
                    <a:pt x="4664" y="409"/>
                  </a:lnTo>
                  <a:lnTo>
                    <a:pt x="4009" y="655"/>
                  </a:lnTo>
                  <a:lnTo>
                    <a:pt x="3396" y="982"/>
                  </a:lnTo>
                  <a:lnTo>
                    <a:pt x="2823" y="1391"/>
                  </a:lnTo>
                  <a:lnTo>
                    <a:pt x="2291" y="1800"/>
                  </a:lnTo>
                  <a:lnTo>
                    <a:pt x="1841" y="2291"/>
                  </a:lnTo>
                  <a:lnTo>
                    <a:pt x="1391" y="2823"/>
                  </a:lnTo>
                  <a:lnTo>
                    <a:pt x="1023" y="3355"/>
                  </a:lnTo>
                  <a:lnTo>
                    <a:pt x="696" y="3968"/>
                  </a:lnTo>
                  <a:lnTo>
                    <a:pt x="409" y="4582"/>
                  </a:lnTo>
                  <a:lnTo>
                    <a:pt x="205" y="5236"/>
                  </a:lnTo>
                  <a:lnTo>
                    <a:pt x="82" y="5891"/>
                  </a:lnTo>
                  <a:lnTo>
                    <a:pt x="0" y="6586"/>
                  </a:lnTo>
                  <a:lnTo>
                    <a:pt x="0" y="7282"/>
                  </a:lnTo>
                  <a:lnTo>
                    <a:pt x="41" y="7977"/>
                  </a:lnTo>
                  <a:lnTo>
                    <a:pt x="164" y="8714"/>
                  </a:lnTo>
                  <a:lnTo>
                    <a:pt x="286" y="9123"/>
                  </a:lnTo>
                  <a:lnTo>
                    <a:pt x="409" y="9532"/>
                  </a:lnTo>
                  <a:lnTo>
                    <a:pt x="573" y="9900"/>
                  </a:lnTo>
                  <a:lnTo>
                    <a:pt x="777" y="10268"/>
                  </a:lnTo>
                  <a:lnTo>
                    <a:pt x="1186" y="10964"/>
                  </a:lnTo>
                  <a:lnTo>
                    <a:pt x="1677" y="11618"/>
                  </a:lnTo>
                  <a:lnTo>
                    <a:pt x="1759" y="11700"/>
                  </a:lnTo>
                  <a:lnTo>
                    <a:pt x="1841" y="11823"/>
                  </a:lnTo>
                  <a:lnTo>
                    <a:pt x="10432" y="21191"/>
                  </a:lnTo>
                  <a:lnTo>
                    <a:pt x="13827" y="8918"/>
                  </a:lnTo>
                  <a:lnTo>
                    <a:pt x="13827" y="8796"/>
                  </a:lnTo>
                  <a:lnTo>
                    <a:pt x="13868" y="8755"/>
                  </a:lnTo>
                  <a:lnTo>
                    <a:pt x="14032" y="7936"/>
                  </a:lnTo>
                  <a:lnTo>
                    <a:pt x="14073" y="7527"/>
                  </a:lnTo>
                  <a:lnTo>
                    <a:pt x="14073" y="7118"/>
                  </a:lnTo>
                  <a:lnTo>
                    <a:pt x="14073" y="6668"/>
                  </a:lnTo>
                  <a:lnTo>
                    <a:pt x="14032" y="6259"/>
                  </a:lnTo>
                  <a:lnTo>
                    <a:pt x="13950" y="5809"/>
                  </a:lnTo>
                  <a:lnTo>
                    <a:pt x="13868" y="5400"/>
                  </a:lnTo>
                  <a:lnTo>
                    <a:pt x="13664" y="4705"/>
                  </a:lnTo>
                  <a:lnTo>
                    <a:pt x="13418" y="4050"/>
                  </a:lnTo>
                  <a:lnTo>
                    <a:pt x="13091" y="3436"/>
                  </a:lnTo>
                  <a:lnTo>
                    <a:pt x="12682" y="2864"/>
                  </a:lnTo>
                  <a:lnTo>
                    <a:pt x="12273" y="2332"/>
                  </a:lnTo>
                  <a:lnTo>
                    <a:pt x="11782" y="1841"/>
                  </a:lnTo>
                  <a:lnTo>
                    <a:pt x="11250" y="1432"/>
                  </a:lnTo>
                  <a:lnTo>
                    <a:pt x="10718" y="1023"/>
                  </a:lnTo>
                  <a:lnTo>
                    <a:pt x="10105" y="696"/>
                  </a:lnTo>
                  <a:lnTo>
                    <a:pt x="9491" y="450"/>
                  </a:lnTo>
                  <a:lnTo>
                    <a:pt x="8836" y="246"/>
                  </a:lnTo>
                  <a:lnTo>
                    <a:pt x="8182" y="82"/>
                  </a:lnTo>
                  <a:lnTo>
                    <a:pt x="748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43">
              <a:extLst>
                <a:ext uri="{FF2B5EF4-FFF2-40B4-BE49-F238E27FC236}">
                  <a16:creationId xmlns:a16="http://schemas.microsoft.com/office/drawing/2014/main" id="{3CB7DDD1-CBA9-0EB3-6E25-5D3711B49E9D}"/>
                </a:ext>
              </a:extLst>
            </p:cNvPr>
            <p:cNvSpPr/>
            <p:nvPr/>
          </p:nvSpPr>
          <p:spPr>
            <a:xfrm>
              <a:off x="2503450" y="2202425"/>
              <a:ext cx="610600" cy="1456375"/>
            </a:xfrm>
            <a:custGeom>
              <a:avLst/>
              <a:gdLst/>
              <a:ahLst/>
              <a:cxnLst/>
              <a:rect l="l" t="t" r="r" b="b"/>
              <a:pathLst>
                <a:path w="24424" h="58255" extrusionOk="0">
                  <a:moveTo>
                    <a:pt x="16692" y="0"/>
                  </a:moveTo>
                  <a:lnTo>
                    <a:pt x="16323" y="41"/>
                  </a:lnTo>
                  <a:lnTo>
                    <a:pt x="16037" y="164"/>
                  </a:lnTo>
                  <a:lnTo>
                    <a:pt x="15710" y="368"/>
                  </a:lnTo>
                  <a:lnTo>
                    <a:pt x="15464" y="614"/>
                  </a:lnTo>
                  <a:lnTo>
                    <a:pt x="15260" y="900"/>
                  </a:lnTo>
                  <a:lnTo>
                    <a:pt x="1" y="30968"/>
                  </a:lnTo>
                  <a:lnTo>
                    <a:pt x="5401" y="35346"/>
                  </a:lnTo>
                  <a:lnTo>
                    <a:pt x="21355" y="58255"/>
                  </a:lnTo>
                  <a:lnTo>
                    <a:pt x="21764" y="57437"/>
                  </a:lnTo>
                  <a:lnTo>
                    <a:pt x="22132" y="56659"/>
                  </a:lnTo>
                  <a:lnTo>
                    <a:pt x="22460" y="55882"/>
                  </a:lnTo>
                  <a:lnTo>
                    <a:pt x="22787" y="55064"/>
                  </a:lnTo>
                  <a:lnTo>
                    <a:pt x="23073" y="54287"/>
                  </a:lnTo>
                  <a:lnTo>
                    <a:pt x="23319" y="53509"/>
                  </a:lnTo>
                  <a:lnTo>
                    <a:pt x="23523" y="52732"/>
                  </a:lnTo>
                  <a:lnTo>
                    <a:pt x="23728" y="51955"/>
                  </a:lnTo>
                  <a:lnTo>
                    <a:pt x="23892" y="51177"/>
                  </a:lnTo>
                  <a:lnTo>
                    <a:pt x="24055" y="50400"/>
                  </a:lnTo>
                  <a:lnTo>
                    <a:pt x="24260" y="48887"/>
                  </a:lnTo>
                  <a:lnTo>
                    <a:pt x="24382" y="47373"/>
                  </a:lnTo>
                  <a:lnTo>
                    <a:pt x="24423" y="45900"/>
                  </a:lnTo>
                  <a:lnTo>
                    <a:pt x="24382" y="44427"/>
                  </a:lnTo>
                  <a:lnTo>
                    <a:pt x="24260" y="42996"/>
                  </a:lnTo>
                  <a:lnTo>
                    <a:pt x="24096" y="41605"/>
                  </a:lnTo>
                  <a:lnTo>
                    <a:pt x="23851" y="40255"/>
                  </a:lnTo>
                  <a:lnTo>
                    <a:pt x="23564" y="38946"/>
                  </a:lnTo>
                  <a:lnTo>
                    <a:pt x="23196" y="37637"/>
                  </a:lnTo>
                  <a:lnTo>
                    <a:pt x="22828" y="36409"/>
                  </a:lnTo>
                  <a:lnTo>
                    <a:pt x="22419" y="35223"/>
                  </a:lnTo>
                  <a:lnTo>
                    <a:pt x="21969" y="34077"/>
                  </a:lnTo>
                  <a:lnTo>
                    <a:pt x="21519" y="33014"/>
                  </a:lnTo>
                  <a:lnTo>
                    <a:pt x="21069" y="31991"/>
                  </a:lnTo>
                  <a:lnTo>
                    <a:pt x="20578" y="31009"/>
                  </a:lnTo>
                  <a:lnTo>
                    <a:pt x="20087" y="30109"/>
                  </a:lnTo>
                  <a:lnTo>
                    <a:pt x="19637" y="29250"/>
                  </a:lnTo>
                  <a:lnTo>
                    <a:pt x="18737" y="27737"/>
                  </a:lnTo>
                  <a:lnTo>
                    <a:pt x="17960" y="26550"/>
                  </a:lnTo>
                  <a:lnTo>
                    <a:pt x="17305" y="25691"/>
                  </a:lnTo>
                  <a:lnTo>
                    <a:pt x="16773" y="24955"/>
                  </a:lnTo>
                  <a:lnTo>
                    <a:pt x="17469" y="23359"/>
                  </a:lnTo>
                  <a:lnTo>
                    <a:pt x="18123" y="21887"/>
                  </a:lnTo>
                  <a:lnTo>
                    <a:pt x="18696" y="20455"/>
                  </a:lnTo>
                  <a:lnTo>
                    <a:pt x="19187" y="19105"/>
                  </a:lnTo>
                  <a:lnTo>
                    <a:pt x="19637" y="17796"/>
                  </a:lnTo>
                  <a:lnTo>
                    <a:pt x="20046" y="16528"/>
                  </a:lnTo>
                  <a:lnTo>
                    <a:pt x="20373" y="15341"/>
                  </a:lnTo>
                  <a:lnTo>
                    <a:pt x="20660" y="14196"/>
                  </a:lnTo>
                  <a:lnTo>
                    <a:pt x="20905" y="13132"/>
                  </a:lnTo>
                  <a:lnTo>
                    <a:pt x="21110" y="12109"/>
                  </a:lnTo>
                  <a:lnTo>
                    <a:pt x="21232" y="11128"/>
                  </a:lnTo>
                  <a:lnTo>
                    <a:pt x="21355" y="10187"/>
                  </a:lnTo>
                  <a:lnTo>
                    <a:pt x="21396" y="9328"/>
                  </a:lnTo>
                  <a:lnTo>
                    <a:pt x="21437" y="8509"/>
                  </a:lnTo>
                  <a:lnTo>
                    <a:pt x="21396" y="7732"/>
                  </a:lnTo>
                  <a:lnTo>
                    <a:pt x="21355" y="6996"/>
                  </a:lnTo>
                  <a:lnTo>
                    <a:pt x="21273" y="6300"/>
                  </a:lnTo>
                  <a:lnTo>
                    <a:pt x="21151" y="5646"/>
                  </a:lnTo>
                  <a:lnTo>
                    <a:pt x="21028" y="5032"/>
                  </a:lnTo>
                  <a:lnTo>
                    <a:pt x="20864" y="4500"/>
                  </a:lnTo>
                  <a:lnTo>
                    <a:pt x="20660" y="3968"/>
                  </a:lnTo>
                  <a:lnTo>
                    <a:pt x="20455" y="3478"/>
                  </a:lnTo>
                  <a:lnTo>
                    <a:pt x="20210" y="2987"/>
                  </a:lnTo>
                  <a:lnTo>
                    <a:pt x="19964" y="2578"/>
                  </a:lnTo>
                  <a:lnTo>
                    <a:pt x="19719" y="2209"/>
                  </a:lnTo>
                  <a:lnTo>
                    <a:pt x="19432" y="1841"/>
                  </a:lnTo>
                  <a:lnTo>
                    <a:pt x="19146" y="1514"/>
                  </a:lnTo>
                  <a:lnTo>
                    <a:pt x="18860" y="1228"/>
                  </a:lnTo>
                  <a:lnTo>
                    <a:pt x="18287" y="696"/>
                  </a:lnTo>
                  <a:lnTo>
                    <a:pt x="17673" y="287"/>
                  </a:lnTo>
                  <a:lnTo>
                    <a:pt x="17346" y="123"/>
                  </a:lnTo>
                  <a:lnTo>
                    <a:pt x="17019" y="0"/>
                  </a:lnTo>
                  <a:close/>
                </a:path>
              </a:pathLst>
            </a:custGeom>
            <a:solidFill>
              <a:srgbClr val="EDBA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3440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61">
          <a:extLst>
            <a:ext uri="{FF2B5EF4-FFF2-40B4-BE49-F238E27FC236}">
              <a16:creationId xmlns:a16="http://schemas.microsoft.com/office/drawing/2014/main" id="{136807F3-F788-0EBB-8846-6F64E748D30B}"/>
            </a:ext>
          </a:extLst>
        </p:cNvPr>
        <p:cNvGrpSpPr/>
        <p:nvPr/>
      </p:nvGrpSpPr>
      <p:grpSpPr>
        <a:xfrm>
          <a:off x="0" y="0"/>
          <a:ext cx="0" cy="0"/>
          <a:chOff x="0" y="0"/>
          <a:chExt cx="0" cy="0"/>
        </a:xfrm>
      </p:grpSpPr>
      <p:sp>
        <p:nvSpPr>
          <p:cNvPr id="3063" name="Google Shape;3063;p43">
            <a:extLst>
              <a:ext uri="{FF2B5EF4-FFF2-40B4-BE49-F238E27FC236}">
                <a16:creationId xmlns:a16="http://schemas.microsoft.com/office/drawing/2014/main" id="{6DC6720C-B272-0CAC-3E72-A5720489DF75}"/>
              </a:ext>
            </a:extLst>
          </p:cNvPr>
          <p:cNvSpPr txBox="1">
            <a:spLocks noGrp="1"/>
          </p:cNvSpPr>
          <p:nvPr>
            <p:ph type="title"/>
          </p:nvPr>
        </p:nvSpPr>
        <p:spPr>
          <a:xfrm>
            <a:off x="457200" y="28623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Handling Missing &amp; Invalid Values</a:t>
            </a:r>
            <a:endParaRPr dirty="0"/>
          </a:p>
        </p:txBody>
      </p:sp>
      <p:graphicFrame>
        <p:nvGraphicFramePr>
          <p:cNvPr id="2" name="Table 1">
            <a:extLst>
              <a:ext uri="{FF2B5EF4-FFF2-40B4-BE49-F238E27FC236}">
                <a16:creationId xmlns:a16="http://schemas.microsoft.com/office/drawing/2014/main" id="{7FFFFF82-44BC-1832-33EF-7CAFE008B44D}"/>
              </a:ext>
            </a:extLst>
          </p:cNvPr>
          <p:cNvGraphicFramePr>
            <a:graphicFrameLocks noGrp="1"/>
          </p:cNvGraphicFramePr>
          <p:nvPr>
            <p:extLst>
              <p:ext uri="{D42A27DB-BD31-4B8C-83A1-F6EECF244321}">
                <p14:modId xmlns:p14="http://schemas.microsoft.com/office/powerpoint/2010/main" val="2923909603"/>
              </p:ext>
            </p:extLst>
          </p:nvPr>
        </p:nvGraphicFramePr>
        <p:xfrm>
          <a:off x="171450" y="941795"/>
          <a:ext cx="5982606" cy="3915465"/>
        </p:xfrm>
        <a:graphic>
          <a:graphicData uri="http://schemas.openxmlformats.org/drawingml/2006/table">
            <a:tbl>
              <a:tblPr firstRow="1" bandRow="1">
                <a:tableStyleId>{5C22544A-7EE6-4342-B048-85BDC9FD1C3A}</a:tableStyleId>
              </a:tblPr>
              <a:tblGrid>
                <a:gridCol w="664734">
                  <a:extLst>
                    <a:ext uri="{9D8B030D-6E8A-4147-A177-3AD203B41FA5}">
                      <a16:colId xmlns:a16="http://schemas.microsoft.com/office/drawing/2014/main" val="20000"/>
                    </a:ext>
                  </a:extLst>
                </a:gridCol>
                <a:gridCol w="664734">
                  <a:extLst>
                    <a:ext uri="{9D8B030D-6E8A-4147-A177-3AD203B41FA5}">
                      <a16:colId xmlns:a16="http://schemas.microsoft.com/office/drawing/2014/main" val="20001"/>
                    </a:ext>
                  </a:extLst>
                </a:gridCol>
                <a:gridCol w="664734">
                  <a:extLst>
                    <a:ext uri="{9D8B030D-6E8A-4147-A177-3AD203B41FA5}">
                      <a16:colId xmlns:a16="http://schemas.microsoft.com/office/drawing/2014/main" val="20002"/>
                    </a:ext>
                  </a:extLst>
                </a:gridCol>
                <a:gridCol w="664734">
                  <a:extLst>
                    <a:ext uri="{9D8B030D-6E8A-4147-A177-3AD203B41FA5}">
                      <a16:colId xmlns:a16="http://schemas.microsoft.com/office/drawing/2014/main" val="20003"/>
                    </a:ext>
                  </a:extLst>
                </a:gridCol>
                <a:gridCol w="664734">
                  <a:extLst>
                    <a:ext uri="{9D8B030D-6E8A-4147-A177-3AD203B41FA5}">
                      <a16:colId xmlns:a16="http://schemas.microsoft.com/office/drawing/2014/main" val="20004"/>
                    </a:ext>
                  </a:extLst>
                </a:gridCol>
                <a:gridCol w="664734">
                  <a:extLst>
                    <a:ext uri="{9D8B030D-6E8A-4147-A177-3AD203B41FA5}">
                      <a16:colId xmlns:a16="http://schemas.microsoft.com/office/drawing/2014/main" val="20005"/>
                    </a:ext>
                  </a:extLst>
                </a:gridCol>
                <a:gridCol w="664734">
                  <a:extLst>
                    <a:ext uri="{9D8B030D-6E8A-4147-A177-3AD203B41FA5}">
                      <a16:colId xmlns:a16="http://schemas.microsoft.com/office/drawing/2014/main" val="20006"/>
                    </a:ext>
                  </a:extLst>
                </a:gridCol>
                <a:gridCol w="664734">
                  <a:extLst>
                    <a:ext uri="{9D8B030D-6E8A-4147-A177-3AD203B41FA5}">
                      <a16:colId xmlns:a16="http://schemas.microsoft.com/office/drawing/2014/main" val="20007"/>
                    </a:ext>
                  </a:extLst>
                </a:gridCol>
                <a:gridCol w="664734">
                  <a:extLst>
                    <a:ext uri="{9D8B030D-6E8A-4147-A177-3AD203B41FA5}">
                      <a16:colId xmlns:a16="http://schemas.microsoft.com/office/drawing/2014/main" val="20008"/>
                    </a:ext>
                  </a:extLst>
                </a:gridCol>
              </a:tblGrid>
              <a:tr h="820985">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Statistic</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fare_amount</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pickup_longitude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pickup_latitude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dropoff_longitude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dropoff_latitude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passenger_count</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hour</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day</a:t>
                      </a:r>
                    </a:p>
                  </a:txBody>
                  <a:tcPr anchor="ctr">
                    <a:solidFill>
                      <a:srgbClr val="434343"/>
                    </a:solidFill>
                  </a:tcPr>
                </a:tc>
                <a:extLst>
                  <a:ext uri="{0D108BD9-81ED-4DB2-BD59-A6C34878D82A}">
                    <a16:rowId xmlns:a16="http://schemas.microsoft.com/office/drawing/2014/main" val="10000"/>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count</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extLst>
                  <a:ext uri="{0D108BD9-81ED-4DB2-BD59-A6C34878D82A}">
                    <a16:rowId xmlns:a16="http://schemas.microsoft.com/office/drawing/2014/main" val="10001"/>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mean</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11.358</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-1.2657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0.6967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-1.2658</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0.6967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1.6834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13.51</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15.68</a:t>
                      </a:r>
                    </a:p>
                  </a:txBody>
                  <a:tcPr anchor="ctr">
                    <a:solidFill>
                      <a:srgbClr val="D9D9D9"/>
                    </a:solidFill>
                  </a:tcPr>
                </a:tc>
                <a:extLst>
                  <a:ext uri="{0D108BD9-81ED-4DB2-BD59-A6C34878D82A}">
                    <a16:rowId xmlns:a16="http://schemas.microsoft.com/office/drawing/2014/main" val="10002"/>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std</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9.9166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0.2069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0.1409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0.2059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0.1290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1.3074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6.5116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8.6811</a:t>
                      </a:r>
                    </a:p>
                  </a:txBody>
                  <a:tcPr anchor="ctr">
                    <a:solidFill>
                      <a:srgbClr val="D9D9D9"/>
                    </a:solidFill>
                  </a:tcPr>
                </a:tc>
                <a:extLst>
                  <a:ext uri="{0D108BD9-81ED-4DB2-BD59-A6C34878D82A}">
                    <a16:rowId xmlns:a16="http://schemas.microsoft.com/office/drawing/2014/main" val="10003"/>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min</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-44.90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-52.12</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-54.39</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-59.05</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-44.68</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extLst>
                  <a:ext uri="{0D108BD9-81ED-4DB2-BD59-A6C34878D82A}">
                    <a16:rowId xmlns:a16="http://schemas.microsoft.com/office/drawing/2014/main" val="10004"/>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-1.2914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8.0000</a:t>
                      </a:r>
                    </a:p>
                  </a:txBody>
                  <a:tcPr anchor="ctr">
                    <a:solidFill>
                      <a:srgbClr val="D9D9D9"/>
                    </a:solidFill>
                  </a:tcPr>
                </a:tc>
                <a:extLst>
                  <a:ext uri="{0D108BD9-81ED-4DB2-BD59-A6C34878D82A}">
                    <a16:rowId xmlns:a16="http://schemas.microsoft.com/office/drawing/2014/main" val="10005"/>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8.5000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0.7113</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0.7113</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14.00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16.00</a:t>
                      </a:r>
                    </a:p>
                  </a:txBody>
                  <a:tcPr anchor="ctr">
                    <a:solidFill>
                      <a:srgbClr val="D9D9D9"/>
                    </a:solidFill>
                  </a:tcPr>
                </a:tc>
                <a:extLst>
                  <a:ext uri="{0D108BD9-81ED-4DB2-BD59-A6C34878D82A}">
                    <a16:rowId xmlns:a16="http://schemas.microsoft.com/office/drawing/2014/main" val="10006"/>
                  </a:ext>
                </a:extLst>
              </a:tr>
              <a:tr h="58942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75%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12.5000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19.00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23.00</a:t>
                      </a:r>
                    </a:p>
                  </a:txBody>
                  <a:tcPr anchor="ctr">
                    <a:solidFill>
                      <a:srgbClr val="D9D9D9"/>
                    </a:solidFill>
                  </a:tcPr>
                </a:tc>
                <a:extLst>
                  <a:ext uri="{0D108BD9-81ED-4DB2-BD59-A6C34878D82A}">
                    <a16:rowId xmlns:a16="http://schemas.microsoft.com/office/drawing/2014/main" val="10007"/>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max</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37.36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29.72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0.7130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7.0619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23.00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31.00</a:t>
                      </a:r>
                    </a:p>
                  </a:txBody>
                  <a:tcPr anchor="ctr">
                    <a:solidFill>
                      <a:srgbClr val="D9D9D9"/>
                    </a:solidFill>
                  </a:tcPr>
                </a:tc>
                <a:extLst>
                  <a:ext uri="{0D108BD9-81ED-4DB2-BD59-A6C34878D82A}">
                    <a16:rowId xmlns:a16="http://schemas.microsoft.com/office/drawing/2014/main" val="10008"/>
                  </a:ext>
                </a:extLst>
              </a:tr>
            </a:tbl>
          </a:graphicData>
        </a:graphic>
      </p:graphicFrame>
      <p:sp>
        <p:nvSpPr>
          <p:cNvPr id="37" name="TextBox 36">
            <a:extLst>
              <a:ext uri="{FF2B5EF4-FFF2-40B4-BE49-F238E27FC236}">
                <a16:creationId xmlns:a16="http://schemas.microsoft.com/office/drawing/2014/main" id="{522B26EA-40A3-A8CF-4860-5D3C397455FB}"/>
              </a:ext>
            </a:extLst>
          </p:cNvPr>
          <p:cNvSpPr txBox="1"/>
          <p:nvPr/>
        </p:nvSpPr>
        <p:spPr>
          <a:xfrm>
            <a:off x="6267362" y="941795"/>
            <a:ext cx="2705188" cy="3913251"/>
          </a:xfrm>
          <a:prstGeom prst="rect">
            <a:avLst/>
          </a:prstGeom>
          <a:noFill/>
        </p:spPr>
        <p:txBody>
          <a:bodyPr wrap="square">
            <a:spAutoFit/>
          </a:bodyPr>
          <a:lstStyle/>
          <a:p>
            <a:pPr lvl="0" algn="l" rtl="0">
              <a:lnSpc>
                <a:spcPct val="107000"/>
              </a:lnSpc>
              <a:spcAft>
                <a:spcPts val="800"/>
              </a:spcAft>
              <a:tabLst>
                <a:tab pos="4572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Fare Amount (</a:t>
            </a:r>
            <a:r>
              <a:rPr lang="en-US" sz="1600" b="1" kern="100" dirty="0" err="1">
                <a:effectLst/>
                <a:latin typeface="Roboto" panose="02000000000000000000" pitchFamily="2" charset="0"/>
                <a:ea typeface="Roboto" panose="02000000000000000000" pitchFamily="2" charset="0"/>
                <a:cs typeface="Roboto" panose="02000000000000000000" pitchFamily="2" charset="0"/>
              </a:rPr>
              <a:t>fare_amount</a:t>
            </a:r>
            <a:r>
              <a:rPr lang="en-US" sz="1600" b="1" kern="100" dirty="0">
                <a:effectLst/>
                <a:latin typeface="Roboto" panose="02000000000000000000" pitchFamily="2" charset="0"/>
                <a:ea typeface="Roboto" panose="02000000000000000000" pitchFamily="2" charset="0"/>
                <a:cs typeface="Roboto" panose="02000000000000000000" pitchFamily="2" charset="0"/>
              </a:rPr>
              <a:t>)</a:t>
            </a:r>
            <a:endParaRPr lang="en-US" sz="1600" kern="100" dirty="0">
              <a:effectLst/>
              <a:latin typeface="Roboto" panose="02000000000000000000" pitchFamily="2" charset="0"/>
              <a:ea typeface="Roboto" panose="02000000000000000000" pitchFamily="2" charset="0"/>
              <a:cs typeface="Roboto" panose="02000000000000000000" pitchFamily="2"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Min:</a:t>
            </a:r>
            <a:r>
              <a:rPr lang="en-US" sz="1600" kern="100" dirty="0">
                <a:effectLst/>
                <a:latin typeface="Roboto" panose="02000000000000000000" pitchFamily="2" charset="0"/>
                <a:ea typeface="Roboto" panose="02000000000000000000" pitchFamily="2" charset="0"/>
                <a:cs typeface="Roboto" panose="02000000000000000000" pitchFamily="2" charset="0"/>
              </a:rPr>
              <a:t> -44.90 (Negative fares are unlikely unless it's a refund or error).</a:t>
            </a: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Max:</a:t>
            </a:r>
            <a:r>
              <a:rPr lang="en-US" sz="1600" kern="100" dirty="0">
                <a:effectLst/>
                <a:latin typeface="Roboto" panose="02000000000000000000" pitchFamily="2" charset="0"/>
                <a:ea typeface="Roboto" panose="02000000000000000000" pitchFamily="2" charset="0"/>
                <a:cs typeface="Roboto" panose="02000000000000000000" pitchFamily="2" charset="0"/>
              </a:rPr>
              <a:t> 500.00 (A high fare, but possibly valid for a long-distance trip).</a:t>
            </a:r>
            <a:endParaRPr lang="en-US" sz="1600" kern="100" dirty="0">
              <a:latin typeface="Roboto" panose="02000000000000000000" pitchFamily="2" charset="0"/>
              <a:ea typeface="Roboto" panose="02000000000000000000" pitchFamily="2" charset="0"/>
              <a:cs typeface="Roboto" panose="02000000000000000000" pitchFamily="2" charset="0"/>
            </a:endParaRPr>
          </a:p>
          <a:p>
            <a:pPr marL="457200" lvl="1" algn="l" rtl="0">
              <a:lnSpc>
                <a:spcPct val="107000"/>
              </a:lnSpc>
              <a:spcAft>
                <a:spcPts val="800"/>
              </a:spcAft>
              <a:buSzPts val="1000"/>
              <a:tabLst>
                <a:tab pos="914400" algn="l"/>
              </a:tabLst>
            </a:pPr>
            <a:endParaRPr lang="en-US" sz="1600" b="1" kern="100" dirty="0">
              <a:latin typeface="Roboto" panose="02000000000000000000" pitchFamily="2" charset="0"/>
              <a:ea typeface="Roboto" panose="02000000000000000000" pitchFamily="2" charset="0"/>
              <a:cs typeface="Roboto" panose="02000000000000000000" pitchFamily="2" charset="0"/>
            </a:endParaRPr>
          </a:p>
          <a:p>
            <a:pPr marL="457200" lvl="1" algn="l" rtl="0">
              <a:lnSpc>
                <a:spcPct val="107000"/>
              </a:lnSpc>
              <a:spcAft>
                <a:spcPts val="800"/>
              </a:spcAft>
              <a:buSzPts val="1000"/>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 Action:</a:t>
            </a:r>
            <a:r>
              <a:rPr lang="en-US" sz="1600" kern="100" dirty="0">
                <a:effectLst/>
                <a:latin typeface="Roboto" panose="02000000000000000000" pitchFamily="2" charset="0"/>
                <a:ea typeface="Roboto" panose="02000000000000000000" pitchFamily="2" charset="0"/>
                <a:cs typeface="Roboto" panose="02000000000000000000" pitchFamily="2" charset="0"/>
              </a:rPr>
              <a:t> Remove negative fare values.</a:t>
            </a:r>
          </a:p>
        </p:txBody>
      </p:sp>
    </p:spTree>
    <p:extLst>
      <p:ext uri="{BB962C8B-B14F-4D97-AF65-F5344CB8AC3E}">
        <p14:creationId xmlns:p14="http://schemas.microsoft.com/office/powerpoint/2010/main" val="397694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1">
          <a:extLst>
            <a:ext uri="{FF2B5EF4-FFF2-40B4-BE49-F238E27FC236}">
              <a16:creationId xmlns:a16="http://schemas.microsoft.com/office/drawing/2014/main" id="{C1C8075A-E089-AD11-AD96-244672EB33D5}"/>
            </a:ext>
          </a:extLst>
        </p:cNvPr>
        <p:cNvGrpSpPr/>
        <p:nvPr/>
      </p:nvGrpSpPr>
      <p:grpSpPr>
        <a:xfrm>
          <a:off x="0" y="0"/>
          <a:ext cx="0" cy="0"/>
          <a:chOff x="0" y="0"/>
          <a:chExt cx="0" cy="0"/>
        </a:xfrm>
      </p:grpSpPr>
      <p:sp>
        <p:nvSpPr>
          <p:cNvPr id="3063" name="Google Shape;3063;p43">
            <a:extLst>
              <a:ext uri="{FF2B5EF4-FFF2-40B4-BE49-F238E27FC236}">
                <a16:creationId xmlns:a16="http://schemas.microsoft.com/office/drawing/2014/main" id="{96FCB90B-D491-9043-822F-3AD761C563E9}"/>
              </a:ext>
            </a:extLst>
          </p:cNvPr>
          <p:cNvSpPr txBox="1">
            <a:spLocks noGrp="1"/>
          </p:cNvSpPr>
          <p:nvPr>
            <p:ph type="title"/>
          </p:nvPr>
        </p:nvSpPr>
        <p:spPr>
          <a:xfrm>
            <a:off x="457200" y="28623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Handling Missing &amp; Invalid Values</a:t>
            </a:r>
            <a:endParaRPr dirty="0"/>
          </a:p>
        </p:txBody>
      </p:sp>
      <p:graphicFrame>
        <p:nvGraphicFramePr>
          <p:cNvPr id="2" name="Table 1">
            <a:extLst>
              <a:ext uri="{FF2B5EF4-FFF2-40B4-BE49-F238E27FC236}">
                <a16:creationId xmlns:a16="http://schemas.microsoft.com/office/drawing/2014/main" id="{63516BD4-21A1-8C6C-0606-9E4E15E6EEFB}"/>
              </a:ext>
            </a:extLst>
          </p:cNvPr>
          <p:cNvGraphicFramePr>
            <a:graphicFrameLocks noGrp="1"/>
          </p:cNvGraphicFramePr>
          <p:nvPr>
            <p:extLst>
              <p:ext uri="{D42A27DB-BD31-4B8C-83A1-F6EECF244321}">
                <p14:modId xmlns:p14="http://schemas.microsoft.com/office/powerpoint/2010/main" val="3235622578"/>
              </p:ext>
            </p:extLst>
          </p:nvPr>
        </p:nvGraphicFramePr>
        <p:xfrm>
          <a:off x="171450" y="941795"/>
          <a:ext cx="5982606" cy="3915465"/>
        </p:xfrm>
        <a:graphic>
          <a:graphicData uri="http://schemas.openxmlformats.org/drawingml/2006/table">
            <a:tbl>
              <a:tblPr firstRow="1" bandRow="1">
                <a:tableStyleId>{5C22544A-7EE6-4342-B048-85BDC9FD1C3A}</a:tableStyleId>
              </a:tblPr>
              <a:tblGrid>
                <a:gridCol w="664734">
                  <a:extLst>
                    <a:ext uri="{9D8B030D-6E8A-4147-A177-3AD203B41FA5}">
                      <a16:colId xmlns:a16="http://schemas.microsoft.com/office/drawing/2014/main" val="20000"/>
                    </a:ext>
                  </a:extLst>
                </a:gridCol>
                <a:gridCol w="664734">
                  <a:extLst>
                    <a:ext uri="{9D8B030D-6E8A-4147-A177-3AD203B41FA5}">
                      <a16:colId xmlns:a16="http://schemas.microsoft.com/office/drawing/2014/main" val="20001"/>
                    </a:ext>
                  </a:extLst>
                </a:gridCol>
                <a:gridCol w="664734">
                  <a:extLst>
                    <a:ext uri="{9D8B030D-6E8A-4147-A177-3AD203B41FA5}">
                      <a16:colId xmlns:a16="http://schemas.microsoft.com/office/drawing/2014/main" val="20002"/>
                    </a:ext>
                  </a:extLst>
                </a:gridCol>
                <a:gridCol w="664734">
                  <a:extLst>
                    <a:ext uri="{9D8B030D-6E8A-4147-A177-3AD203B41FA5}">
                      <a16:colId xmlns:a16="http://schemas.microsoft.com/office/drawing/2014/main" val="20003"/>
                    </a:ext>
                  </a:extLst>
                </a:gridCol>
                <a:gridCol w="664734">
                  <a:extLst>
                    <a:ext uri="{9D8B030D-6E8A-4147-A177-3AD203B41FA5}">
                      <a16:colId xmlns:a16="http://schemas.microsoft.com/office/drawing/2014/main" val="20004"/>
                    </a:ext>
                  </a:extLst>
                </a:gridCol>
                <a:gridCol w="664734">
                  <a:extLst>
                    <a:ext uri="{9D8B030D-6E8A-4147-A177-3AD203B41FA5}">
                      <a16:colId xmlns:a16="http://schemas.microsoft.com/office/drawing/2014/main" val="20005"/>
                    </a:ext>
                  </a:extLst>
                </a:gridCol>
                <a:gridCol w="664734">
                  <a:extLst>
                    <a:ext uri="{9D8B030D-6E8A-4147-A177-3AD203B41FA5}">
                      <a16:colId xmlns:a16="http://schemas.microsoft.com/office/drawing/2014/main" val="20006"/>
                    </a:ext>
                  </a:extLst>
                </a:gridCol>
                <a:gridCol w="664734">
                  <a:extLst>
                    <a:ext uri="{9D8B030D-6E8A-4147-A177-3AD203B41FA5}">
                      <a16:colId xmlns:a16="http://schemas.microsoft.com/office/drawing/2014/main" val="20007"/>
                    </a:ext>
                  </a:extLst>
                </a:gridCol>
                <a:gridCol w="664734">
                  <a:extLst>
                    <a:ext uri="{9D8B030D-6E8A-4147-A177-3AD203B41FA5}">
                      <a16:colId xmlns:a16="http://schemas.microsoft.com/office/drawing/2014/main" val="20008"/>
                    </a:ext>
                  </a:extLst>
                </a:gridCol>
              </a:tblGrid>
              <a:tr h="820985">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Statistic</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fare_amount</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pickup_longitude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pickup_latitude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dropoff_longitude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dropoff_latitude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passenger_count</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hour</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day</a:t>
                      </a:r>
                    </a:p>
                  </a:txBody>
                  <a:tcPr anchor="ctr">
                    <a:solidFill>
                      <a:srgbClr val="434343"/>
                    </a:solidFill>
                  </a:tcPr>
                </a:tc>
                <a:extLst>
                  <a:ext uri="{0D108BD9-81ED-4DB2-BD59-A6C34878D82A}">
                    <a16:rowId xmlns:a16="http://schemas.microsoft.com/office/drawing/2014/main" val="10000"/>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count</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extLst>
                  <a:ext uri="{0D108BD9-81ED-4DB2-BD59-A6C34878D82A}">
                    <a16:rowId xmlns:a16="http://schemas.microsoft.com/office/drawing/2014/main" val="10001"/>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mean</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11.358</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-1.2657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0.6967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-1.2658</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0.6967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1.6834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13.51</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15.68</a:t>
                      </a:r>
                    </a:p>
                  </a:txBody>
                  <a:tcPr anchor="ctr">
                    <a:solidFill>
                      <a:srgbClr val="D9D9D9"/>
                    </a:solidFill>
                  </a:tcPr>
                </a:tc>
                <a:extLst>
                  <a:ext uri="{0D108BD9-81ED-4DB2-BD59-A6C34878D82A}">
                    <a16:rowId xmlns:a16="http://schemas.microsoft.com/office/drawing/2014/main" val="10002"/>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std</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9.9166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0.2069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0.1409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0.2059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0.1290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1.3074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6.5116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8.6811</a:t>
                      </a:r>
                    </a:p>
                  </a:txBody>
                  <a:tcPr anchor="ctr">
                    <a:solidFill>
                      <a:srgbClr val="D9D9D9"/>
                    </a:solidFill>
                  </a:tcPr>
                </a:tc>
                <a:extLst>
                  <a:ext uri="{0D108BD9-81ED-4DB2-BD59-A6C34878D82A}">
                    <a16:rowId xmlns:a16="http://schemas.microsoft.com/office/drawing/2014/main" val="10003"/>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min</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-44.90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-52.12</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-54.39</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-59.05</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-44.68</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extLst>
                  <a:ext uri="{0D108BD9-81ED-4DB2-BD59-A6C34878D82A}">
                    <a16:rowId xmlns:a16="http://schemas.microsoft.com/office/drawing/2014/main" val="10004"/>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-1.2914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8.0000</a:t>
                      </a:r>
                    </a:p>
                  </a:txBody>
                  <a:tcPr anchor="ctr">
                    <a:solidFill>
                      <a:srgbClr val="D9D9D9"/>
                    </a:solidFill>
                  </a:tcPr>
                </a:tc>
                <a:extLst>
                  <a:ext uri="{0D108BD9-81ED-4DB2-BD59-A6C34878D82A}">
                    <a16:rowId xmlns:a16="http://schemas.microsoft.com/office/drawing/2014/main" val="10005"/>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8.5000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0.7113</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0.7113</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14.00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16.00</a:t>
                      </a:r>
                    </a:p>
                  </a:txBody>
                  <a:tcPr anchor="ctr">
                    <a:solidFill>
                      <a:srgbClr val="D9D9D9"/>
                    </a:solidFill>
                  </a:tcPr>
                </a:tc>
                <a:extLst>
                  <a:ext uri="{0D108BD9-81ED-4DB2-BD59-A6C34878D82A}">
                    <a16:rowId xmlns:a16="http://schemas.microsoft.com/office/drawing/2014/main" val="10006"/>
                  </a:ext>
                </a:extLst>
              </a:tr>
              <a:tr h="58942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75%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12.5000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19.00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23.00</a:t>
                      </a:r>
                    </a:p>
                  </a:txBody>
                  <a:tcPr anchor="ctr">
                    <a:solidFill>
                      <a:srgbClr val="D9D9D9"/>
                    </a:solidFill>
                  </a:tcPr>
                </a:tc>
                <a:extLst>
                  <a:ext uri="{0D108BD9-81ED-4DB2-BD59-A6C34878D82A}">
                    <a16:rowId xmlns:a16="http://schemas.microsoft.com/office/drawing/2014/main" val="10007"/>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max</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37.36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29.72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0.7130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7.0619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23.00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31.00</a:t>
                      </a:r>
                    </a:p>
                  </a:txBody>
                  <a:tcPr anchor="ctr">
                    <a:solidFill>
                      <a:srgbClr val="D9D9D9"/>
                    </a:solidFill>
                  </a:tcPr>
                </a:tc>
                <a:extLst>
                  <a:ext uri="{0D108BD9-81ED-4DB2-BD59-A6C34878D82A}">
                    <a16:rowId xmlns:a16="http://schemas.microsoft.com/office/drawing/2014/main" val="10008"/>
                  </a:ext>
                </a:extLst>
              </a:tr>
            </a:tbl>
          </a:graphicData>
        </a:graphic>
      </p:graphicFrame>
      <p:sp>
        <p:nvSpPr>
          <p:cNvPr id="37" name="TextBox 36">
            <a:extLst>
              <a:ext uri="{FF2B5EF4-FFF2-40B4-BE49-F238E27FC236}">
                <a16:creationId xmlns:a16="http://schemas.microsoft.com/office/drawing/2014/main" id="{910DFF40-7039-1BC3-6F20-3CE34B9D4B42}"/>
              </a:ext>
            </a:extLst>
          </p:cNvPr>
          <p:cNvSpPr txBox="1"/>
          <p:nvPr/>
        </p:nvSpPr>
        <p:spPr>
          <a:xfrm>
            <a:off x="6267362" y="941795"/>
            <a:ext cx="2876638" cy="3990836"/>
          </a:xfrm>
          <a:prstGeom prst="rect">
            <a:avLst/>
          </a:prstGeom>
          <a:noFill/>
        </p:spPr>
        <p:txBody>
          <a:bodyPr wrap="square">
            <a:spAutoFit/>
          </a:bodyPr>
          <a:lstStyle/>
          <a:p>
            <a:pPr lvl="0" algn="l" rtl="0">
              <a:spcAft>
                <a:spcPts val="800"/>
              </a:spcAft>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Pickup Longitude:</a:t>
            </a:r>
            <a:r>
              <a:rPr lang="en-US" sz="1200" kern="100" dirty="0">
                <a:effectLst/>
                <a:latin typeface="Roboto" panose="02000000000000000000" pitchFamily="2" charset="0"/>
                <a:ea typeface="Roboto" panose="02000000000000000000" pitchFamily="2" charset="0"/>
                <a:cs typeface="Roboto" panose="02000000000000000000" pitchFamily="2" charset="0"/>
              </a:rPr>
              <a:t> </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Min:</a:t>
            </a:r>
            <a:r>
              <a:rPr lang="en-US" sz="1200" kern="100" dirty="0">
                <a:effectLst/>
                <a:latin typeface="Roboto" panose="02000000000000000000" pitchFamily="2" charset="0"/>
                <a:ea typeface="Roboto" panose="02000000000000000000" pitchFamily="2" charset="0"/>
                <a:cs typeface="Roboto" panose="02000000000000000000" pitchFamily="2" charset="0"/>
              </a:rPr>
              <a:t> -52.119764</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Max:</a:t>
            </a:r>
            <a:r>
              <a:rPr lang="en-US" sz="1200" kern="100" dirty="0">
                <a:effectLst/>
                <a:latin typeface="Roboto" panose="02000000000000000000" pitchFamily="2" charset="0"/>
                <a:ea typeface="Roboto" panose="02000000000000000000" pitchFamily="2" charset="0"/>
                <a:cs typeface="Roboto" panose="02000000000000000000" pitchFamily="2" charset="0"/>
              </a:rPr>
              <a:t> 37.360538 (</a:t>
            </a:r>
            <a:r>
              <a:rPr lang="en-US" sz="1200" b="1" kern="100" dirty="0">
                <a:effectLst/>
                <a:latin typeface="Roboto" panose="02000000000000000000" pitchFamily="2" charset="0"/>
                <a:ea typeface="Roboto" panose="02000000000000000000" pitchFamily="2" charset="0"/>
                <a:cs typeface="Roboto" panose="02000000000000000000" pitchFamily="2" charset="0"/>
              </a:rPr>
              <a:t>Longitude values in NYC should be between -74 and -73</a:t>
            </a:r>
            <a:r>
              <a:rPr lang="en-US" sz="1200" kern="100" dirty="0">
                <a:effectLst/>
                <a:latin typeface="Roboto" panose="02000000000000000000" pitchFamily="2" charset="0"/>
                <a:ea typeface="Roboto" panose="02000000000000000000" pitchFamily="2" charset="0"/>
                <a:cs typeface="Roboto" panose="02000000000000000000" pitchFamily="2" charset="0"/>
              </a:rPr>
              <a:t>).</a:t>
            </a:r>
          </a:p>
          <a:p>
            <a:pPr lvl="0" algn="l" rtl="0">
              <a:spcAft>
                <a:spcPts val="800"/>
              </a:spcAft>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Pickup Latitude:</a:t>
            </a:r>
            <a:r>
              <a:rPr lang="en-US" sz="1200" kern="100" dirty="0">
                <a:effectLst/>
                <a:latin typeface="Roboto" panose="02000000000000000000" pitchFamily="2" charset="0"/>
                <a:ea typeface="Roboto" panose="02000000000000000000" pitchFamily="2" charset="0"/>
                <a:cs typeface="Roboto" panose="02000000000000000000" pitchFamily="2" charset="0"/>
              </a:rPr>
              <a:t> </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Min:</a:t>
            </a:r>
            <a:r>
              <a:rPr lang="en-US" sz="1200" kern="100" dirty="0">
                <a:effectLst/>
                <a:latin typeface="Roboto" panose="02000000000000000000" pitchFamily="2" charset="0"/>
                <a:ea typeface="Roboto" panose="02000000000000000000" pitchFamily="2" charset="0"/>
                <a:cs typeface="Roboto" panose="02000000000000000000" pitchFamily="2" charset="0"/>
              </a:rPr>
              <a:t> -54.389440</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Max:</a:t>
            </a:r>
            <a:r>
              <a:rPr lang="en-US" sz="1200" kern="100" dirty="0">
                <a:effectLst/>
                <a:latin typeface="Roboto" panose="02000000000000000000" pitchFamily="2" charset="0"/>
                <a:ea typeface="Roboto" panose="02000000000000000000" pitchFamily="2" charset="0"/>
                <a:cs typeface="Roboto" panose="02000000000000000000" pitchFamily="2" charset="0"/>
              </a:rPr>
              <a:t> 29.724576 (</a:t>
            </a:r>
            <a:r>
              <a:rPr lang="en-US" sz="1200" b="1" kern="100" dirty="0">
                <a:effectLst/>
                <a:latin typeface="Roboto" panose="02000000000000000000" pitchFamily="2" charset="0"/>
                <a:ea typeface="Roboto" panose="02000000000000000000" pitchFamily="2" charset="0"/>
                <a:cs typeface="Roboto" panose="02000000000000000000" pitchFamily="2" charset="0"/>
              </a:rPr>
              <a:t>Latitude values in NYC should be between 40 and 41</a:t>
            </a:r>
            <a:r>
              <a:rPr lang="en-US" sz="1200" kern="100" dirty="0">
                <a:effectLst/>
                <a:latin typeface="Roboto" panose="02000000000000000000" pitchFamily="2" charset="0"/>
                <a:ea typeface="Roboto" panose="02000000000000000000" pitchFamily="2" charset="0"/>
                <a:cs typeface="Roboto" panose="02000000000000000000" pitchFamily="2" charset="0"/>
              </a:rPr>
              <a:t>).</a:t>
            </a:r>
          </a:p>
          <a:p>
            <a:pPr lvl="0" algn="l" rtl="0">
              <a:spcAft>
                <a:spcPts val="800"/>
              </a:spcAft>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Dropoff Longitude:</a:t>
            </a:r>
            <a:r>
              <a:rPr lang="en-US" sz="1200" kern="100" dirty="0">
                <a:effectLst/>
                <a:latin typeface="Roboto" panose="02000000000000000000" pitchFamily="2" charset="0"/>
                <a:ea typeface="Roboto" panose="02000000000000000000" pitchFamily="2" charset="0"/>
                <a:cs typeface="Roboto" panose="02000000000000000000" pitchFamily="2" charset="0"/>
              </a:rPr>
              <a:t> </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Min:</a:t>
            </a:r>
            <a:r>
              <a:rPr lang="en-US" sz="1200" kern="100" dirty="0">
                <a:effectLst/>
                <a:latin typeface="Roboto" panose="02000000000000000000" pitchFamily="2" charset="0"/>
                <a:ea typeface="Roboto" panose="02000000000000000000" pitchFamily="2" charset="0"/>
                <a:cs typeface="Roboto" panose="02000000000000000000" pitchFamily="2" charset="0"/>
              </a:rPr>
              <a:t> -59.049665</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Max:</a:t>
            </a:r>
            <a:r>
              <a:rPr lang="en-US" sz="1200" kern="100" dirty="0">
                <a:effectLst/>
                <a:latin typeface="Roboto" panose="02000000000000000000" pitchFamily="2" charset="0"/>
                <a:ea typeface="Roboto" panose="02000000000000000000" pitchFamily="2" charset="0"/>
                <a:cs typeface="Roboto" panose="02000000000000000000" pitchFamily="2" charset="0"/>
              </a:rPr>
              <a:t> 0.712985 (</a:t>
            </a:r>
            <a:r>
              <a:rPr lang="en-US" sz="1200" b="1" kern="100" dirty="0">
                <a:effectLst/>
                <a:latin typeface="Roboto" panose="02000000000000000000" pitchFamily="2" charset="0"/>
                <a:ea typeface="Roboto" panose="02000000000000000000" pitchFamily="2" charset="0"/>
                <a:cs typeface="Roboto" panose="02000000000000000000" pitchFamily="2" charset="0"/>
              </a:rPr>
              <a:t>Again, unrealistic</a:t>
            </a:r>
            <a:r>
              <a:rPr lang="en-US" sz="1200" kern="100" dirty="0">
                <a:effectLst/>
                <a:latin typeface="Roboto" panose="02000000000000000000" pitchFamily="2" charset="0"/>
                <a:ea typeface="Roboto" panose="02000000000000000000" pitchFamily="2" charset="0"/>
                <a:cs typeface="Roboto" panose="02000000000000000000" pitchFamily="2" charset="0"/>
              </a:rPr>
              <a:t>).</a:t>
            </a:r>
          </a:p>
          <a:p>
            <a:pPr lvl="0" algn="l" rtl="0">
              <a:spcAft>
                <a:spcPts val="800"/>
              </a:spcAft>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Dropoff Latitude:</a:t>
            </a:r>
            <a:r>
              <a:rPr lang="en-US" sz="1200" kern="100" dirty="0">
                <a:effectLst/>
                <a:latin typeface="Roboto" panose="02000000000000000000" pitchFamily="2" charset="0"/>
                <a:ea typeface="Roboto" panose="02000000000000000000" pitchFamily="2" charset="0"/>
                <a:cs typeface="Roboto" panose="02000000000000000000" pitchFamily="2" charset="0"/>
              </a:rPr>
              <a:t> </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Min:</a:t>
            </a:r>
            <a:r>
              <a:rPr lang="en-US" sz="1200" kern="100" dirty="0">
                <a:effectLst/>
                <a:latin typeface="Roboto" panose="02000000000000000000" pitchFamily="2" charset="0"/>
                <a:ea typeface="Roboto" panose="02000000000000000000" pitchFamily="2" charset="0"/>
                <a:cs typeface="Roboto" panose="02000000000000000000" pitchFamily="2" charset="0"/>
              </a:rPr>
              <a:t> -44.676047</a:t>
            </a:r>
          </a:p>
          <a:p>
            <a:pPr marL="171450" lvl="0" indent="-171450" algn="l" rtl="0">
              <a:spcAft>
                <a:spcPts val="800"/>
              </a:spcAft>
              <a:buFont typeface="Arial" panose="020B0604020202020204" pitchFamily="34" charset="0"/>
              <a:buChar char="•"/>
              <a:tabLst>
                <a:tab pos="457200" algn="l"/>
              </a:tabLst>
            </a:pPr>
            <a:r>
              <a:rPr lang="en-US" sz="1200" b="1" kern="100" dirty="0">
                <a:effectLst/>
                <a:latin typeface="Roboto" panose="02000000000000000000" pitchFamily="2" charset="0"/>
                <a:ea typeface="Roboto" panose="02000000000000000000" pitchFamily="2" charset="0"/>
                <a:cs typeface="Roboto" panose="02000000000000000000" pitchFamily="2" charset="0"/>
              </a:rPr>
              <a:t>Max:</a:t>
            </a:r>
            <a:r>
              <a:rPr lang="en-US" sz="1200" kern="100" dirty="0">
                <a:effectLst/>
                <a:latin typeface="Roboto" panose="02000000000000000000" pitchFamily="2" charset="0"/>
                <a:ea typeface="Roboto" panose="02000000000000000000" pitchFamily="2" charset="0"/>
                <a:cs typeface="Roboto" panose="02000000000000000000" pitchFamily="2" charset="0"/>
              </a:rPr>
              <a:t> 7.061893</a:t>
            </a:r>
          </a:p>
        </p:txBody>
      </p:sp>
    </p:spTree>
    <p:extLst>
      <p:ext uri="{BB962C8B-B14F-4D97-AF65-F5344CB8AC3E}">
        <p14:creationId xmlns:p14="http://schemas.microsoft.com/office/powerpoint/2010/main" val="1792622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1">
          <a:extLst>
            <a:ext uri="{FF2B5EF4-FFF2-40B4-BE49-F238E27FC236}">
              <a16:creationId xmlns:a16="http://schemas.microsoft.com/office/drawing/2014/main" id="{71E26EE0-D5AE-FE52-651B-CBA987236824}"/>
            </a:ext>
          </a:extLst>
        </p:cNvPr>
        <p:cNvGrpSpPr/>
        <p:nvPr/>
      </p:nvGrpSpPr>
      <p:grpSpPr>
        <a:xfrm>
          <a:off x="0" y="0"/>
          <a:ext cx="0" cy="0"/>
          <a:chOff x="0" y="0"/>
          <a:chExt cx="0" cy="0"/>
        </a:xfrm>
      </p:grpSpPr>
      <p:sp>
        <p:nvSpPr>
          <p:cNvPr id="3063" name="Google Shape;3063;p43">
            <a:extLst>
              <a:ext uri="{FF2B5EF4-FFF2-40B4-BE49-F238E27FC236}">
                <a16:creationId xmlns:a16="http://schemas.microsoft.com/office/drawing/2014/main" id="{C01EF518-BC93-15A6-2659-DA99EACBCB19}"/>
              </a:ext>
            </a:extLst>
          </p:cNvPr>
          <p:cNvSpPr txBox="1">
            <a:spLocks noGrp="1"/>
          </p:cNvSpPr>
          <p:nvPr>
            <p:ph type="title"/>
          </p:nvPr>
        </p:nvSpPr>
        <p:spPr>
          <a:xfrm>
            <a:off x="457200" y="28623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Handling Missing &amp; Invalid Values</a:t>
            </a:r>
            <a:endParaRPr dirty="0"/>
          </a:p>
        </p:txBody>
      </p:sp>
      <p:graphicFrame>
        <p:nvGraphicFramePr>
          <p:cNvPr id="2" name="Table 1">
            <a:extLst>
              <a:ext uri="{FF2B5EF4-FFF2-40B4-BE49-F238E27FC236}">
                <a16:creationId xmlns:a16="http://schemas.microsoft.com/office/drawing/2014/main" id="{89C0AE95-BCF6-0410-9424-2502A7065ED8}"/>
              </a:ext>
            </a:extLst>
          </p:cNvPr>
          <p:cNvGraphicFramePr>
            <a:graphicFrameLocks noGrp="1"/>
          </p:cNvGraphicFramePr>
          <p:nvPr/>
        </p:nvGraphicFramePr>
        <p:xfrm>
          <a:off x="171450" y="941795"/>
          <a:ext cx="5982606" cy="3915465"/>
        </p:xfrm>
        <a:graphic>
          <a:graphicData uri="http://schemas.openxmlformats.org/drawingml/2006/table">
            <a:tbl>
              <a:tblPr firstRow="1" bandRow="1">
                <a:tableStyleId>{5C22544A-7EE6-4342-B048-85BDC9FD1C3A}</a:tableStyleId>
              </a:tblPr>
              <a:tblGrid>
                <a:gridCol w="664734">
                  <a:extLst>
                    <a:ext uri="{9D8B030D-6E8A-4147-A177-3AD203B41FA5}">
                      <a16:colId xmlns:a16="http://schemas.microsoft.com/office/drawing/2014/main" val="20000"/>
                    </a:ext>
                  </a:extLst>
                </a:gridCol>
                <a:gridCol w="664734">
                  <a:extLst>
                    <a:ext uri="{9D8B030D-6E8A-4147-A177-3AD203B41FA5}">
                      <a16:colId xmlns:a16="http://schemas.microsoft.com/office/drawing/2014/main" val="20001"/>
                    </a:ext>
                  </a:extLst>
                </a:gridCol>
                <a:gridCol w="664734">
                  <a:extLst>
                    <a:ext uri="{9D8B030D-6E8A-4147-A177-3AD203B41FA5}">
                      <a16:colId xmlns:a16="http://schemas.microsoft.com/office/drawing/2014/main" val="20002"/>
                    </a:ext>
                  </a:extLst>
                </a:gridCol>
                <a:gridCol w="664734">
                  <a:extLst>
                    <a:ext uri="{9D8B030D-6E8A-4147-A177-3AD203B41FA5}">
                      <a16:colId xmlns:a16="http://schemas.microsoft.com/office/drawing/2014/main" val="20003"/>
                    </a:ext>
                  </a:extLst>
                </a:gridCol>
                <a:gridCol w="664734">
                  <a:extLst>
                    <a:ext uri="{9D8B030D-6E8A-4147-A177-3AD203B41FA5}">
                      <a16:colId xmlns:a16="http://schemas.microsoft.com/office/drawing/2014/main" val="20004"/>
                    </a:ext>
                  </a:extLst>
                </a:gridCol>
                <a:gridCol w="664734">
                  <a:extLst>
                    <a:ext uri="{9D8B030D-6E8A-4147-A177-3AD203B41FA5}">
                      <a16:colId xmlns:a16="http://schemas.microsoft.com/office/drawing/2014/main" val="20005"/>
                    </a:ext>
                  </a:extLst>
                </a:gridCol>
                <a:gridCol w="664734">
                  <a:extLst>
                    <a:ext uri="{9D8B030D-6E8A-4147-A177-3AD203B41FA5}">
                      <a16:colId xmlns:a16="http://schemas.microsoft.com/office/drawing/2014/main" val="20006"/>
                    </a:ext>
                  </a:extLst>
                </a:gridCol>
                <a:gridCol w="664734">
                  <a:extLst>
                    <a:ext uri="{9D8B030D-6E8A-4147-A177-3AD203B41FA5}">
                      <a16:colId xmlns:a16="http://schemas.microsoft.com/office/drawing/2014/main" val="20007"/>
                    </a:ext>
                  </a:extLst>
                </a:gridCol>
                <a:gridCol w="664734">
                  <a:extLst>
                    <a:ext uri="{9D8B030D-6E8A-4147-A177-3AD203B41FA5}">
                      <a16:colId xmlns:a16="http://schemas.microsoft.com/office/drawing/2014/main" val="20008"/>
                    </a:ext>
                  </a:extLst>
                </a:gridCol>
              </a:tblGrid>
              <a:tr h="820985">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Statistic</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fare_amount</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pickup_longitude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pickup_latitude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dropoff_longitude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dropoff_latitude</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passenger_count</a:t>
                      </a:r>
                      <a:endPar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hour</a:t>
                      </a:r>
                    </a:p>
                  </a:txBody>
                  <a:tcPr anchor="ct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1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day</a:t>
                      </a:r>
                    </a:p>
                  </a:txBody>
                  <a:tcPr anchor="ctr">
                    <a:solidFill>
                      <a:srgbClr val="434343"/>
                    </a:solidFill>
                  </a:tcPr>
                </a:tc>
                <a:extLst>
                  <a:ext uri="{0D108BD9-81ED-4DB2-BD59-A6C34878D82A}">
                    <a16:rowId xmlns:a16="http://schemas.microsoft.com/office/drawing/2014/main" val="10000"/>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count</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nchor="ctr">
                    <a:solidFill>
                      <a:srgbClr val="D9D9D9"/>
                    </a:solidFill>
                  </a:tcPr>
                </a:tc>
                <a:extLst>
                  <a:ext uri="{0D108BD9-81ED-4DB2-BD59-A6C34878D82A}">
                    <a16:rowId xmlns:a16="http://schemas.microsoft.com/office/drawing/2014/main" val="10001"/>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mean</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11.358</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-1.2657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0.6967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-1.2658</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0.6967</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1.6834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13.51</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15.68</a:t>
                      </a:r>
                    </a:p>
                  </a:txBody>
                  <a:tcPr anchor="ctr">
                    <a:solidFill>
                      <a:srgbClr val="D9D9D9"/>
                    </a:solidFill>
                  </a:tcPr>
                </a:tc>
                <a:extLst>
                  <a:ext uri="{0D108BD9-81ED-4DB2-BD59-A6C34878D82A}">
                    <a16:rowId xmlns:a16="http://schemas.microsoft.com/office/drawing/2014/main" val="10002"/>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std</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9.9166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0.2069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0.1409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0.2059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0.1290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1.3074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6.5116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8.6811</a:t>
                      </a:r>
                    </a:p>
                  </a:txBody>
                  <a:tcPr anchor="ctr">
                    <a:solidFill>
                      <a:srgbClr val="D9D9D9"/>
                    </a:solidFill>
                  </a:tcPr>
                </a:tc>
                <a:extLst>
                  <a:ext uri="{0D108BD9-81ED-4DB2-BD59-A6C34878D82A}">
                    <a16:rowId xmlns:a16="http://schemas.microsoft.com/office/drawing/2014/main" val="10003"/>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min</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-44.90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-52.12</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-54.39</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-59.05</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-44.68</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extLst>
                  <a:ext uri="{0D108BD9-81ED-4DB2-BD59-A6C34878D82A}">
                    <a16:rowId xmlns:a16="http://schemas.microsoft.com/office/drawing/2014/main" val="10004"/>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-1.2914</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8.0000</a:t>
                      </a:r>
                    </a:p>
                  </a:txBody>
                  <a:tcPr anchor="ctr">
                    <a:solidFill>
                      <a:srgbClr val="D9D9D9"/>
                    </a:solidFill>
                  </a:tcPr>
                </a:tc>
                <a:extLst>
                  <a:ext uri="{0D108BD9-81ED-4DB2-BD59-A6C34878D82A}">
                    <a16:rowId xmlns:a16="http://schemas.microsoft.com/office/drawing/2014/main" val="10005"/>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8.5000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0.7113</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0.7113</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14.00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16.00</a:t>
                      </a:r>
                    </a:p>
                  </a:txBody>
                  <a:tcPr anchor="ctr">
                    <a:solidFill>
                      <a:srgbClr val="D9D9D9"/>
                    </a:solidFill>
                  </a:tcPr>
                </a:tc>
                <a:extLst>
                  <a:ext uri="{0D108BD9-81ED-4DB2-BD59-A6C34878D82A}">
                    <a16:rowId xmlns:a16="http://schemas.microsoft.com/office/drawing/2014/main" val="10006"/>
                  </a:ext>
                </a:extLst>
              </a:tr>
              <a:tr h="58942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75%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12.5000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-1.2910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-1.2909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0.7115</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19.00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23.00</a:t>
                      </a:r>
                    </a:p>
                  </a:txBody>
                  <a:tcPr anchor="ctr">
                    <a:solidFill>
                      <a:srgbClr val="D9D9D9"/>
                    </a:solidFill>
                  </a:tcPr>
                </a:tc>
                <a:extLst>
                  <a:ext uri="{0D108BD9-81ED-4DB2-BD59-A6C34878D82A}">
                    <a16:rowId xmlns:a16="http://schemas.microsoft.com/office/drawing/2014/main" val="10007"/>
                  </a:ext>
                </a:extLst>
              </a:tr>
              <a:tr h="357865">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max</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a:t>
                      </a:r>
                    </a:p>
                  </a:txBody>
                  <a:tcPr anchor="ctr">
                    <a:solidFill>
                      <a:schemeClr val="accent1"/>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37.36</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29.72</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0.7130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7.0619</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23.00</a:t>
                      </a:r>
                    </a:p>
                  </a:txBody>
                  <a:tcPr anchor="ctr">
                    <a:solidFill>
                      <a:srgbClr val="D9D9D9"/>
                    </a:solidFill>
                  </a:tcPr>
                </a:tc>
                <a:tc>
                  <a:txBody>
                    <a:bodyPr/>
                    <a:lstStyle/>
                    <a:p>
                      <a:pPr marR="0" algn="ctr" rtl="0">
                        <a:lnSpc>
                          <a:spcPct val="100000"/>
                        </a:lnSpc>
                        <a:spcBef>
                          <a:spcPts val="0"/>
                        </a:spcBef>
                        <a:spcAft>
                          <a:spcPts val="0"/>
                        </a:spcAft>
                        <a:buClr>
                          <a:srgbClr val="000000"/>
                        </a:buClr>
                        <a:buFont typeface="Arial"/>
                      </a:pPr>
                      <a:r>
                        <a:rPr sz="11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31.00</a:t>
                      </a:r>
                    </a:p>
                  </a:txBody>
                  <a:tcPr anchor="ctr">
                    <a:solidFill>
                      <a:srgbClr val="D9D9D9"/>
                    </a:solidFill>
                  </a:tcPr>
                </a:tc>
                <a:extLst>
                  <a:ext uri="{0D108BD9-81ED-4DB2-BD59-A6C34878D82A}">
                    <a16:rowId xmlns:a16="http://schemas.microsoft.com/office/drawing/2014/main" val="10008"/>
                  </a:ext>
                </a:extLst>
              </a:tr>
            </a:tbl>
          </a:graphicData>
        </a:graphic>
      </p:graphicFrame>
      <p:sp>
        <p:nvSpPr>
          <p:cNvPr id="37" name="TextBox 36">
            <a:extLst>
              <a:ext uri="{FF2B5EF4-FFF2-40B4-BE49-F238E27FC236}">
                <a16:creationId xmlns:a16="http://schemas.microsoft.com/office/drawing/2014/main" id="{20D8B127-59A8-4154-99F2-C5E319F73412}"/>
              </a:ext>
            </a:extLst>
          </p:cNvPr>
          <p:cNvSpPr txBox="1"/>
          <p:nvPr/>
        </p:nvSpPr>
        <p:spPr>
          <a:xfrm>
            <a:off x="6267362" y="1074636"/>
            <a:ext cx="2705188" cy="3649782"/>
          </a:xfrm>
          <a:prstGeom prst="rect">
            <a:avLst/>
          </a:prstGeom>
          <a:noFill/>
        </p:spPr>
        <p:txBody>
          <a:bodyPr wrap="square">
            <a:spAutoFit/>
          </a:bodyPr>
          <a:lstStyle/>
          <a:p>
            <a:pPr lvl="0" algn="l" rtl="0">
              <a:lnSpc>
                <a:spcPct val="107000"/>
              </a:lnSpc>
              <a:spcAft>
                <a:spcPts val="800"/>
              </a:spcAft>
              <a:tabLst>
                <a:tab pos="4572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Passenger Count (</a:t>
            </a:r>
            <a:r>
              <a:rPr lang="en-US" sz="1600" b="1" kern="100" dirty="0" err="1">
                <a:effectLst/>
                <a:latin typeface="Roboto" panose="02000000000000000000" pitchFamily="2" charset="0"/>
                <a:ea typeface="Roboto" panose="02000000000000000000" pitchFamily="2" charset="0"/>
                <a:cs typeface="Roboto" panose="02000000000000000000" pitchFamily="2" charset="0"/>
              </a:rPr>
              <a:t>passenger_count</a:t>
            </a:r>
            <a:r>
              <a:rPr lang="en-US" sz="1600" b="1" kern="100" dirty="0">
                <a:effectLst/>
                <a:latin typeface="Roboto" panose="02000000000000000000" pitchFamily="2" charset="0"/>
                <a:ea typeface="Roboto" panose="02000000000000000000" pitchFamily="2" charset="0"/>
                <a:cs typeface="Roboto" panose="02000000000000000000" pitchFamily="2" charset="0"/>
              </a:rPr>
              <a:t>)</a:t>
            </a:r>
            <a:endParaRPr lang="en-US" sz="1600" kern="100" dirty="0">
              <a:effectLst/>
              <a:latin typeface="Roboto" panose="02000000000000000000" pitchFamily="2" charset="0"/>
              <a:ea typeface="Roboto" panose="02000000000000000000" pitchFamily="2" charset="0"/>
              <a:cs typeface="Roboto" panose="02000000000000000000" pitchFamily="2"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Min:</a:t>
            </a:r>
            <a:r>
              <a:rPr lang="en-US" sz="1600" kern="100" dirty="0">
                <a:effectLst/>
                <a:latin typeface="Roboto" panose="02000000000000000000" pitchFamily="2" charset="0"/>
                <a:ea typeface="Roboto" panose="02000000000000000000" pitchFamily="2" charset="0"/>
                <a:cs typeface="Roboto" panose="02000000000000000000" pitchFamily="2" charset="0"/>
              </a:rPr>
              <a:t> 0 (Is this an empty ride? 🤔)</a:t>
            </a: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Max:</a:t>
            </a:r>
            <a:r>
              <a:rPr lang="en-US" sz="1600" kern="100" dirty="0">
                <a:effectLst/>
                <a:latin typeface="Roboto" panose="02000000000000000000" pitchFamily="2" charset="0"/>
                <a:ea typeface="Roboto" panose="02000000000000000000" pitchFamily="2" charset="0"/>
                <a:cs typeface="Roboto" panose="02000000000000000000" pitchFamily="2" charset="0"/>
              </a:rPr>
              <a:t> 6 (This is reasonable since most taxis allow up to 6 passengers).</a:t>
            </a:r>
          </a:p>
          <a:p>
            <a:pPr marL="742950" lvl="1" indent="-285750" algn="l" rtl="0">
              <a:lnSpc>
                <a:spcPct val="107000"/>
              </a:lnSpc>
              <a:spcAft>
                <a:spcPts val="800"/>
              </a:spcAft>
              <a:buSzPts val="1000"/>
              <a:buFont typeface="Courier New" panose="02070309020205020404" pitchFamily="49" charset="0"/>
              <a:buChar char="o"/>
              <a:tabLst>
                <a:tab pos="914400" algn="l"/>
              </a:tabLst>
            </a:pPr>
            <a:endParaRPr lang="en-US" sz="1600" kern="100" dirty="0">
              <a:effectLst/>
              <a:latin typeface="Roboto" panose="02000000000000000000" pitchFamily="2" charset="0"/>
              <a:ea typeface="Roboto" panose="02000000000000000000" pitchFamily="2" charset="0"/>
              <a:cs typeface="Roboto" panose="02000000000000000000" pitchFamily="2" charset="0"/>
            </a:endParaRPr>
          </a:p>
          <a:p>
            <a:pPr marL="457200" lvl="1" algn="l" rtl="0">
              <a:lnSpc>
                <a:spcPct val="107000"/>
              </a:lnSpc>
              <a:spcAft>
                <a:spcPts val="800"/>
              </a:spcAft>
              <a:buSzPts val="1000"/>
              <a:tabLst>
                <a:tab pos="914400" algn="l"/>
              </a:tabLst>
            </a:pPr>
            <a:r>
              <a:rPr lang="en-US" sz="1600" b="1" kern="100" dirty="0">
                <a:effectLst/>
                <a:latin typeface="Roboto" panose="02000000000000000000" pitchFamily="2" charset="0"/>
                <a:ea typeface="Roboto" panose="02000000000000000000" pitchFamily="2" charset="0"/>
                <a:cs typeface="Roboto" panose="02000000000000000000" pitchFamily="2" charset="0"/>
              </a:rPr>
              <a:t>🚨 Action:</a:t>
            </a:r>
            <a:r>
              <a:rPr lang="en-US" sz="1600" kern="100" dirty="0">
                <a:effectLst/>
                <a:latin typeface="Roboto" panose="02000000000000000000" pitchFamily="2" charset="0"/>
                <a:ea typeface="Roboto" panose="02000000000000000000" pitchFamily="2" charset="0"/>
                <a:cs typeface="Roboto" panose="02000000000000000000" pitchFamily="2" charset="0"/>
              </a:rPr>
              <a:t> Remove rows where </a:t>
            </a:r>
            <a:r>
              <a:rPr lang="en-US" sz="1600" kern="100" dirty="0" err="1">
                <a:effectLst/>
                <a:latin typeface="Roboto" panose="02000000000000000000" pitchFamily="2" charset="0"/>
                <a:ea typeface="Roboto" panose="02000000000000000000" pitchFamily="2" charset="0"/>
                <a:cs typeface="Roboto" panose="02000000000000000000" pitchFamily="2" charset="0"/>
              </a:rPr>
              <a:t>passenger_count</a:t>
            </a:r>
            <a:r>
              <a:rPr lang="en-US" sz="1600" kern="100" dirty="0">
                <a:effectLst/>
                <a:latin typeface="Roboto" panose="02000000000000000000" pitchFamily="2" charset="0"/>
                <a:ea typeface="Roboto" panose="02000000000000000000" pitchFamily="2" charset="0"/>
                <a:cs typeface="Roboto" panose="02000000000000000000" pitchFamily="2" charset="0"/>
              </a:rPr>
              <a:t> == 0.</a:t>
            </a:r>
          </a:p>
        </p:txBody>
      </p:sp>
    </p:spTree>
    <p:extLst>
      <p:ext uri="{BB962C8B-B14F-4D97-AF65-F5344CB8AC3E}">
        <p14:creationId xmlns:p14="http://schemas.microsoft.com/office/powerpoint/2010/main" val="4229175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1">
          <a:extLst>
            <a:ext uri="{FF2B5EF4-FFF2-40B4-BE49-F238E27FC236}">
              <a16:creationId xmlns:a16="http://schemas.microsoft.com/office/drawing/2014/main" id="{5AA40B51-3AE1-B63D-E390-EE7BDF206BC1}"/>
            </a:ext>
          </a:extLst>
        </p:cNvPr>
        <p:cNvGrpSpPr/>
        <p:nvPr/>
      </p:nvGrpSpPr>
      <p:grpSpPr>
        <a:xfrm>
          <a:off x="0" y="0"/>
          <a:ext cx="0" cy="0"/>
          <a:chOff x="0" y="0"/>
          <a:chExt cx="0" cy="0"/>
        </a:xfrm>
      </p:grpSpPr>
      <p:sp>
        <p:nvSpPr>
          <p:cNvPr id="3063" name="Google Shape;3063;p43">
            <a:extLst>
              <a:ext uri="{FF2B5EF4-FFF2-40B4-BE49-F238E27FC236}">
                <a16:creationId xmlns:a16="http://schemas.microsoft.com/office/drawing/2014/main" id="{DEDAFF1B-B45C-62AB-49BF-4B0B730D3B55}"/>
              </a:ext>
            </a:extLst>
          </p:cNvPr>
          <p:cNvSpPr txBox="1">
            <a:spLocks noGrp="1"/>
          </p:cNvSpPr>
          <p:nvPr>
            <p:ph type="title"/>
          </p:nvPr>
        </p:nvSpPr>
        <p:spPr>
          <a:xfrm>
            <a:off x="457200" y="286235"/>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Handling Missing &amp; Invalid Values</a:t>
            </a:r>
            <a:endParaRPr dirty="0"/>
          </a:p>
        </p:txBody>
      </p:sp>
      <p:graphicFrame>
        <p:nvGraphicFramePr>
          <p:cNvPr id="2" name="Table 1">
            <a:extLst>
              <a:ext uri="{FF2B5EF4-FFF2-40B4-BE49-F238E27FC236}">
                <a16:creationId xmlns:a16="http://schemas.microsoft.com/office/drawing/2014/main" id="{63BC4F50-4D20-7602-888E-6B75D558E577}"/>
              </a:ext>
            </a:extLst>
          </p:cNvPr>
          <p:cNvGraphicFramePr>
            <a:graphicFrameLocks noGrp="1"/>
          </p:cNvGraphicFramePr>
          <p:nvPr>
            <p:extLst>
              <p:ext uri="{D42A27DB-BD31-4B8C-83A1-F6EECF244321}">
                <p14:modId xmlns:p14="http://schemas.microsoft.com/office/powerpoint/2010/main" val="506725501"/>
              </p:ext>
            </p:extLst>
          </p:nvPr>
        </p:nvGraphicFramePr>
        <p:xfrm>
          <a:off x="228601" y="833905"/>
          <a:ext cx="5892799" cy="4023360"/>
        </p:xfrm>
        <a:graphic>
          <a:graphicData uri="http://schemas.openxmlformats.org/drawingml/2006/table">
            <a:tbl>
              <a:tblPr firstRow="1" bandRow="1">
                <a:tableStyleId>{5C22544A-7EE6-4342-B048-85BDC9FD1C3A}</a:tableStyleId>
              </a:tblPr>
              <a:tblGrid>
                <a:gridCol w="535707">
                  <a:extLst>
                    <a:ext uri="{9D8B030D-6E8A-4147-A177-3AD203B41FA5}">
                      <a16:colId xmlns:a16="http://schemas.microsoft.com/office/drawing/2014/main" val="20000"/>
                    </a:ext>
                  </a:extLst>
                </a:gridCol>
                <a:gridCol w="535707">
                  <a:extLst>
                    <a:ext uri="{9D8B030D-6E8A-4147-A177-3AD203B41FA5}">
                      <a16:colId xmlns:a16="http://schemas.microsoft.com/office/drawing/2014/main" val="20009"/>
                    </a:ext>
                  </a:extLst>
                </a:gridCol>
                <a:gridCol w="535707">
                  <a:extLst>
                    <a:ext uri="{9D8B030D-6E8A-4147-A177-3AD203B41FA5}">
                      <a16:colId xmlns:a16="http://schemas.microsoft.com/office/drawing/2014/main" val="20010"/>
                    </a:ext>
                  </a:extLst>
                </a:gridCol>
                <a:gridCol w="535707">
                  <a:extLst>
                    <a:ext uri="{9D8B030D-6E8A-4147-A177-3AD203B41FA5}">
                      <a16:colId xmlns:a16="http://schemas.microsoft.com/office/drawing/2014/main" val="20011"/>
                    </a:ext>
                  </a:extLst>
                </a:gridCol>
                <a:gridCol w="535707">
                  <a:extLst>
                    <a:ext uri="{9D8B030D-6E8A-4147-A177-3AD203B41FA5}">
                      <a16:colId xmlns:a16="http://schemas.microsoft.com/office/drawing/2014/main" val="20012"/>
                    </a:ext>
                  </a:extLst>
                </a:gridCol>
                <a:gridCol w="535707">
                  <a:extLst>
                    <a:ext uri="{9D8B030D-6E8A-4147-A177-3AD203B41FA5}">
                      <a16:colId xmlns:a16="http://schemas.microsoft.com/office/drawing/2014/main" val="20013"/>
                    </a:ext>
                  </a:extLst>
                </a:gridCol>
                <a:gridCol w="535707">
                  <a:extLst>
                    <a:ext uri="{9D8B030D-6E8A-4147-A177-3AD203B41FA5}">
                      <a16:colId xmlns:a16="http://schemas.microsoft.com/office/drawing/2014/main" val="20014"/>
                    </a:ext>
                  </a:extLst>
                </a:gridCol>
                <a:gridCol w="535707">
                  <a:extLst>
                    <a:ext uri="{9D8B030D-6E8A-4147-A177-3AD203B41FA5}">
                      <a16:colId xmlns:a16="http://schemas.microsoft.com/office/drawing/2014/main" val="20015"/>
                    </a:ext>
                  </a:extLst>
                </a:gridCol>
                <a:gridCol w="535707">
                  <a:extLst>
                    <a:ext uri="{9D8B030D-6E8A-4147-A177-3AD203B41FA5}">
                      <a16:colId xmlns:a16="http://schemas.microsoft.com/office/drawing/2014/main" val="20016"/>
                    </a:ext>
                  </a:extLst>
                </a:gridCol>
                <a:gridCol w="535707">
                  <a:extLst>
                    <a:ext uri="{9D8B030D-6E8A-4147-A177-3AD203B41FA5}">
                      <a16:colId xmlns:a16="http://schemas.microsoft.com/office/drawing/2014/main" val="20017"/>
                    </a:ext>
                  </a:extLst>
                </a:gridCol>
                <a:gridCol w="535729">
                  <a:extLst>
                    <a:ext uri="{9D8B030D-6E8A-4147-A177-3AD203B41FA5}">
                      <a16:colId xmlns:a16="http://schemas.microsoft.com/office/drawing/2014/main" val="20018"/>
                    </a:ext>
                  </a:extLst>
                </a:gridCol>
              </a:tblGrid>
              <a:tr h="207963">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Statistic</a:t>
                      </a: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month</a:t>
                      </a: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weekday</a:t>
                      </a: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year</a:t>
                      </a: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jfk_dist</a:t>
                      </a:r>
                      <a:endPar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ewr_dist</a:t>
                      </a:r>
                      <a:endPar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lga_dist</a:t>
                      </a:r>
                      <a:endPar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sol_dist</a:t>
                      </a:r>
                      <a:endPar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err="1">
                          <a:solidFill>
                            <a:schemeClr val="lt1"/>
                          </a:solidFill>
                          <a:latin typeface="Fira Sans Extra Condensed"/>
                          <a:ea typeface="Roboto" panose="02000000000000000000" pitchFamily="2" charset="0"/>
                          <a:cs typeface="Roboto" panose="02000000000000000000" pitchFamily="2" charset="0"/>
                          <a:sym typeface="Arial"/>
                        </a:rPr>
                        <a:t>nyc_dist</a:t>
                      </a:r>
                      <a:endPar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endParaRP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distance</a:t>
                      </a:r>
                    </a:p>
                  </a:txBody>
                  <a:tcPr>
                    <a:solidFill>
                      <a:srgbClr val="434343"/>
                    </a:solidFill>
                  </a:tcPr>
                </a:tc>
                <a:tc>
                  <a:txBody>
                    <a:bodyPr/>
                    <a:lstStyle/>
                    <a:p>
                      <a:pPr marL="0" marR="0" lvl="0" indent="0" algn="ctr" rtl="0">
                        <a:lnSpc>
                          <a:spcPct val="100000"/>
                        </a:lnSpc>
                        <a:spcBef>
                          <a:spcPts val="0"/>
                        </a:spcBef>
                        <a:spcAft>
                          <a:spcPts val="0"/>
                        </a:spcAft>
                        <a:buClr>
                          <a:srgbClr val="000000"/>
                        </a:buClr>
                        <a:buFont typeface="Arial"/>
                        <a:buNone/>
                      </a:pPr>
                      <a:r>
                        <a:rPr sz="1000" b="1" i="0" u="none" strike="noStrike" cap="none" dirty="0">
                          <a:solidFill>
                            <a:schemeClr val="lt1"/>
                          </a:solidFill>
                          <a:latin typeface="Fira Sans Extra Condensed"/>
                          <a:ea typeface="Roboto" panose="02000000000000000000" pitchFamily="2" charset="0"/>
                          <a:cs typeface="Roboto" panose="02000000000000000000" pitchFamily="2" charset="0"/>
                          <a:sym typeface="Arial"/>
                        </a:rPr>
                        <a:t>bearing</a:t>
                      </a:r>
                    </a:p>
                  </a:txBody>
                  <a:tcPr>
                    <a:solidFill>
                      <a:srgbClr val="434343"/>
                    </a:solidFill>
                  </a:tcPr>
                </a:tc>
                <a:extLst>
                  <a:ext uri="{0D108BD9-81ED-4DB2-BD59-A6C34878D82A}">
                    <a16:rowId xmlns:a16="http://schemas.microsoft.com/office/drawing/2014/main" val="10000"/>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count</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499995</a:t>
                      </a:r>
                    </a:p>
                  </a:txBody>
                  <a:tcPr>
                    <a:solidFill>
                      <a:srgbClr val="D9D9D9"/>
                    </a:solidFill>
                  </a:tcPr>
                </a:tc>
                <a:extLst>
                  <a:ext uri="{0D108BD9-81ED-4DB2-BD59-A6C34878D82A}">
                    <a16:rowId xmlns:a16="http://schemas.microsoft.com/office/drawing/2014/main" val="10001"/>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mean</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6.27</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3.04</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2011.74</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385.28</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380.50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363.84</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363.67</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355.99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19.47</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0.2971</a:t>
                      </a:r>
                    </a:p>
                  </a:txBody>
                  <a:tcPr>
                    <a:solidFill>
                      <a:srgbClr val="D9D9D9"/>
                    </a:solidFill>
                  </a:tcPr>
                </a:tc>
                <a:extLst>
                  <a:ext uri="{0D108BD9-81ED-4DB2-BD59-A6C34878D82A}">
                    <a16:rowId xmlns:a16="http://schemas.microsoft.com/office/drawing/2014/main" val="10002"/>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std</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3.4378</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1.9492</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1.8609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2419.09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2428.80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2425.08</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2428.35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2428.73</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367.30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1.8045</a:t>
                      </a:r>
                    </a:p>
                  </a:txBody>
                  <a:tcPr>
                    <a:solidFill>
                      <a:srgbClr val="D9D9D9"/>
                    </a:solidFill>
                  </a:tcPr>
                </a:tc>
                <a:extLst>
                  <a:ext uri="{0D108BD9-81ED-4DB2-BD59-A6C34878D82A}">
                    <a16:rowId xmlns:a16="http://schemas.microsoft.com/office/drawing/2014/main" val="10003"/>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min</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2009.00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1.02</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1.46</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0.38</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0.53</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0.08</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-3.1416</a:t>
                      </a:r>
                    </a:p>
                  </a:txBody>
                  <a:tcPr>
                    <a:solidFill>
                      <a:srgbClr val="D9D9D9"/>
                    </a:solidFill>
                  </a:tcPr>
                </a:tc>
                <a:extLst>
                  <a:ext uri="{0D108BD9-81ED-4DB2-BD59-A6C34878D82A}">
                    <a16:rowId xmlns:a16="http://schemas.microsoft.com/office/drawing/2014/main" val="10004"/>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2010.00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41.34</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32.17</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17.10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14.89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7.15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1.2146</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-0.8547</a:t>
                      </a:r>
                    </a:p>
                  </a:txBody>
                  <a:tcPr>
                    <a:solidFill>
                      <a:srgbClr val="D9D9D9"/>
                    </a:solidFill>
                  </a:tcPr>
                </a:tc>
                <a:extLst>
                  <a:ext uri="{0D108BD9-81ED-4DB2-BD59-A6C34878D82A}">
                    <a16:rowId xmlns:a16="http://schemas.microsoft.com/office/drawing/2014/main" val="10005"/>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50%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2012.00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42.52</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34.79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19.59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18.35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10.46</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2.1170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-0.0504</a:t>
                      </a:r>
                    </a:p>
                  </a:txBody>
                  <a:tcPr>
                    <a:solidFill>
                      <a:srgbClr val="D9D9D9"/>
                    </a:solidFill>
                  </a:tcPr>
                </a:tc>
                <a:extLst>
                  <a:ext uri="{0D108BD9-81ED-4DB2-BD59-A6C34878D82A}">
                    <a16:rowId xmlns:a16="http://schemas.microsoft.com/office/drawing/2014/main" val="10006"/>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75%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9.0000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5.0000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2013.00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43.79</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38.30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22.21</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22.42</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14.45</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3.8901</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a:solidFill>
                            <a:schemeClr val="dk1"/>
                          </a:solidFill>
                          <a:latin typeface="Roboto" panose="02000000000000000000" pitchFamily="2" charset="0"/>
                          <a:ea typeface="Roboto" panose="02000000000000000000" pitchFamily="2" charset="0"/>
                          <a:cs typeface="Roboto" panose="02000000000000000000" pitchFamily="2" charset="0"/>
                          <a:sym typeface="Arial"/>
                        </a:rPr>
                        <a:t>2.2068</a:t>
                      </a:r>
                    </a:p>
                  </a:txBody>
                  <a:tcPr>
                    <a:solidFill>
                      <a:srgbClr val="D9D9D9"/>
                    </a:solidFill>
                  </a:tcPr>
                </a:tc>
                <a:extLst>
                  <a:ext uri="{0D108BD9-81ED-4DB2-BD59-A6C34878D82A}">
                    <a16:rowId xmlns:a16="http://schemas.microsoft.com/office/drawing/2014/main" val="10007"/>
                  </a:ext>
                </a:extLst>
              </a:tr>
              <a:tr h="207963">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max</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6.0000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2015.00</a:t>
                      </a:r>
                    </a:p>
                  </a:txBody>
                  <a:tcPr>
                    <a:solidFill>
                      <a:srgbClr val="D9D9D9"/>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30133.07</a:t>
                      </a:r>
                    </a:p>
                  </a:txBody>
                  <a:tcPr>
                    <a:solidFill>
                      <a:schemeClr val="accent1"/>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30167.60</a:t>
                      </a:r>
                    </a:p>
                  </a:txBody>
                  <a:tcPr>
                    <a:solidFill>
                      <a:schemeClr val="accent1"/>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30167.29</a:t>
                      </a:r>
                    </a:p>
                  </a:txBody>
                  <a:tcPr>
                    <a:solidFill>
                      <a:schemeClr val="accent1"/>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30159.41</a:t>
                      </a:r>
                    </a:p>
                  </a:txBody>
                  <a:tcPr>
                    <a:solidFill>
                      <a:schemeClr val="accent1"/>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30162.29</a:t>
                      </a:r>
                    </a:p>
                  </a:txBody>
                  <a:tcPr>
                    <a:solidFill>
                      <a:schemeClr val="accent1"/>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12399.96</a:t>
                      </a:r>
                    </a:p>
                  </a:txBody>
                  <a:tcPr>
                    <a:solidFill>
                      <a:schemeClr val="accent1"/>
                    </a:solidFill>
                  </a:tcPr>
                </a:tc>
                <a:tc>
                  <a:txBody>
                    <a:bodyPr/>
                    <a:lstStyle/>
                    <a:p>
                      <a:pPr marR="0" algn="ctr" rtl="0">
                        <a:lnSpc>
                          <a:spcPct val="100000"/>
                        </a:lnSpc>
                        <a:spcBef>
                          <a:spcPts val="0"/>
                        </a:spcBef>
                        <a:spcAft>
                          <a:spcPts val="0"/>
                        </a:spcAft>
                        <a:buClr>
                          <a:srgbClr val="000000"/>
                        </a:buClr>
                        <a:buFont typeface="Arial"/>
                      </a:pPr>
                      <a:r>
                        <a:rPr sz="1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Arial"/>
                        </a:rPr>
                        <a:t>3.1416</a:t>
                      </a:r>
                    </a:p>
                  </a:txBody>
                  <a:tcPr>
                    <a:solidFill>
                      <a:srgbClr val="D9D9D9"/>
                    </a:solidFill>
                  </a:tcPr>
                </a:tc>
                <a:extLst>
                  <a:ext uri="{0D108BD9-81ED-4DB2-BD59-A6C34878D82A}">
                    <a16:rowId xmlns:a16="http://schemas.microsoft.com/office/drawing/2014/main" val="10008"/>
                  </a:ext>
                </a:extLst>
              </a:tr>
            </a:tbl>
          </a:graphicData>
        </a:graphic>
      </p:graphicFrame>
      <p:sp>
        <p:nvSpPr>
          <p:cNvPr id="4" name="TextBox 3">
            <a:extLst>
              <a:ext uri="{FF2B5EF4-FFF2-40B4-BE49-F238E27FC236}">
                <a16:creationId xmlns:a16="http://schemas.microsoft.com/office/drawing/2014/main" id="{C827F7AD-0E0D-A06F-54E7-FA5131F46ECE}"/>
              </a:ext>
            </a:extLst>
          </p:cNvPr>
          <p:cNvSpPr txBox="1"/>
          <p:nvPr/>
        </p:nvSpPr>
        <p:spPr>
          <a:xfrm>
            <a:off x="6248400" y="999663"/>
            <a:ext cx="2666999" cy="3691844"/>
          </a:xfrm>
          <a:prstGeom prst="rect">
            <a:avLst/>
          </a:prstGeom>
          <a:noFill/>
        </p:spPr>
        <p:txBody>
          <a:bodyPr wrap="square">
            <a:spAutoFit/>
          </a:bodyPr>
          <a:lstStyle/>
          <a:p>
            <a:pPr lvl="0" algn="l" rtl="0">
              <a:lnSpc>
                <a:spcPct val="107000"/>
              </a:lnSpc>
              <a:spcAft>
                <a:spcPts val="800"/>
              </a:spcAft>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Distance-Related Columns</a:t>
            </a:r>
            <a:endParaRPr lang="en-US" kern="100" dirty="0">
              <a:latin typeface="Roboto" panose="02000000000000000000" pitchFamily="2" charset="0"/>
              <a:ea typeface="Roboto" panose="02000000000000000000" pitchFamily="2" charset="0"/>
              <a:cs typeface="Roboto" panose="02000000000000000000" pitchFamily="2" charset="0"/>
            </a:endParaRPr>
          </a:p>
          <a:p>
            <a:pPr lvl="0" algn="l" rtl="0">
              <a:lnSpc>
                <a:spcPct val="107000"/>
              </a:lnSpc>
              <a:spcAft>
                <a:spcPts val="800"/>
              </a:spcAft>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JFK, EWR, LGA Distances:</a:t>
            </a:r>
            <a:r>
              <a:rPr lang="en-US" kern="100" dirty="0">
                <a:effectLst/>
                <a:latin typeface="Roboto" panose="02000000000000000000" pitchFamily="2" charset="0"/>
                <a:ea typeface="Roboto" panose="02000000000000000000" pitchFamily="2" charset="0"/>
                <a:cs typeface="Roboto" panose="02000000000000000000" pitchFamily="2" charset="0"/>
              </a:rPr>
              <a:t> </a:t>
            </a:r>
          </a:p>
          <a:p>
            <a:pPr marL="285750" lvl="0" indent="-285750" algn="l" rtl="0">
              <a:lnSpc>
                <a:spcPct val="107000"/>
              </a:lnSpc>
              <a:spcAft>
                <a:spcPts val="800"/>
              </a:spcAft>
              <a:buFont typeface="Arial" panose="020B0604020202020204" pitchFamily="34" charset="0"/>
              <a:buChar char="•"/>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Max values exceed 30,000 miles</a:t>
            </a:r>
            <a:r>
              <a:rPr lang="en-US" kern="100" dirty="0">
                <a:effectLst/>
                <a:latin typeface="Roboto" panose="02000000000000000000" pitchFamily="2" charset="0"/>
                <a:ea typeface="Roboto" panose="02000000000000000000" pitchFamily="2" charset="0"/>
                <a:cs typeface="Roboto" panose="02000000000000000000" pitchFamily="2" charset="0"/>
              </a:rPr>
              <a:t>, which is </a:t>
            </a:r>
            <a:r>
              <a:rPr lang="en-US" b="1" kern="100" dirty="0">
                <a:effectLst/>
                <a:latin typeface="Roboto" panose="02000000000000000000" pitchFamily="2" charset="0"/>
                <a:ea typeface="Roboto" panose="02000000000000000000" pitchFamily="2" charset="0"/>
                <a:cs typeface="Roboto" panose="02000000000000000000" pitchFamily="2" charset="0"/>
              </a:rPr>
              <a:t>impossible</a:t>
            </a:r>
            <a:r>
              <a:rPr lang="en-US" kern="100" dirty="0">
                <a:effectLst/>
                <a:latin typeface="Roboto" panose="02000000000000000000" pitchFamily="2" charset="0"/>
                <a:ea typeface="Roboto" panose="02000000000000000000" pitchFamily="2" charset="0"/>
                <a:cs typeface="Roboto" panose="02000000000000000000" pitchFamily="2" charset="0"/>
              </a:rPr>
              <a:t>.</a:t>
            </a:r>
          </a:p>
          <a:p>
            <a:pPr lvl="0" algn="l" rtl="0">
              <a:lnSpc>
                <a:spcPct val="107000"/>
              </a:lnSpc>
              <a:spcAft>
                <a:spcPts val="800"/>
              </a:spcAft>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Ride Distance (distance)</a:t>
            </a:r>
            <a:r>
              <a:rPr lang="en-US" kern="100" dirty="0">
                <a:effectLst/>
                <a:latin typeface="Roboto" panose="02000000000000000000" pitchFamily="2" charset="0"/>
                <a:ea typeface="Roboto" panose="02000000000000000000" pitchFamily="2" charset="0"/>
                <a:cs typeface="Roboto" panose="02000000000000000000" pitchFamily="2" charset="0"/>
              </a:rPr>
              <a:t> </a:t>
            </a:r>
          </a:p>
          <a:p>
            <a:pPr marL="285750" lvl="0" indent="-285750" algn="l" rtl="0">
              <a:lnSpc>
                <a:spcPct val="107000"/>
              </a:lnSpc>
              <a:spcAft>
                <a:spcPts val="800"/>
              </a:spcAft>
              <a:buFont typeface="Arial" panose="020B0604020202020204" pitchFamily="34" charset="0"/>
              <a:buChar char="•"/>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Max:</a:t>
            </a:r>
            <a:r>
              <a:rPr lang="en-US" kern="100" dirty="0">
                <a:effectLst/>
                <a:latin typeface="Roboto" panose="02000000000000000000" pitchFamily="2" charset="0"/>
                <a:ea typeface="Roboto" panose="02000000000000000000" pitchFamily="2" charset="0"/>
                <a:cs typeface="Roboto" panose="02000000000000000000" pitchFamily="2" charset="0"/>
              </a:rPr>
              <a:t> 12,399.95 miles (</a:t>
            </a:r>
            <a:r>
              <a:rPr lang="en-US" b="1" kern="100" dirty="0">
                <a:effectLst/>
                <a:latin typeface="Roboto" panose="02000000000000000000" pitchFamily="2" charset="0"/>
                <a:ea typeface="Roboto" panose="02000000000000000000" pitchFamily="2" charset="0"/>
                <a:cs typeface="Roboto" panose="02000000000000000000" pitchFamily="2" charset="0"/>
              </a:rPr>
              <a:t>Way too high—possibly a data error</a:t>
            </a:r>
            <a:r>
              <a:rPr lang="en-US" kern="100" dirty="0">
                <a:effectLst/>
                <a:latin typeface="Roboto" panose="02000000000000000000" pitchFamily="2" charset="0"/>
                <a:ea typeface="Roboto" panose="02000000000000000000" pitchFamily="2" charset="0"/>
                <a:cs typeface="Roboto" panose="02000000000000000000" pitchFamily="2" charset="0"/>
              </a:rPr>
              <a:t>).</a:t>
            </a:r>
          </a:p>
          <a:p>
            <a:pPr marL="285750" lvl="0" indent="-285750" algn="l" rtl="0">
              <a:lnSpc>
                <a:spcPct val="107000"/>
              </a:lnSpc>
              <a:spcAft>
                <a:spcPts val="800"/>
              </a:spcAft>
              <a:buFont typeface="Arial" panose="020B0604020202020204" pitchFamily="34" charset="0"/>
              <a:buChar char="•"/>
              <a:tabLst>
                <a:tab pos="457200" algn="l"/>
              </a:tabLst>
            </a:pPr>
            <a:endParaRPr lang="en-US" kern="100" dirty="0">
              <a:effectLst/>
              <a:latin typeface="Roboto" panose="02000000000000000000" pitchFamily="2" charset="0"/>
              <a:ea typeface="Roboto" panose="02000000000000000000" pitchFamily="2" charset="0"/>
              <a:cs typeface="Roboto" panose="02000000000000000000" pitchFamily="2" charset="0"/>
            </a:endParaRPr>
          </a:p>
          <a:p>
            <a:pPr lvl="0" algn="l" rtl="0">
              <a:lnSpc>
                <a:spcPct val="107000"/>
              </a:lnSpc>
              <a:spcAft>
                <a:spcPts val="800"/>
              </a:spcAft>
              <a:tabLst>
                <a:tab pos="457200" algn="l"/>
              </a:tabLst>
            </a:pPr>
            <a:r>
              <a:rPr lang="en-US" b="1" kern="100" dirty="0">
                <a:effectLst/>
                <a:latin typeface="Roboto" panose="02000000000000000000" pitchFamily="2" charset="0"/>
                <a:ea typeface="Roboto" panose="02000000000000000000" pitchFamily="2" charset="0"/>
                <a:cs typeface="Roboto" panose="02000000000000000000" pitchFamily="2" charset="0"/>
              </a:rPr>
              <a:t>🚨 Action:</a:t>
            </a:r>
            <a:r>
              <a:rPr lang="en-US" kern="100" dirty="0">
                <a:effectLst/>
                <a:latin typeface="Roboto" panose="02000000000000000000" pitchFamily="2" charset="0"/>
                <a:ea typeface="Roboto" panose="02000000000000000000" pitchFamily="2" charset="0"/>
                <a:cs typeface="Roboto" panose="02000000000000000000" pitchFamily="2" charset="0"/>
              </a:rPr>
              <a:t> Cap realistic distances (JFK/EWR/LGA to </a:t>
            </a:r>
            <a:r>
              <a:rPr lang="en-US" b="1" kern="100" dirty="0">
                <a:effectLst/>
                <a:latin typeface="Roboto" panose="02000000000000000000" pitchFamily="2" charset="0"/>
                <a:ea typeface="Roboto" panose="02000000000000000000" pitchFamily="2" charset="0"/>
                <a:cs typeface="Roboto" panose="02000000000000000000" pitchFamily="2" charset="0"/>
              </a:rPr>
              <a:t>≤30 miles</a:t>
            </a:r>
            <a:r>
              <a:rPr lang="en-US" kern="100" dirty="0">
                <a:effectLst/>
                <a:latin typeface="Roboto" panose="02000000000000000000" pitchFamily="2" charset="0"/>
                <a:ea typeface="Roboto" panose="02000000000000000000" pitchFamily="2" charset="0"/>
                <a:cs typeface="Roboto" panose="02000000000000000000" pitchFamily="2" charset="0"/>
              </a:rPr>
              <a:t>, ride distance to </a:t>
            </a:r>
            <a:r>
              <a:rPr lang="en-US" b="1" kern="100" dirty="0">
                <a:effectLst/>
                <a:latin typeface="Roboto" panose="02000000000000000000" pitchFamily="2" charset="0"/>
                <a:ea typeface="Roboto" panose="02000000000000000000" pitchFamily="2" charset="0"/>
                <a:cs typeface="Roboto" panose="02000000000000000000" pitchFamily="2" charset="0"/>
              </a:rPr>
              <a:t>≤200 miles</a:t>
            </a:r>
            <a:r>
              <a:rPr lang="en-US" kern="100" dirty="0">
                <a:effectLst/>
                <a:latin typeface="Roboto" panose="02000000000000000000" pitchFamily="2" charset="0"/>
                <a:ea typeface="Roboto" panose="02000000000000000000" pitchFamily="2" charset="0"/>
                <a:cs typeface="Roboto" panose="02000000000000000000" pitchFamily="2" charset="0"/>
              </a:rPr>
              <a:t>).</a:t>
            </a:r>
          </a:p>
        </p:txBody>
      </p:sp>
    </p:spTree>
    <p:extLst>
      <p:ext uri="{BB962C8B-B14F-4D97-AF65-F5344CB8AC3E}">
        <p14:creationId xmlns:p14="http://schemas.microsoft.com/office/powerpoint/2010/main" val="2231429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4">
          <a:extLst>
            <a:ext uri="{FF2B5EF4-FFF2-40B4-BE49-F238E27FC236}">
              <a16:creationId xmlns:a16="http://schemas.microsoft.com/office/drawing/2014/main" id="{7203ED7D-5DE0-979B-CB77-266F38DA95F8}"/>
            </a:ext>
          </a:extLst>
        </p:cNvPr>
        <p:cNvGrpSpPr/>
        <p:nvPr/>
      </p:nvGrpSpPr>
      <p:grpSpPr>
        <a:xfrm>
          <a:off x="0" y="0"/>
          <a:ext cx="0" cy="0"/>
          <a:chOff x="0" y="0"/>
          <a:chExt cx="0" cy="0"/>
        </a:xfrm>
      </p:grpSpPr>
      <p:sp>
        <p:nvSpPr>
          <p:cNvPr id="325" name="Google Shape;325;p18">
            <a:extLst>
              <a:ext uri="{FF2B5EF4-FFF2-40B4-BE49-F238E27FC236}">
                <a16:creationId xmlns:a16="http://schemas.microsoft.com/office/drawing/2014/main" id="{15172B8A-19B2-3195-BD5A-2D2494AC2D85}"/>
              </a:ext>
            </a:extLst>
          </p:cNvPr>
          <p:cNvSpPr txBox="1">
            <a:spLocks noGrp="1"/>
          </p:cNvSpPr>
          <p:nvPr>
            <p:ph type="title"/>
          </p:nvPr>
        </p:nvSpPr>
        <p:spPr>
          <a:xfrm>
            <a:off x="457200" y="259950"/>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Handling Outliers</a:t>
            </a:r>
            <a:endParaRPr dirty="0"/>
          </a:p>
        </p:txBody>
      </p:sp>
      <p:grpSp>
        <p:nvGrpSpPr>
          <p:cNvPr id="326" name="Google Shape;326;p18">
            <a:extLst>
              <a:ext uri="{FF2B5EF4-FFF2-40B4-BE49-F238E27FC236}">
                <a16:creationId xmlns:a16="http://schemas.microsoft.com/office/drawing/2014/main" id="{F639D1E8-E797-8C49-2CD8-4F61FA63730E}"/>
              </a:ext>
            </a:extLst>
          </p:cNvPr>
          <p:cNvGrpSpPr/>
          <p:nvPr/>
        </p:nvGrpSpPr>
        <p:grpSpPr>
          <a:xfrm>
            <a:off x="2754505" y="842735"/>
            <a:ext cx="3479045" cy="1345282"/>
            <a:chOff x="457200" y="2806675"/>
            <a:chExt cx="4858367" cy="1925391"/>
          </a:xfrm>
        </p:grpSpPr>
        <p:sp>
          <p:nvSpPr>
            <p:cNvPr id="327" name="Google Shape;327;p18">
              <a:extLst>
                <a:ext uri="{FF2B5EF4-FFF2-40B4-BE49-F238E27FC236}">
                  <a16:creationId xmlns:a16="http://schemas.microsoft.com/office/drawing/2014/main" id="{1E9ABF9E-23D8-1638-670C-8E51A2EADCEE}"/>
                </a:ext>
              </a:extLst>
            </p:cNvPr>
            <p:cNvSpPr/>
            <p:nvPr/>
          </p:nvSpPr>
          <p:spPr>
            <a:xfrm>
              <a:off x="1000346" y="3919208"/>
              <a:ext cx="876538" cy="569379"/>
            </a:xfrm>
            <a:custGeom>
              <a:avLst/>
              <a:gdLst/>
              <a:ahLst/>
              <a:cxnLst/>
              <a:rect l="l" t="t" r="r" b="b"/>
              <a:pathLst>
                <a:path w="47240" h="30686" extrusionOk="0">
                  <a:moveTo>
                    <a:pt x="23822" y="0"/>
                  </a:moveTo>
                  <a:lnTo>
                    <a:pt x="21601" y="202"/>
                  </a:lnTo>
                  <a:lnTo>
                    <a:pt x="19381" y="606"/>
                  </a:lnTo>
                  <a:lnTo>
                    <a:pt x="17362" y="1010"/>
                  </a:lnTo>
                  <a:lnTo>
                    <a:pt x="15545" y="1615"/>
                  </a:lnTo>
                  <a:lnTo>
                    <a:pt x="13930" y="2221"/>
                  </a:lnTo>
                  <a:lnTo>
                    <a:pt x="12315" y="3029"/>
                  </a:lnTo>
                  <a:lnTo>
                    <a:pt x="10902" y="4038"/>
                  </a:lnTo>
                  <a:lnTo>
                    <a:pt x="9489" y="5047"/>
                  </a:lnTo>
                  <a:lnTo>
                    <a:pt x="8277" y="6057"/>
                  </a:lnTo>
                  <a:lnTo>
                    <a:pt x="7066" y="7066"/>
                  </a:lnTo>
                  <a:lnTo>
                    <a:pt x="5249" y="9489"/>
                  </a:lnTo>
                  <a:lnTo>
                    <a:pt x="3634" y="11911"/>
                  </a:lnTo>
                  <a:lnTo>
                    <a:pt x="2423" y="14536"/>
                  </a:lnTo>
                  <a:lnTo>
                    <a:pt x="1615" y="16958"/>
                  </a:lnTo>
                  <a:lnTo>
                    <a:pt x="1010" y="19381"/>
                  </a:lnTo>
                  <a:lnTo>
                    <a:pt x="404" y="21601"/>
                  </a:lnTo>
                  <a:lnTo>
                    <a:pt x="202" y="23620"/>
                  </a:lnTo>
                  <a:lnTo>
                    <a:pt x="0" y="26648"/>
                  </a:lnTo>
                  <a:lnTo>
                    <a:pt x="0" y="27860"/>
                  </a:lnTo>
                  <a:lnTo>
                    <a:pt x="46634" y="30686"/>
                  </a:lnTo>
                  <a:lnTo>
                    <a:pt x="47038" y="28061"/>
                  </a:lnTo>
                  <a:lnTo>
                    <a:pt x="47240" y="25639"/>
                  </a:lnTo>
                  <a:lnTo>
                    <a:pt x="47240" y="23418"/>
                  </a:lnTo>
                  <a:lnTo>
                    <a:pt x="47038" y="21198"/>
                  </a:lnTo>
                  <a:lnTo>
                    <a:pt x="46836" y="19179"/>
                  </a:lnTo>
                  <a:lnTo>
                    <a:pt x="46432" y="17160"/>
                  </a:lnTo>
                  <a:lnTo>
                    <a:pt x="45827" y="15545"/>
                  </a:lnTo>
                  <a:lnTo>
                    <a:pt x="45221" y="13728"/>
                  </a:lnTo>
                  <a:lnTo>
                    <a:pt x="44414" y="12315"/>
                  </a:lnTo>
                  <a:lnTo>
                    <a:pt x="43606" y="10902"/>
                  </a:lnTo>
                  <a:lnTo>
                    <a:pt x="42597" y="9489"/>
                  </a:lnTo>
                  <a:lnTo>
                    <a:pt x="41587" y="8277"/>
                  </a:lnTo>
                  <a:lnTo>
                    <a:pt x="39367" y="6259"/>
                  </a:lnTo>
                  <a:lnTo>
                    <a:pt x="37146" y="4644"/>
                  </a:lnTo>
                  <a:lnTo>
                    <a:pt x="34723" y="3230"/>
                  </a:lnTo>
                  <a:lnTo>
                    <a:pt x="32301" y="2221"/>
                  </a:lnTo>
                  <a:lnTo>
                    <a:pt x="30080" y="1413"/>
                  </a:lnTo>
                  <a:lnTo>
                    <a:pt x="28061" y="808"/>
                  </a:lnTo>
                  <a:lnTo>
                    <a:pt x="25033" y="202"/>
                  </a:lnTo>
                  <a:lnTo>
                    <a:pt x="2382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8">
              <a:extLst>
                <a:ext uri="{FF2B5EF4-FFF2-40B4-BE49-F238E27FC236}">
                  <a16:creationId xmlns:a16="http://schemas.microsoft.com/office/drawing/2014/main" id="{09850606-F12C-5C2B-5A3A-17BDF7627434}"/>
                </a:ext>
              </a:extLst>
            </p:cNvPr>
            <p:cNvSpPr/>
            <p:nvPr/>
          </p:nvSpPr>
          <p:spPr>
            <a:xfrm>
              <a:off x="4113172" y="3892990"/>
              <a:ext cx="895260" cy="591867"/>
            </a:xfrm>
            <a:custGeom>
              <a:avLst/>
              <a:gdLst/>
              <a:ahLst/>
              <a:cxnLst/>
              <a:rect l="l" t="t" r="r" b="b"/>
              <a:pathLst>
                <a:path w="48249" h="31898" extrusionOk="0">
                  <a:moveTo>
                    <a:pt x="24024" y="0"/>
                  </a:moveTo>
                  <a:lnTo>
                    <a:pt x="21399" y="404"/>
                  </a:lnTo>
                  <a:lnTo>
                    <a:pt x="18775" y="808"/>
                  </a:lnTo>
                  <a:lnTo>
                    <a:pt x="16554" y="1413"/>
                  </a:lnTo>
                  <a:lnTo>
                    <a:pt x="14535" y="2019"/>
                  </a:lnTo>
                  <a:lnTo>
                    <a:pt x="12517" y="2826"/>
                  </a:lnTo>
                  <a:lnTo>
                    <a:pt x="10700" y="3836"/>
                  </a:lnTo>
                  <a:lnTo>
                    <a:pt x="9287" y="4845"/>
                  </a:lnTo>
                  <a:lnTo>
                    <a:pt x="7671" y="5855"/>
                  </a:lnTo>
                  <a:lnTo>
                    <a:pt x="6460" y="7066"/>
                  </a:lnTo>
                  <a:lnTo>
                    <a:pt x="5451" y="8277"/>
                  </a:lnTo>
                  <a:lnTo>
                    <a:pt x="4441" y="9690"/>
                  </a:lnTo>
                  <a:lnTo>
                    <a:pt x="3432" y="11104"/>
                  </a:lnTo>
                  <a:lnTo>
                    <a:pt x="2019" y="13930"/>
                  </a:lnTo>
                  <a:lnTo>
                    <a:pt x="1010" y="16756"/>
                  </a:lnTo>
                  <a:lnTo>
                    <a:pt x="404" y="19582"/>
                  </a:lnTo>
                  <a:lnTo>
                    <a:pt x="0" y="22409"/>
                  </a:lnTo>
                  <a:lnTo>
                    <a:pt x="0" y="24831"/>
                  </a:lnTo>
                  <a:lnTo>
                    <a:pt x="0" y="27254"/>
                  </a:lnTo>
                  <a:lnTo>
                    <a:pt x="202" y="30484"/>
                  </a:lnTo>
                  <a:lnTo>
                    <a:pt x="404" y="31897"/>
                  </a:lnTo>
                  <a:lnTo>
                    <a:pt x="47643" y="31897"/>
                  </a:lnTo>
                  <a:lnTo>
                    <a:pt x="47845" y="29071"/>
                  </a:lnTo>
                  <a:lnTo>
                    <a:pt x="48047" y="26648"/>
                  </a:lnTo>
                  <a:lnTo>
                    <a:pt x="48249" y="24226"/>
                  </a:lnTo>
                  <a:lnTo>
                    <a:pt x="48047" y="22005"/>
                  </a:lnTo>
                  <a:lnTo>
                    <a:pt x="47643" y="19784"/>
                  </a:lnTo>
                  <a:lnTo>
                    <a:pt x="47240" y="17967"/>
                  </a:lnTo>
                  <a:lnTo>
                    <a:pt x="46634" y="16150"/>
                  </a:lnTo>
                  <a:lnTo>
                    <a:pt x="46028" y="14334"/>
                  </a:lnTo>
                  <a:lnTo>
                    <a:pt x="45221" y="12719"/>
                  </a:lnTo>
                  <a:lnTo>
                    <a:pt x="44413" y="11305"/>
                  </a:lnTo>
                  <a:lnTo>
                    <a:pt x="43404" y="9892"/>
                  </a:lnTo>
                  <a:lnTo>
                    <a:pt x="42395" y="8681"/>
                  </a:lnTo>
                  <a:lnTo>
                    <a:pt x="40174" y="6662"/>
                  </a:lnTo>
                  <a:lnTo>
                    <a:pt x="37751" y="4845"/>
                  </a:lnTo>
                  <a:lnTo>
                    <a:pt x="35127" y="3432"/>
                  </a:lnTo>
                  <a:lnTo>
                    <a:pt x="32704" y="2221"/>
                  </a:lnTo>
                  <a:lnTo>
                    <a:pt x="30484" y="1413"/>
                  </a:lnTo>
                  <a:lnTo>
                    <a:pt x="28465" y="808"/>
                  </a:lnTo>
                  <a:lnTo>
                    <a:pt x="25235" y="202"/>
                  </a:lnTo>
                  <a:lnTo>
                    <a:pt x="240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8">
              <a:extLst>
                <a:ext uri="{FF2B5EF4-FFF2-40B4-BE49-F238E27FC236}">
                  <a16:creationId xmlns:a16="http://schemas.microsoft.com/office/drawing/2014/main" id="{AFFDCF0A-209B-41FA-CE0F-8CE2C9CE38F6}"/>
                </a:ext>
              </a:extLst>
            </p:cNvPr>
            <p:cNvSpPr/>
            <p:nvPr/>
          </p:nvSpPr>
          <p:spPr>
            <a:xfrm>
              <a:off x="4158113" y="3956671"/>
              <a:ext cx="775413" cy="775395"/>
            </a:xfrm>
            <a:custGeom>
              <a:avLst/>
              <a:gdLst/>
              <a:ahLst/>
              <a:cxnLst/>
              <a:rect l="l" t="t" r="r" b="b"/>
              <a:pathLst>
                <a:path w="41790" h="41789" extrusionOk="0">
                  <a:moveTo>
                    <a:pt x="18775" y="0"/>
                  </a:moveTo>
                  <a:lnTo>
                    <a:pt x="16757" y="404"/>
                  </a:lnTo>
                  <a:lnTo>
                    <a:pt x="14738" y="1010"/>
                  </a:lnTo>
                  <a:lnTo>
                    <a:pt x="12921" y="1615"/>
                  </a:lnTo>
                  <a:lnTo>
                    <a:pt x="11104" y="2423"/>
                  </a:lnTo>
                  <a:lnTo>
                    <a:pt x="9287" y="3634"/>
                  </a:lnTo>
                  <a:lnTo>
                    <a:pt x="7672" y="4845"/>
                  </a:lnTo>
                  <a:lnTo>
                    <a:pt x="6259" y="6056"/>
                  </a:lnTo>
                  <a:lnTo>
                    <a:pt x="4846" y="7672"/>
                  </a:lnTo>
                  <a:lnTo>
                    <a:pt x="3634" y="9287"/>
                  </a:lnTo>
                  <a:lnTo>
                    <a:pt x="2625" y="10902"/>
                  </a:lnTo>
                  <a:lnTo>
                    <a:pt x="1818" y="12718"/>
                  </a:lnTo>
                  <a:lnTo>
                    <a:pt x="1010" y="14737"/>
                  </a:lnTo>
                  <a:lnTo>
                    <a:pt x="606" y="16756"/>
                  </a:lnTo>
                  <a:lnTo>
                    <a:pt x="203" y="18775"/>
                  </a:lnTo>
                  <a:lnTo>
                    <a:pt x="1" y="20794"/>
                  </a:lnTo>
                  <a:lnTo>
                    <a:pt x="203" y="23014"/>
                  </a:lnTo>
                  <a:lnTo>
                    <a:pt x="606" y="25033"/>
                  </a:lnTo>
                  <a:lnTo>
                    <a:pt x="1010" y="27052"/>
                  </a:lnTo>
                  <a:lnTo>
                    <a:pt x="1818" y="29071"/>
                  </a:lnTo>
                  <a:lnTo>
                    <a:pt x="2625" y="30888"/>
                  </a:lnTo>
                  <a:lnTo>
                    <a:pt x="3634" y="32503"/>
                  </a:lnTo>
                  <a:lnTo>
                    <a:pt x="4846" y="34118"/>
                  </a:lnTo>
                  <a:lnTo>
                    <a:pt x="6259" y="35733"/>
                  </a:lnTo>
                  <a:lnTo>
                    <a:pt x="7672" y="36944"/>
                  </a:lnTo>
                  <a:lnTo>
                    <a:pt x="9287" y="38155"/>
                  </a:lnTo>
                  <a:lnTo>
                    <a:pt x="11104" y="39165"/>
                  </a:lnTo>
                  <a:lnTo>
                    <a:pt x="12921" y="40174"/>
                  </a:lnTo>
                  <a:lnTo>
                    <a:pt x="14738" y="40780"/>
                  </a:lnTo>
                  <a:lnTo>
                    <a:pt x="16757" y="41385"/>
                  </a:lnTo>
                  <a:lnTo>
                    <a:pt x="18775" y="41587"/>
                  </a:lnTo>
                  <a:lnTo>
                    <a:pt x="20996" y="41789"/>
                  </a:lnTo>
                  <a:lnTo>
                    <a:pt x="23217" y="41587"/>
                  </a:lnTo>
                  <a:lnTo>
                    <a:pt x="25235" y="41385"/>
                  </a:lnTo>
                  <a:lnTo>
                    <a:pt x="27254" y="40780"/>
                  </a:lnTo>
                  <a:lnTo>
                    <a:pt x="29071" y="40174"/>
                  </a:lnTo>
                  <a:lnTo>
                    <a:pt x="30888" y="39165"/>
                  </a:lnTo>
                  <a:lnTo>
                    <a:pt x="32705" y="38155"/>
                  </a:lnTo>
                  <a:lnTo>
                    <a:pt x="34320" y="36944"/>
                  </a:lnTo>
                  <a:lnTo>
                    <a:pt x="35733" y="35733"/>
                  </a:lnTo>
                  <a:lnTo>
                    <a:pt x="37146" y="34118"/>
                  </a:lnTo>
                  <a:lnTo>
                    <a:pt x="38358" y="32503"/>
                  </a:lnTo>
                  <a:lnTo>
                    <a:pt x="39367" y="30888"/>
                  </a:lnTo>
                  <a:lnTo>
                    <a:pt x="40174" y="29071"/>
                  </a:lnTo>
                  <a:lnTo>
                    <a:pt x="40982" y="27052"/>
                  </a:lnTo>
                  <a:lnTo>
                    <a:pt x="41386" y="25033"/>
                  </a:lnTo>
                  <a:lnTo>
                    <a:pt x="41789" y="23014"/>
                  </a:lnTo>
                  <a:lnTo>
                    <a:pt x="41789" y="20794"/>
                  </a:lnTo>
                  <a:lnTo>
                    <a:pt x="41789" y="18775"/>
                  </a:lnTo>
                  <a:lnTo>
                    <a:pt x="41386" y="16756"/>
                  </a:lnTo>
                  <a:lnTo>
                    <a:pt x="40982" y="14737"/>
                  </a:lnTo>
                  <a:lnTo>
                    <a:pt x="40174" y="12718"/>
                  </a:lnTo>
                  <a:lnTo>
                    <a:pt x="39367" y="10902"/>
                  </a:lnTo>
                  <a:lnTo>
                    <a:pt x="38358" y="9287"/>
                  </a:lnTo>
                  <a:lnTo>
                    <a:pt x="37146" y="7672"/>
                  </a:lnTo>
                  <a:lnTo>
                    <a:pt x="35733" y="6056"/>
                  </a:lnTo>
                  <a:lnTo>
                    <a:pt x="34320" y="4845"/>
                  </a:lnTo>
                  <a:lnTo>
                    <a:pt x="32705" y="3634"/>
                  </a:lnTo>
                  <a:lnTo>
                    <a:pt x="30888" y="2423"/>
                  </a:lnTo>
                  <a:lnTo>
                    <a:pt x="29071" y="1615"/>
                  </a:lnTo>
                  <a:lnTo>
                    <a:pt x="27254" y="1010"/>
                  </a:lnTo>
                  <a:lnTo>
                    <a:pt x="25235" y="404"/>
                  </a:lnTo>
                  <a:lnTo>
                    <a:pt x="2321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8">
              <a:extLst>
                <a:ext uri="{FF2B5EF4-FFF2-40B4-BE49-F238E27FC236}">
                  <a16:creationId xmlns:a16="http://schemas.microsoft.com/office/drawing/2014/main" id="{7EBC2FBE-44C0-D016-8E52-6DFBA0973B8D}"/>
                </a:ext>
              </a:extLst>
            </p:cNvPr>
            <p:cNvSpPr/>
            <p:nvPr/>
          </p:nvSpPr>
          <p:spPr>
            <a:xfrm>
              <a:off x="4315442" y="4110253"/>
              <a:ext cx="464506" cy="468235"/>
            </a:xfrm>
            <a:custGeom>
              <a:avLst/>
              <a:gdLst/>
              <a:ahLst/>
              <a:cxnLst/>
              <a:rect l="l" t="t" r="r" b="b"/>
              <a:pathLst>
                <a:path w="25034" h="25235" extrusionOk="0">
                  <a:moveTo>
                    <a:pt x="12517" y="0"/>
                  </a:moveTo>
                  <a:lnTo>
                    <a:pt x="11306" y="202"/>
                  </a:lnTo>
                  <a:lnTo>
                    <a:pt x="9893" y="404"/>
                  </a:lnTo>
                  <a:lnTo>
                    <a:pt x="8681" y="606"/>
                  </a:lnTo>
                  <a:lnTo>
                    <a:pt x="7672" y="1010"/>
                  </a:lnTo>
                  <a:lnTo>
                    <a:pt x="5451" y="2221"/>
                  </a:lnTo>
                  <a:lnTo>
                    <a:pt x="3634" y="3634"/>
                  </a:lnTo>
                  <a:lnTo>
                    <a:pt x="2019" y="5653"/>
                  </a:lnTo>
                  <a:lnTo>
                    <a:pt x="1010" y="7672"/>
                  </a:lnTo>
                  <a:lnTo>
                    <a:pt x="606" y="8883"/>
                  </a:lnTo>
                  <a:lnTo>
                    <a:pt x="202" y="10094"/>
                  </a:lnTo>
                  <a:lnTo>
                    <a:pt x="1" y="11305"/>
                  </a:lnTo>
                  <a:lnTo>
                    <a:pt x="1" y="12517"/>
                  </a:lnTo>
                  <a:lnTo>
                    <a:pt x="1" y="13930"/>
                  </a:lnTo>
                  <a:lnTo>
                    <a:pt x="202" y="15141"/>
                  </a:lnTo>
                  <a:lnTo>
                    <a:pt x="606" y="16352"/>
                  </a:lnTo>
                  <a:lnTo>
                    <a:pt x="1010" y="17564"/>
                  </a:lnTo>
                  <a:lnTo>
                    <a:pt x="2019" y="19582"/>
                  </a:lnTo>
                  <a:lnTo>
                    <a:pt x="3634" y="21399"/>
                  </a:lnTo>
                  <a:lnTo>
                    <a:pt x="5451" y="23014"/>
                  </a:lnTo>
                  <a:lnTo>
                    <a:pt x="7672" y="24226"/>
                  </a:lnTo>
                  <a:lnTo>
                    <a:pt x="8681" y="24629"/>
                  </a:lnTo>
                  <a:lnTo>
                    <a:pt x="9893" y="24831"/>
                  </a:lnTo>
                  <a:lnTo>
                    <a:pt x="11306" y="25033"/>
                  </a:lnTo>
                  <a:lnTo>
                    <a:pt x="12517" y="25235"/>
                  </a:lnTo>
                  <a:lnTo>
                    <a:pt x="13728" y="25033"/>
                  </a:lnTo>
                  <a:lnTo>
                    <a:pt x="14940" y="24831"/>
                  </a:lnTo>
                  <a:lnTo>
                    <a:pt x="16151" y="24629"/>
                  </a:lnTo>
                  <a:lnTo>
                    <a:pt x="17362" y="24226"/>
                  </a:lnTo>
                  <a:lnTo>
                    <a:pt x="19583" y="23014"/>
                  </a:lnTo>
                  <a:lnTo>
                    <a:pt x="21400" y="21399"/>
                  </a:lnTo>
                  <a:lnTo>
                    <a:pt x="22813" y="19582"/>
                  </a:lnTo>
                  <a:lnTo>
                    <a:pt x="24024" y="17564"/>
                  </a:lnTo>
                  <a:lnTo>
                    <a:pt x="24428" y="16352"/>
                  </a:lnTo>
                  <a:lnTo>
                    <a:pt x="24832" y="15141"/>
                  </a:lnTo>
                  <a:lnTo>
                    <a:pt x="25033" y="13930"/>
                  </a:lnTo>
                  <a:lnTo>
                    <a:pt x="25033" y="12517"/>
                  </a:lnTo>
                  <a:lnTo>
                    <a:pt x="25033" y="11305"/>
                  </a:lnTo>
                  <a:lnTo>
                    <a:pt x="24832" y="10094"/>
                  </a:lnTo>
                  <a:lnTo>
                    <a:pt x="24428" y="8883"/>
                  </a:lnTo>
                  <a:lnTo>
                    <a:pt x="24024" y="7672"/>
                  </a:lnTo>
                  <a:lnTo>
                    <a:pt x="22813" y="5653"/>
                  </a:lnTo>
                  <a:lnTo>
                    <a:pt x="21400" y="3634"/>
                  </a:lnTo>
                  <a:lnTo>
                    <a:pt x="19583" y="2221"/>
                  </a:lnTo>
                  <a:lnTo>
                    <a:pt x="17362" y="1010"/>
                  </a:lnTo>
                  <a:lnTo>
                    <a:pt x="16151" y="606"/>
                  </a:lnTo>
                  <a:lnTo>
                    <a:pt x="14940" y="404"/>
                  </a:lnTo>
                  <a:lnTo>
                    <a:pt x="13728" y="202"/>
                  </a:lnTo>
                  <a:lnTo>
                    <a:pt x="125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8">
              <a:extLst>
                <a:ext uri="{FF2B5EF4-FFF2-40B4-BE49-F238E27FC236}">
                  <a16:creationId xmlns:a16="http://schemas.microsoft.com/office/drawing/2014/main" id="{BC7A3747-3342-1A3B-3EA5-117043E8D1D6}"/>
                </a:ext>
              </a:extLst>
            </p:cNvPr>
            <p:cNvSpPr/>
            <p:nvPr/>
          </p:nvSpPr>
          <p:spPr>
            <a:xfrm>
              <a:off x="4517711" y="4312523"/>
              <a:ext cx="59951" cy="63699"/>
            </a:xfrm>
            <a:custGeom>
              <a:avLst/>
              <a:gdLst/>
              <a:ahLst/>
              <a:cxnLst/>
              <a:rect l="l" t="t" r="r" b="b"/>
              <a:pathLst>
                <a:path w="3231" h="3433" extrusionOk="0">
                  <a:moveTo>
                    <a:pt x="1616" y="1"/>
                  </a:moveTo>
                  <a:lnTo>
                    <a:pt x="1010" y="202"/>
                  </a:lnTo>
                  <a:lnTo>
                    <a:pt x="405" y="606"/>
                  </a:lnTo>
                  <a:lnTo>
                    <a:pt x="1" y="1010"/>
                  </a:lnTo>
                  <a:lnTo>
                    <a:pt x="1" y="1616"/>
                  </a:lnTo>
                  <a:lnTo>
                    <a:pt x="1" y="2423"/>
                  </a:lnTo>
                  <a:lnTo>
                    <a:pt x="405" y="2827"/>
                  </a:lnTo>
                  <a:lnTo>
                    <a:pt x="1010" y="3231"/>
                  </a:lnTo>
                  <a:lnTo>
                    <a:pt x="1616" y="3433"/>
                  </a:lnTo>
                  <a:lnTo>
                    <a:pt x="2222" y="3231"/>
                  </a:lnTo>
                  <a:lnTo>
                    <a:pt x="2827" y="2827"/>
                  </a:lnTo>
                  <a:lnTo>
                    <a:pt x="3231" y="2423"/>
                  </a:lnTo>
                  <a:lnTo>
                    <a:pt x="3231" y="1616"/>
                  </a:lnTo>
                  <a:lnTo>
                    <a:pt x="3231" y="1010"/>
                  </a:lnTo>
                  <a:lnTo>
                    <a:pt x="2827" y="606"/>
                  </a:lnTo>
                  <a:lnTo>
                    <a:pt x="2222" y="202"/>
                  </a:lnTo>
                  <a:lnTo>
                    <a:pt x="16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8">
              <a:extLst>
                <a:ext uri="{FF2B5EF4-FFF2-40B4-BE49-F238E27FC236}">
                  <a16:creationId xmlns:a16="http://schemas.microsoft.com/office/drawing/2014/main" id="{E60300D9-537E-5018-E9F1-00F67DC05C7F}"/>
                </a:ext>
              </a:extLst>
            </p:cNvPr>
            <p:cNvSpPr/>
            <p:nvPr/>
          </p:nvSpPr>
          <p:spPr>
            <a:xfrm>
              <a:off x="4424082" y="4409919"/>
              <a:ext cx="119884" cy="123632"/>
            </a:xfrm>
            <a:custGeom>
              <a:avLst/>
              <a:gdLst/>
              <a:ahLst/>
              <a:cxnLst/>
              <a:rect l="l" t="t" r="r" b="b"/>
              <a:pathLst>
                <a:path w="6461" h="6663" extrusionOk="0">
                  <a:moveTo>
                    <a:pt x="5047" y="0"/>
                  </a:moveTo>
                  <a:lnTo>
                    <a:pt x="0" y="4644"/>
                  </a:lnTo>
                  <a:lnTo>
                    <a:pt x="1009" y="5451"/>
                  </a:lnTo>
                  <a:lnTo>
                    <a:pt x="2019" y="6057"/>
                  </a:lnTo>
                  <a:lnTo>
                    <a:pt x="3230" y="6461"/>
                  </a:lnTo>
                  <a:lnTo>
                    <a:pt x="4239" y="6662"/>
                  </a:lnTo>
                  <a:lnTo>
                    <a:pt x="5854" y="6662"/>
                  </a:lnTo>
                  <a:lnTo>
                    <a:pt x="6460" y="6461"/>
                  </a:lnTo>
                  <a:lnTo>
                    <a:pt x="50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8">
              <a:extLst>
                <a:ext uri="{FF2B5EF4-FFF2-40B4-BE49-F238E27FC236}">
                  <a16:creationId xmlns:a16="http://schemas.microsoft.com/office/drawing/2014/main" id="{38A57B8D-2556-B8D1-00FF-C86986C172E3}"/>
                </a:ext>
              </a:extLst>
            </p:cNvPr>
            <p:cNvSpPr/>
            <p:nvPr/>
          </p:nvSpPr>
          <p:spPr>
            <a:xfrm>
              <a:off x="4349156" y="4316271"/>
              <a:ext cx="123632" cy="123632"/>
            </a:xfrm>
            <a:custGeom>
              <a:avLst/>
              <a:gdLst/>
              <a:ahLst/>
              <a:cxnLst/>
              <a:rect l="l" t="t" r="r" b="b"/>
              <a:pathLst>
                <a:path w="6663" h="6663" extrusionOk="0">
                  <a:moveTo>
                    <a:pt x="202" y="0"/>
                  </a:moveTo>
                  <a:lnTo>
                    <a:pt x="0" y="1414"/>
                  </a:lnTo>
                  <a:lnTo>
                    <a:pt x="0" y="2625"/>
                  </a:lnTo>
                  <a:lnTo>
                    <a:pt x="202" y="3634"/>
                  </a:lnTo>
                  <a:lnTo>
                    <a:pt x="606" y="4644"/>
                  </a:lnTo>
                  <a:lnTo>
                    <a:pt x="1414" y="6057"/>
                  </a:lnTo>
                  <a:lnTo>
                    <a:pt x="2019" y="6662"/>
                  </a:lnTo>
                  <a:lnTo>
                    <a:pt x="6662" y="1817"/>
                  </a:lnTo>
                  <a:lnTo>
                    <a:pt x="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8">
              <a:extLst>
                <a:ext uri="{FF2B5EF4-FFF2-40B4-BE49-F238E27FC236}">
                  <a16:creationId xmlns:a16="http://schemas.microsoft.com/office/drawing/2014/main" id="{B33864E1-C441-400F-C8E2-D668807A76B2}"/>
                </a:ext>
              </a:extLst>
            </p:cNvPr>
            <p:cNvSpPr/>
            <p:nvPr/>
          </p:nvSpPr>
          <p:spPr>
            <a:xfrm>
              <a:off x="4382871" y="4162690"/>
              <a:ext cx="119884" cy="123632"/>
            </a:xfrm>
            <a:custGeom>
              <a:avLst/>
              <a:gdLst/>
              <a:ahLst/>
              <a:cxnLst/>
              <a:rect l="l" t="t" r="r" b="b"/>
              <a:pathLst>
                <a:path w="6461" h="6663" extrusionOk="0">
                  <a:moveTo>
                    <a:pt x="4644" y="0"/>
                  </a:moveTo>
                  <a:lnTo>
                    <a:pt x="3432" y="606"/>
                  </a:lnTo>
                  <a:lnTo>
                    <a:pt x="2423" y="1212"/>
                  </a:lnTo>
                  <a:lnTo>
                    <a:pt x="1615" y="2019"/>
                  </a:lnTo>
                  <a:lnTo>
                    <a:pt x="1010" y="2827"/>
                  </a:lnTo>
                  <a:lnTo>
                    <a:pt x="202" y="4240"/>
                  </a:lnTo>
                  <a:lnTo>
                    <a:pt x="0" y="4846"/>
                  </a:lnTo>
                  <a:lnTo>
                    <a:pt x="6460" y="6662"/>
                  </a:lnTo>
                  <a:lnTo>
                    <a:pt x="46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8">
              <a:extLst>
                <a:ext uri="{FF2B5EF4-FFF2-40B4-BE49-F238E27FC236}">
                  <a16:creationId xmlns:a16="http://schemas.microsoft.com/office/drawing/2014/main" id="{C4084B7E-6095-706D-9895-60FB7BE58A3B}"/>
                </a:ext>
              </a:extLst>
            </p:cNvPr>
            <p:cNvSpPr/>
            <p:nvPr/>
          </p:nvSpPr>
          <p:spPr>
            <a:xfrm>
              <a:off x="4540200" y="4151445"/>
              <a:ext cx="123632" cy="123632"/>
            </a:xfrm>
            <a:custGeom>
              <a:avLst/>
              <a:gdLst/>
              <a:ahLst/>
              <a:cxnLst/>
              <a:rect l="l" t="t" r="r" b="b"/>
              <a:pathLst>
                <a:path w="6663" h="6663" extrusionOk="0">
                  <a:moveTo>
                    <a:pt x="2423" y="1"/>
                  </a:moveTo>
                  <a:lnTo>
                    <a:pt x="606" y="203"/>
                  </a:lnTo>
                  <a:lnTo>
                    <a:pt x="0" y="203"/>
                  </a:lnTo>
                  <a:lnTo>
                    <a:pt x="1817" y="6663"/>
                  </a:lnTo>
                  <a:lnTo>
                    <a:pt x="6662" y="1818"/>
                  </a:lnTo>
                  <a:lnTo>
                    <a:pt x="5451" y="1010"/>
                  </a:lnTo>
                  <a:lnTo>
                    <a:pt x="4442" y="405"/>
                  </a:lnTo>
                  <a:lnTo>
                    <a:pt x="3432" y="203"/>
                  </a:lnTo>
                  <a:lnTo>
                    <a:pt x="24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8">
              <a:extLst>
                <a:ext uri="{FF2B5EF4-FFF2-40B4-BE49-F238E27FC236}">
                  <a16:creationId xmlns:a16="http://schemas.microsoft.com/office/drawing/2014/main" id="{0906BD24-4C95-0D01-5892-EAE4E3F847CA}"/>
                </a:ext>
              </a:extLst>
            </p:cNvPr>
            <p:cNvSpPr/>
            <p:nvPr/>
          </p:nvSpPr>
          <p:spPr>
            <a:xfrm>
              <a:off x="4618855" y="4241345"/>
              <a:ext cx="127380" cy="119902"/>
            </a:xfrm>
            <a:custGeom>
              <a:avLst/>
              <a:gdLst/>
              <a:ahLst/>
              <a:cxnLst/>
              <a:rect l="l" t="t" r="r" b="b"/>
              <a:pathLst>
                <a:path w="6865" h="6462" extrusionOk="0">
                  <a:moveTo>
                    <a:pt x="4644" y="1"/>
                  </a:moveTo>
                  <a:lnTo>
                    <a:pt x="1" y="4846"/>
                  </a:lnTo>
                  <a:lnTo>
                    <a:pt x="6663" y="6461"/>
                  </a:lnTo>
                  <a:lnTo>
                    <a:pt x="6865" y="5048"/>
                  </a:lnTo>
                  <a:lnTo>
                    <a:pt x="6865" y="3837"/>
                  </a:lnTo>
                  <a:lnTo>
                    <a:pt x="6461" y="2827"/>
                  </a:lnTo>
                  <a:lnTo>
                    <a:pt x="6057" y="1818"/>
                  </a:lnTo>
                  <a:lnTo>
                    <a:pt x="5048" y="405"/>
                  </a:lnTo>
                  <a:lnTo>
                    <a:pt x="46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8">
              <a:extLst>
                <a:ext uri="{FF2B5EF4-FFF2-40B4-BE49-F238E27FC236}">
                  <a16:creationId xmlns:a16="http://schemas.microsoft.com/office/drawing/2014/main" id="{729F1B58-0DA8-6216-ADC3-BF2B843B63FD}"/>
                </a:ext>
              </a:extLst>
            </p:cNvPr>
            <p:cNvSpPr/>
            <p:nvPr/>
          </p:nvSpPr>
          <p:spPr>
            <a:xfrm>
              <a:off x="4596385" y="4398675"/>
              <a:ext cx="119884" cy="119884"/>
            </a:xfrm>
            <a:custGeom>
              <a:avLst/>
              <a:gdLst/>
              <a:ahLst/>
              <a:cxnLst/>
              <a:rect l="l" t="t" r="r" b="b"/>
              <a:pathLst>
                <a:path w="6461" h="6461" extrusionOk="0">
                  <a:moveTo>
                    <a:pt x="0" y="1"/>
                  </a:moveTo>
                  <a:lnTo>
                    <a:pt x="2019" y="6461"/>
                  </a:lnTo>
                  <a:lnTo>
                    <a:pt x="3230" y="6057"/>
                  </a:lnTo>
                  <a:lnTo>
                    <a:pt x="4240" y="5250"/>
                  </a:lnTo>
                  <a:lnTo>
                    <a:pt x="5047" y="4442"/>
                  </a:lnTo>
                  <a:lnTo>
                    <a:pt x="5653" y="3635"/>
                  </a:lnTo>
                  <a:lnTo>
                    <a:pt x="6259" y="2020"/>
                  </a:lnTo>
                  <a:lnTo>
                    <a:pt x="6460" y="141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8">
              <a:extLst>
                <a:ext uri="{FF2B5EF4-FFF2-40B4-BE49-F238E27FC236}">
                  <a16:creationId xmlns:a16="http://schemas.microsoft.com/office/drawing/2014/main" id="{564E8D98-FF9A-3242-F708-1BC38842AE24}"/>
                </a:ext>
              </a:extLst>
            </p:cNvPr>
            <p:cNvSpPr/>
            <p:nvPr/>
          </p:nvSpPr>
          <p:spPr>
            <a:xfrm>
              <a:off x="1056531" y="3956671"/>
              <a:ext cx="775413" cy="775395"/>
            </a:xfrm>
            <a:custGeom>
              <a:avLst/>
              <a:gdLst/>
              <a:ahLst/>
              <a:cxnLst/>
              <a:rect l="l" t="t" r="r" b="b"/>
              <a:pathLst>
                <a:path w="41790" h="41789" extrusionOk="0">
                  <a:moveTo>
                    <a:pt x="18775" y="0"/>
                  </a:moveTo>
                  <a:lnTo>
                    <a:pt x="16756" y="404"/>
                  </a:lnTo>
                  <a:lnTo>
                    <a:pt x="14738" y="1010"/>
                  </a:lnTo>
                  <a:lnTo>
                    <a:pt x="12719" y="1615"/>
                  </a:lnTo>
                  <a:lnTo>
                    <a:pt x="10902" y="2423"/>
                  </a:lnTo>
                  <a:lnTo>
                    <a:pt x="9287" y="3634"/>
                  </a:lnTo>
                  <a:lnTo>
                    <a:pt x="7672" y="4845"/>
                  </a:lnTo>
                  <a:lnTo>
                    <a:pt x="6259" y="6056"/>
                  </a:lnTo>
                  <a:lnTo>
                    <a:pt x="4846" y="7672"/>
                  </a:lnTo>
                  <a:lnTo>
                    <a:pt x="3634" y="9287"/>
                  </a:lnTo>
                  <a:lnTo>
                    <a:pt x="2625" y="10902"/>
                  </a:lnTo>
                  <a:lnTo>
                    <a:pt x="1616" y="12718"/>
                  </a:lnTo>
                  <a:lnTo>
                    <a:pt x="1010" y="14737"/>
                  </a:lnTo>
                  <a:lnTo>
                    <a:pt x="404" y="16756"/>
                  </a:lnTo>
                  <a:lnTo>
                    <a:pt x="202" y="18775"/>
                  </a:lnTo>
                  <a:lnTo>
                    <a:pt x="1" y="20794"/>
                  </a:lnTo>
                  <a:lnTo>
                    <a:pt x="202" y="23014"/>
                  </a:lnTo>
                  <a:lnTo>
                    <a:pt x="404" y="25033"/>
                  </a:lnTo>
                  <a:lnTo>
                    <a:pt x="1010" y="27052"/>
                  </a:lnTo>
                  <a:lnTo>
                    <a:pt x="1616" y="29071"/>
                  </a:lnTo>
                  <a:lnTo>
                    <a:pt x="2625" y="30888"/>
                  </a:lnTo>
                  <a:lnTo>
                    <a:pt x="3634" y="32503"/>
                  </a:lnTo>
                  <a:lnTo>
                    <a:pt x="4846" y="34118"/>
                  </a:lnTo>
                  <a:lnTo>
                    <a:pt x="6259" y="35733"/>
                  </a:lnTo>
                  <a:lnTo>
                    <a:pt x="7672" y="36944"/>
                  </a:lnTo>
                  <a:lnTo>
                    <a:pt x="9287" y="38155"/>
                  </a:lnTo>
                  <a:lnTo>
                    <a:pt x="10902" y="39165"/>
                  </a:lnTo>
                  <a:lnTo>
                    <a:pt x="12719" y="40174"/>
                  </a:lnTo>
                  <a:lnTo>
                    <a:pt x="14738" y="40780"/>
                  </a:lnTo>
                  <a:lnTo>
                    <a:pt x="16756" y="41385"/>
                  </a:lnTo>
                  <a:lnTo>
                    <a:pt x="18775" y="41587"/>
                  </a:lnTo>
                  <a:lnTo>
                    <a:pt x="20996" y="41789"/>
                  </a:lnTo>
                  <a:lnTo>
                    <a:pt x="23015" y="41587"/>
                  </a:lnTo>
                  <a:lnTo>
                    <a:pt x="25235" y="41385"/>
                  </a:lnTo>
                  <a:lnTo>
                    <a:pt x="27254" y="40780"/>
                  </a:lnTo>
                  <a:lnTo>
                    <a:pt x="29071" y="40174"/>
                  </a:lnTo>
                  <a:lnTo>
                    <a:pt x="30888" y="39165"/>
                  </a:lnTo>
                  <a:lnTo>
                    <a:pt x="32705" y="38155"/>
                  </a:lnTo>
                  <a:lnTo>
                    <a:pt x="34320" y="36944"/>
                  </a:lnTo>
                  <a:lnTo>
                    <a:pt x="35733" y="35733"/>
                  </a:lnTo>
                  <a:lnTo>
                    <a:pt x="37146" y="34118"/>
                  </a:lnTo>
                  <a:lnTo>
                    <a:pt x="38357" y="32503"/>
                  </a:lnTo>
                  <a:lnTo>
                    <a:pt x="39367" y="30888"/>
                  </a:lnTo>
                  <a:lnTo>
                    <a:pt x="40174" y="29071"/>
                  </a:lnTo>
                  <a:lnTo>
                    <a:pt x="40982" y="27052"/>
                  </a:lnTo>
                  <a:lnTo>
                    <a:pt x="41386" y="25033"/>
                  </a:lnTo>
                  <a:lnTo>
                    <a:pt x="41789" y="23014"/>
                  </a:lnTo>
                  <a:lnTo>
                    <a:pt x="41789" y="20794"/>
                  </a:lnTo>
                  <a:lnTo>
                    <a:pt x="41789" y="18775"/>
                  </a:lnTo>
                  <a:lnTo>
                    <a:pt x="41386" y="16756"/>
                  </a:lnTo>
                  <a:lnTo>
                    <a:pt x="40982" y="14737"/>
                  </a:lnTo>
                  <a:lnTo>
                    <a:pt x="40174" y="12718"/>
                  </a:lnTo>
                  <a:lnTo>
                    <a:pt x="39367" y="10902"/>
                  </a:lnTo>
                  <a:lnTo>
                    <a:pt x="38357" y="9287"/>
                  </a:lnTo>
                  <a:lnTo>
                    <a:pt x="37146" y="7672"/>
                  </a:lnTo>
                  <a:lnTo>
                    <a:pt x="35733" y="6056"/>
                  </a:lnTo>
                  <a:lnTo>
                    <a:pt x="34320" y="4845"/>
                  </a:lnTo>
                  <a:lnTo>
                    <a:pt x="32705" y="3634"/>
                  </a:lnTo>
                  <a:lnTo>
                    <a:pt x="30888" y="2423"/>
                  </a:lnTo>
                  <a:lnTo>
                    <a:pt x="29071" y="1615"/>
                  </a:lnTo>
                  <a:lnTo>
                    <a:pt x="27254" y="1010"/>
                  </a:lnTo>
                  <a:lnTo>
                    <a:pt x="25235" y="404"/>
                  </a:lnTo>
                  <a:lnTo>
                    <a:pt x="23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8">
              <a:extLst>
                <a:ext uri="{FF2B5EF4-FFF2-40B4-BE49-F238E27FC236}">
                  <a16:creationId xmlns:a16="http://schemas.microsoft.com/office/drawing/2014/main" id="{151CB999-A0E2-9A10-CECF-521A90C5C3CA}"/>
                </a:ext>
              </a:extLst>
            </p:cNvPr>
            <p:cNvSpPr/>
            <p:nvPr/>
          </p:nvSpPr>
          <p:spPr>
            <a:xfrm>
              <a:off x="1213859" y="4110253"/>
              <a:ext cx="464506" cy="468235"/>
            </a:xfrm>
            <a:custGeom>
              <a:avLst/>
              <a:gdLst/>
              <a:ahLst/>
              <a:cxnLst/>
              <a:rect l="l" t="t" r="r" b="b"/>
              <a:pathLst>
                <a:path w="25034" h="25235" extrusionOk="0">
                  <a:moveTo>
                    <a:pt x="12517" y="0"/>
                  </a:moveTo>
                  <a:lnTo>
                    <a:pt x="11104" y="202"/>
                  </a:lnTo>
                  <a:lnTo>
                    <a:pt x="9892" y="404"/>
                  </a:lnTo>
                  <a:lnTo>
                    <a:pt x="8681" y="606"/>
                  </a:lnTo>
                  <a:lnTo>
                    <a:pt x="7672" y="1010"/>
                  </a:lnTo>
                  <a:lnTo>
                    <a:pt x="5451" y="2221"/>
                  </a:lnTo>
                  <a:lnTo>
                    <a:pt x="3634" y="3634"/>
                  </a:lnTo>
                  <a:lnTo>
                    <a:pt x="2019" y="5653"/>
                  </a:lnTo>
                  <a:lnTo>
                    <a:pt x="1010" y="7672"/>
                  </a:lnTo>
                  <a:lnTo>
                    <a:pt x="404" y="8883"/>
                  </a:lnTo>
                  <a:lnTo>
                    <a:pt x="202" y="10094"/>
                  </a:lnTo>
                  <a:lnTo>
                    <a:pt x="0" y="11305"/>
                  </a:lnTo>
                  <a:lnTo>
                    <a:pt x="0" y="12517"/>
                  </a:lnTo>
                  <a:lnTo>
                    <a:pt x="0" y="13930"/>
                  </a:lnTo>
                  <a:lnTo>
                    <a:pt x="202" y="15141"/>
                  </a:lnTo>
                  <a:lnTo>
                    <a:pt x="404" y="16352"/>
                  </a:lnTo>
                  <a:lnTo>
                    <a:pt x="1010" y="17564"/>
                  </a:lnTo>
                  <a:lnTo>
                    <a:pt x="2019" y="19582"/>
                  </a:lnTo>
                  <a:lnTo>
                    <a:pt x="3634" y="21399"/>
                  </a:lnTo>
                  <a:lnTo>
                    <a:pt x="5451" y="23014"/>
                  </a:lnTo>
                  <a:lnTo>
                    <a:pt x="7672" y="24226"/>
                  </a:lnTo>
                  <a:lnTo>
                    <a:pt x="8681" y="24629"/>
                  </a:lnTo>
                  <a:lnTo>
                    <a:pt x="9892" y="24831"/>
                  </a:lnTo>
                  <a:lnTo>
                    <a:pt x="11104" y="25033"/>
                  </a:lnTo>
                  <a:lnTo>
                    <a:pt x="12517" y="25235"/>
                  </a:lnTo>
                  <a:lnTo>
                    <a:pt x="13728" y="25033"/>
                  </a:lnTo>
                  <a:lnTo>
                    <a:pt x="14939" y="24831"/>
                  </a:lnTo>
                  <a:lnTo>
                    <a:pt x="16151" y="24629"/>
                  </a:lnTo>
                  <a:lnTo>
                    <a:pt x="17362" y="24226"/>
                  </a:lnTo>
                  <a:lnTo>
                    <a:pt x="19381" y="23014"/>
                  </a:lnTo>
                  <a:lnTo>
                    <a:pt x="21399" y="21399"/>
                  </a:lnTo>
                  <a:lnTo>
                    <a:pt x="22813" y="19582"/>
                  </a:lnTo>
                  <a:lnTo>
                    <a:pt x="24024" y="17564"/>
                  </a:lnTo>
                  <a:lnTo>
                    <a:pt x="24428" y="16352"/>
                  </a:lnTo>
                  <a:lnTo>
                    <a:pt x="24831" y="15141"/>
                  </a:lnTo>
                  <a:lnTo>
                    <a:pt x="25033" y="13930"/>
                  </a:lnTo>
                  <a:lnTo>
                    <a:pt x="25033" y="12517"/>
                  </a:lnTo>
                  <a:lnTo>
                    <a:pt x="25033" y="11305"/>
                  </a:lnTo>
                  <a:lnTo>
                    <a:pt x="24831" y="10094"/>
                  </a:lnTo>
                  <a:lnTo>
                    <a:pt x="24428" y="8883"/>
                  </a:lnTo>
                  <a:lnTo>
                    <a:pt x="24024" y="7672"/>
                  </a:lnTo>
                  <a:lnTo>
                    <a:pt x="22813" y="5653"/>
                  </a:lnTo>
                  <a:lnTo>
                    <a:pt x="21399" y="3634"/>
                  </a:lnTo>
                  <a:lnTo>
                    <a:pt x="19381" y="2221"/>
                  </a:lnTo>
                  <a:lnTo>
                    <a:pt x="17362" y="1010"/>
                  </a:lnTo>
                  <a:lnTo>
                    <a:pt x="16151" y="606"/>
                  </a:lnTo>
                  <a:lnTo>
                    <a:pt x="14939" y="404"/>
                  </a:lnTo>
                  <a:lnTo>
                    <a:pt x="13728" y="202"/>
                  </a:lnTo>
                  <a:lnTo>
                    <a:pt x="125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8">
              <a:extLst>
                <a:ext uri="{FF2B5EF4-FFF2-40B4-BE49-F238E27FC236}">
                  <a16:creationId xmlns:a16="http://schemas.microsoft.com/office/drawing/2014/main" id="{B7F236FD-F193-FDD1-7296-A9E098AF5F4C}"/>
                </a:ext>
              </a:extLst>
            </p:cNvPr>
            <p:cNvSpPr/>
            <p:nvPr/>
          </p:nvSpPr>
          <p:spPr>
            <a:xfrm>
              <a:off x="1412381" y="4312523"/>
              <a:ext cx="63699" cy="63699"/>
            </a:xfrm>
            <a:custGeom>
              <a:avLst/>
              <a:gdLst/>
              <a:ahLst/>
              <a:cxnLst/>
              <a:rect l="l" t="t" r="r" b="b"/>
              <a:pathLst>
                <a:path w="3433" h="3433" extrusionOk="0">
                  <a:moveTo>
                    <a:pt x="1818" y="1"/>
                  </a:moveTo>
                  <a:lnTo>
                    <a:pt x="1212" y="202"/>
                  </a:lnTo>
                  <a:lnTo>
                    <a:pt x="607" y="606"/>
                  </a:lnTo>
                  <a:lnTo>
                    <a:pt x="203" y="1010"/>
                  </a:lnTo>
                  <a:lnTo>
                    <a:pt x="1" y="1616"/>
                  </a:lnTo>
                  <a:lnTo>
                    <a:pt x="203" y="2423"/>
                  </a:lnTo>
                  <a:lnTo>
                    <a:pt x="607" y="2827"/>
                  </a:lnTo>
                  <a:lnTo>
                    <a:pt x="1212" y="3231"/>
                  </a:lnTo>
                  <a:lnTo>
                    <a:pt x="1818" y="3433"/>
                  </a:lnTo>
                  <a:lnTo>
                    <a:pt x="2423" y="3231"/>
                  </a:lnTo>
                  <a:lnTo>
                    <a:pt x="3029" y="2827"/>
                  </a:lnTo>
                  <a:lnTo>
                    <a:pt x="3231" y="2423"/>
                  </a:lnTo>
                  <a:lnTo>
                    <a:pt x="3433" y="1616"/>
                  </a:lnTo>
                  <a:lnTo>
                    <a:pt x="3231" y="1010"/>
                  </a:lnTo>
                  <a:lnTo>
                    <a:pt x="3029" y="606"/>
                  </a:lnTo>
                  <a:lnTo>
                    <a:pt x="2423" y="202"/>
                  </a:lnTo>
                  <a:lnTo>
                    <a:pt x="18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8">
              <a:extLst>
                <a:ext uri="{FF2B5EF4-FFF2-40B4-BE49-F238E27FC236}">
                  <a16:creationId xmlns:a16="http://schemas.microsoft.com/office/drawing/2014/main" id="{52766AAD-B0D4-4391-5DB8-54B584D2A2E7}"/>
                </a:ext>
              </a:extLst>
            </p:cNvPr>
            <p:cNvSpPr/>
            <p:nvPr/>
          </p:nvSpPr>
          <p:spPr>
            <a:xfrm>
              <a:off x="1322481" y="4409919"/>
              <a:ext cx="119884" cy="123632"/>
            </a:xfrm>
            <a:custGeom>
              <a:avLst/>
              <a:gdLst/>
              <a:ahLst/>
              <a:cxnLst/>
              <a:rect l="l" t="t" r="r" b="b"/>
              <a:pathLst>
                <a:path w="6461" h="6663" extrusionOk="0">
                  <a:moveTo>
                    <a:pt x="4846" y="0"/>
                  </a:moveTo>
                  <a:lnTo>
                    <a:pt x="1" y="4644"/>
                  </a:lnTo>
                  <a:lnTo>
                    <a:pt x="1010" y="5451"/>
                  </a:lnTo>
                  <a:lnTo>
                    <a:pt x="2020" y="6057"/>
                  </a:lnTo>
                  <a:lnTo>
                    <a:pt x="3029" y="6461"/>
                  </a:lnTo>
                  <a:lnTo>
                    <a:pt x="4038" y="6662"/>
                  </a:lnTo>
                  <a:lnTo>
                    <a:pt x="5855" y="6662"/>
                  </a:lnTo>
                  <a:lnTo>
                    <a:pt x="6461" y="6461"/>
                  </a:lnTo>
                  <a:lnTo>
                    <a:pt x="48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8">
              <a:extLst>
                <a:ext uri="{FF2B5EF4-FFF2-40B4-BE49-F238E27FC236}">
                  <a16:creationId xmlns:a16="http://schemas.microsoft.com/office/drawing/2014/main" id="{53802219-0F95-1F8C-AD18-44B7FC0133D8}"/>
                </a:ext>
              </a:extLst>
            </p:cNvPr>
            <p:cNvSpPr/>
            <p:nvPr/>
          </p:nvSpPr>
          <p:spPr>
            <a:xfrm>
              <a:off x="1247574" y="4316271"/>
              <a:ext cx="123632" cy="123632"/>
            </a:xfrm>
            <a:custGeom>
              <a:avLst/>
              <a:gdLst/>
              <a:ahLst/>
              <a:cxnLst/>
              <a:rect l="l" t="t" r="r" b="b"/>
              <a:pathLst>
                <a:path w="6663" h="6663" extrusionOk="0">
                  <a:moveTo>
                    <a:pt x="202" y="0"/>
                  </a:moveTo>
                  <a:lnTo>
                    <a:pt x="0" y="1414"/>
                  </a:lnTo>
                  <a:lnTo>
                    <a:pt x="0" y="2625"/>
                  </a:lnTo>
                  <a:lnTo>
                    <a:pt x="202" y="3634"/>
                  </a:lnTo>
                  <a:lnTo>
                    <a:pt x="606" y="4644"/>
                  </a:lnTo>
                  <a:lnTo>
                    <a:pt x="1413" y="6057"/>
                  </a:lnTo>
                  <a:lnTo>
                    <a:pt x="1817" y="6662"/>
                  </a:lnTo>
                  <a:lnTo>
                    <a:pt x="6662" y="1817"/>
                  </a:lnTo>
                  <a:lnTo>
                    <a:pt x="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8">
              <a:extLst>
                <a:ext uri="{FF2B5EF4-FFF2-40B4-BE49-F238E27FC236}">
                  <a16:creationId xmlns:a16="http://schemas.microsoft.com/office/drawing/2014/main" id="{55DF5154-8D4C-EDE1-B995-3411D0991909}"/>
                </a:ext>
              </a:extLst>
            </p:cNvPr>
            <p:cNvSpPr/>
            <p:nvPr/>
          </p:nvSpPr>
          <p:spPr>
            <a:xfrm>
              <a:off x="1281289" y="4162690"/>
              <a:ext cx="119884" cy="123632"/>
            </a:xfrm>
            <a:custGeom>
              <a:avLst/>
              <a:gdLst/>
              <a:ahLst/>
              <a:cxnLst/>
              <a:rect l="l" t="t" r="r" b="b"/>
              <a:pathLst>
                <a:path w="6461" h="6663" extrusionOk="0">
                  <a:moveTo>
                    <a:pt x="4643" y="0"/>
                  </a:moveTo>
                  <a:lnTo>
                    <a:pt x="3432" y="606"/>
                  </a:lnTo>
                  <a:lnTo>
                    <a:pt x="2423" y="1212"/>
                  </a:lnTo>
                  <a:lnTo>
                    <a:pt x="1615" y="2019"/>
                  </a:lnTo>
                  <a:lnTo>
                    <a:pt x="1010" y="2827"/>
                  </a:lnTo>
                  <a:lnTo>
                    <a:pt x="202" y="4240"/>
                  </a:lnTo>
                  <a:lnTo>
                    <a:pt x="0" y="4846"/>
                  </a:lnTo>
                  <a:lnTo>
                    <a:pt x="6460" y="6662"/>
                  </a:lnTo>
                  <a:lnTo>
                    <a:pt x="46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8">
              <a:extLst>
                <a:ext uri="{FF2B5EF4-FFF2-40B4-BE49-F238E27FC236}">
                  <a16:creationId xmlns:a16="http://schemas.microsoft.com/office/drawing/2014/main" id="{C6E20C3F-3525-2C3F-85BB-18D4B96873D3}"/>
                </a:ext>
              </a:extLst>
            </p:cNvPr>
            <p:cNvSpPr/>
            <p:nvPr/>
          </p:nvSpPr>
          <p:spPr>
            <a:xfrm>
              <a:off x="1438618" y="4151445"/>
              <a:ext cx="119884" cy="123632"/>
            </a:xfrm>
            <a:custGeom>
              <a:avLst/>
              <a:gdLst/>
              <a:ahLst/>
              <a:cxnLst/>
              <a:rect l="l" t="t" r="r" b="b"/>
              <a:pathLst>
                <a:path w="6461" h="6663" extrusionOk="0">
                  <a:moveTo>
                    <a:pt x="2221" y="1"/>
                  </a:moveTo>
                  <a:lnTo>
                    <a:pt x="606" y="203"/>
                  </a:lnTo>
                  <a:lnTo>
                    <a:pt x="0" y="203"/>
                  </a:lnTo>
                  <a:lnTo>
                    <a:pt x="1817" y="6663"/>
                  </a:lnTo>
                  <a:lnTo>
                    <a:pt x="6460" y="1818"/>
                  </a:lnTo>
                  <a:lnTo>
                    <a:pt x="5451" y="1010"/>
                  </a:lnTo>
                  <a:lnTo>
                    <a:pt x="4441" y="405"/>
                  </a:lnTo>
                  <a:lnTo>
                    <a:pt x="3432" y="203"/>
                  </a:lnTo>
                  <a:lnTo>
                    <a:pt x="22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8">
              <a:extLst>
                <a:ext uri="{FF2B5EF4-FFF2-40B4-BE49-F238E27FC236}">
                  <a16:creationId xmlns:a16="http://schemas.microsoft.com/office/drawing/2014/main" id="{091C86BE-BD40-5BE0-8581-BA053EC7A890}"/>
                </a:ext>
              </a:extLst>
            </p:cNvPr>
            <p:cNvSpPr/>
            <p:nvPr/>
          </p:nvSpPr>
          <p:spPr>
            <a:xfrm>
              <a:off x="1517273" y="4241345"/>
              <a:ext cx="127380" cy="119902"/>
            </a:xfrm>
            <a:custGeom>
              <a:avLst/>
              <a:gdLst/>
              <a:ahLst/>
              <a:cxnLst/>
              <a:rect l="l" t="t" r="r" b="b"/>
              <a:pathLst>
                <a:path w="6865" h="6462" extrusionOk="0">
                  <a:moveTo>
                    <a:pt x="4644" y="1"/>
                  </a:moveTo>
                  <a:lnTo>
                    <a:pt x="1" y="4846"/>
                  </a:lnTo>
                  <a:lnTo>
                    <a:pt x="6663" y="6461"/>
                  </a:lnTo>
                  <a:lnTo>
                    <a:pt x="6864" y="5048"/>
                  </a:lnTo>
                  <a:lnTo>
                    <a:pt x="6663" y="3837"/>
                  </a:lnTo>
                  <a:lnTo>
                    <a:pt x="6461" y="2827"/>
                  </a:lnTo>
                  <a:lnTo>
                    <a:pt x="6057" y="1818"/>
                  </a:lnTo>
                  <a:lnTo>
                    <a:pt x="5047" y="405"/>
                  </a:lnTo>
                  <a:lnTo>
                    <a:pt x="46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8">
              <a:extLst>
                <a:ext uri="{FF2B5EF4-FFF2-40B4-BE49-F238E27FC236}">
                  <a16:creationId xmlns:a16="http://schemas.microsoft.com/office/drawing/2014/main" id="{345D780F-10C7-8363-FB5A-5973755ADFB1}"/>
                </a:ext>
              </a:extLst>
            </p:cNvPr>
            <p:cNvSpPr/>
            <p:nvPr/>
          </p:nvSpPr>
          <p:spPr>
            <a:xfrm>
              <a:off x="1491055" y="4398675"/>
              <a:ext cx="123632" cy="119884"/>
            </a:xfrm>
            <a:custGeom>
              <a:avLst/>
              <a:gdLst/>
              <a:ahLst/>
              <a:cxnLst/>
              <a:rect l="l" t="t" r="r" b="b"/>
              <a:pathLst>
                <a:path w="6663" h="6461" extrusionOk="0">
                  <a:moveTo>
                    <a:pt x="0" y="1"/>
                  </a:moveTo>
                  <a:lnTo>
                    <a:pt x="2221" y="6461"/>
                  </a:lnTo>
                  <a:lnTo>
                    <a:pt x="3432" y="6057"/>
                  </a:lnTo>
                  <a:lnTo>
                    <a:pt x="4442" y="5250"/>
                  </a:lnTo>
                  <a:lnTo>
                    <a:pt x="5249" y="4442"/>
                  </a:lnTo>
                  <a:lnTo>
                    <a:pt x="5855" y="3635"/>
                  </a:lnTo>
                  <a:lnTo>
                    <a:pt x="6460" y="2020"/>
                  </a:lnTo>
                  <a:lnTo>
                    <a:pt x="6662" y="141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8">
              <a:extLst>
                <a:ext uri="{FF2B5EF4-FFF2-40B4-BE49-F238E27FC236}">
                  <a16:creationId xmlns:a16="http://schemas.microsoft.com/office/drawing/2014/main" id="{135FA81F-8316-79F5-9262-70871080C7C3}"/>
                </a:ext>
              </a:extLst>
            </p:cNvPr>
            <p:cNvSpPr/>
            <p:nvPr/>
          </p:nvSpPr>
          <p:spPr>
            <a:xfrm>
              <a:off x="457200" y="2937786"/>
              <a:ext cx="4858367" cy="1547060"/>
            </a:xfrm>
            <a:custGeom>
              <a:avLst/>
              <a:gdLst/>
              <a:ahLst/>
              <a:cxnLst/>
              <a:rect l="l" t="t" r="r" b="b"/>
              <a:pathLst>
                <a:path w="261836" h="83377" extrusionOk="0">
                  <a:moveTo>
                    <a:pt x="111841" y="0"/>
                  </a:moveTo>
                  <a:lnTo>
                    <a:pt x="107399" y="202"/>
                  </a:lnTo>
                  <a:lnTo>
                    <a:pt x="103765" y="404"/>
                  </a:lnTo>
                  <a:lnTo>
                    <a:pt x="101141" y="606"/>
                  </a:lnTo>
                  <a:lnTo>
                    <a:pt x="98920" y="1010"/>
                  </a:lnTo>
                  <a:lnTo>
                    <a:pt x="94681" y="1413"/>
                  </a:lnTo>
                  <a:lnTo>
                    <a:pt x="90643" y="2019"/>
                  </a:lnTo>
                  <a:lnTo>
                    <a:pt x="86606" y="2625"/>
                  </a:lnTo>
                  <a:lnTo>
                    <a:pt x="82972" y="3432"/>
                  </a:lnTo>
                  <a:lnTo>
                    <a:pt x="75906" y="5047"/>
                  </a:lnTo>
                  <a:lnTo>
                    <a:pt x="69446" y="7066"/>
                  </a:lnTo>
                  <a:lnTo>
                    <a:pt x="63592" y="9287"/>
                  </a:lnTo>
                  <a:lnTo>
                    <a:pt x="58141" y="11709"/>
                  </a:lnTo>
                  <a:lnTo>
                    <a:pt x="53296" y="14132"/>
                  </a:lnTo>
                  <a:lnTo>
                    <a:pt x="49056" y="16756"/>
                  </a:lnTo>
                  <a:lnTo>
                    <a:pt x="45423" y="19179"/>
                  </a:lnTo>
                  <a:lnTo>
                    <a:pt x="42193" y="21601"/>
                  </a:lnTo>
                  <a:lnTo>
                    <a:pt x="39568" y="23620"/>
                  </a:lnTo>
                  <a:lnTo>
                    <a:pt x="37347" y="25639"/>
                  </a:lnTo>
                  <a:lnTo>
                    <a:pt x="34521" y="28465"/>
                  </a:lnTo>
                  <a:lnTo>
                    <a:pt x="33714" y="29474"/>
                  </a:lnTo>
                  <a:lnTo>
                    <a:pt x="7066" y="29071"/>
                  </a:lnTo>
                  <a:lnTo>
                    <a:pt x="5653" y="29273"/>
                  </a:lnTo>
                  <a:lnTo>
                    <a:pt x="4441" y="29474"/>
                  </a:lnTo>
                  <a:lnTo>
                    <a:pt x="3230" y="30282"/>
                  </a:lnTo>
                  <a:lnTo>
                    <a:pt x="2221" y="31089"/>
                  </a:lnTo>
                  <a:lnTo>
                    <a:pt x="1211" y="32099"/>
                  </a:lnTo>
                  <a:lnTo>
                    <a:pt x="606" y="33310"/>
                  </a:lnTo>
                  <a:lnTo>
                    <a:pt x="202" y="34521"/>
                  </a:lnTo>
                  <a:lnTo>
                    <a:pt x="0" y="35935"/>
                  </a:lnTo>
                  <a:lnTo>
                    <a:pt x="0" y="72878"/>
                  </a:lnTo>
                  <a:lnTo>
                    <a:pt x="202" y="74291"/>
                  </a:lnTo>
                  <a:lnTo>
                    <a:pt x="606" y="75503"/>
                  </a:lnTo>
                  <a:lnTo>
                    <a:pt x="1211" y="76714"/>
                  </a:lnTo>
                  <a:lnTo>
                    <a:pt x="2019" y="77723"/>
                  </a:lnTo>
                  <a:lnTo>
                    <a:pt x="3028" y="78531"/>
                  </a:lnTo>
                  <a:lnTo>
                    <a:pt x="4038" y="79338"/>
                  </a:lnTo>
                  <a:lnTo>
                    <a:pt x="5249" y="79742"/>
                  </a:lnTo>
                  <a:lnTo>
                    <a:pt x="6662" y="79944"/>
                  </a:lnTo>
                  <a:lnTo>
                    <a:pt x="29272" y="80953"/>
                  </a:lnTo>
                  <a:lnTo>
                    <a:pt x="29272" y="78329"/>
                  </a:lnTo>
                  <a:lnTo>
                    <a:pt x="29474" y="75907"/>
                  </a:lnTo>
                  <a:lnTo>
                    <a:pt x="29878" y="73686"/>
                  </a:lnTo>
                  <a:lnTo>
                    <a:pt x="30282" y="71667"/>
                  </a:lnTo>
                  <a:lnTo>
                    <a:pt x="30685" y="69648"/>
                  </a:lnTo>
                  <a:lnTo>
                    <a:pt x="31493" y="68033"/>
                  </a:lnTo>
                  <a:lnTo>
                    <a:pt x="32099" y="66216"/>
                  </a:lnTo>
                  <a:lnTo>
                    <a:pt x="32906" y="64803"/>
                  </a:lnTo>
                  <a:lnTo>
                    <a:pt x="34723" y="61977"/>
                  </a:lnTo>
                  <a:lnTo>
                    <a:pt x="36742" y="59756"/>
                  </a:lnTo>
                  <a:lnTo>
                    <a:pt x="38962" y="57939"/>
                  </a:lnTo>
                  <a:lnTo>
                    <a:pt x="41183" y="56526"/>
                  </a:lnTo>
                  <a:lnTo>
                    <a:pt x="43404" y="55315"/>
                  </a:lnTo>
                  <a:lnTo>
                    <a:pt x="45624" y="54507"/>
                  </a:lnTo>
                  <a:lnTo>
                    <a:pt x="47643" y="53902"/>
                  </a:lnTo>
                  <a:lnTo>
                    <a:pt x="49460" y="53498"/>
                  </a:lnTo>
                  <a:lnTo>
                    <a:pt x="52286" y="53094"/>
                  </a:lnTo>
                  <a:lnTo>
                    <a:pt x="53296" y="52892"/>
                  </a:lnTo>
                  <a:lnTo>
                    <a:pt x="55718" y="53296"/>
                  </a:lnTo>
                  <a:lnTo>
                    <a:pt x="57939" y="53700"/>
                  </a:lnTo>
                  <a:lnTo>
                    <a:pt x="59958" y="54305"/>
                  </a:lnTo>
                  <a:lnTo>
                    <a:pt x="61775" y="55113"/>
                  </a:lnTo>
                  <a:lnTo>
                    <a:pt x="63592" y="55921"/>
                  </a:lnTo>
                  <a:lnTo>
                    <a:pt x="65207" y="56728"/>
                  </a:lnTo>
                  <a:lnTo>
                    <a:pt x="66620" y="57737"/>
                  </a:lnTo>
                  <a:lnTo>
                    <a:pt x="68033" y="58747"/>
                  </a:lnTo>
                  <a:lnTo>
                    <a:pt x="69244" y="59958"/>
                  </a:lnTo>
                  <a:lnTo>
                    <a:pt x="70254" y="61169"/>
                  </a:lnTo>
                  <a:lnTo>
                    <a:pt x="72071" y="63794"/>
                  </a:lnTo>
                  <a:lnTo>
                    <a:pt x="73484" y="66418"/>
                  </a:lnTo>
                  <a:lnTo>
                    <a:pt x="74695" y="69043"/>
                  </a:lnTo>
                  <a:lnTo>
                    <a:pt x="75301" y="71869"/>
                  </a:lnTo>
                  <a:lnTo>
                    <a:pt x="75906" y="74493"/>
                  </a:lnTo>
                  <a:lnTo>
                    <a:pt x="76108" y="76916"/>
                  </a:lnTo>
                  <a:lnTo>
                    <a:pt x="76310" y="78935"/>
                  </a:lnTo>
                  <a:lnTo>
                    <a:pt x="76108" y="82165"/>
                  </a:lnTo>
                  <a:lnTo>
                    <a:pt x="76108" y="83376"/>
                  </a:lnTo>
                  <a:lnTo>
                    <a:pt x="197639" y="83376"/>
                  </a:lnTo>
                  <a:lnTo>
                    <a:pt x="197235" y="80953"/>
                  </a:lnTo>
                  <a:lnTo>
                    <a:pt x="197033" y="78733"/>
                  </a:lnTo>
                  <a:lnTo>
                    <a:pt x="197033" y="76714"/>
                  </a:lnTo>
                  <a:lnTo>
                    <a:pt x="197235" y="74695"/>
                  </a:lnTo>
                  <a:lnTo>
                    <a:pt x="197437" y="72676"/>
                  </a:lnTo>
                  <a:lnTo>
                    <a:pt x="197639" y="71061"/>
                  </a:lnTo>
                  <a:lnTo>
                    <a:pt x="198043" y="69245"/>
                  </a:lnTo>
                  <a:lnTo>
                    <a:pt x="198648" y="67831"/>
                  </a:lnTo>
                  <a:lnTo>
                    <a:pt x="199859" y="65005"/>
                  </a:lnTo>
                  <a:lnTo>
                    <a:pt x="201474" y="62583"/>
                  </a:lnTo>
                  <a:lnTo>
                    <a:pt x="203291" y="60564"/>
                  </a:lnTo>
                  <a:lnTo>
                    <a:pt x="205108" y="58747"/>
                  </a:lnTo>
                  <a:lnTo>
                    <a:pt x="207127" y="57334"/>
                  </a:lnTo>
                  <a:lnTo>
                    <a:pt x="208944" y="56122"/>
                  </a:lnTo>
                  <a:lnTo>
                    <a:pt x="210761" y="55315"/>
                  </a:lnTo>
                  <a:lnTo>
                    <a:pt x="212578" y="54709"/>
                  </a:lnTo>
                  <a:lnTo>
                    <a:pt x="215000" y="53902"/>
                  </a:lnTo>
                  <a:lnTo>
                    <a:pt x="216010" y="53700"/>
                  </a:lnTo>
                  <a:lnTo>
                    <a:pt x="219038" y="53498"/>
                  </a:lnTo>
                  <a:lnTo>
                    <a:pt x="221662" y="53498"/>
                  </a:lnTo>
                  <a:lnTo>
                    <a:pt x="224287" y="53700"/>
                  </a:lnTo>
                  <a:lnTo>
                    <a:pt x="226709" y="54104"/>
                  </a:lnTo>
                  <a:lnTo>
                    <a:pt x="228728" y="54709"/>
                  </a:lnTo>
                  <a:lnTo>
                    <a:pt x="230747" y="55517"/>
                  </a:lnTo>
                  <a:lnTo>
                    <a:pt x="232564" y="56324"/>
                  </a:lnTo>
                  <a:lnTo>
                    <a:pt x="234179" y="57132"/>
                  </a:lnTo>
                  <a:lnTo>
                    <a:pt x="235592" y="58343"/>
                  </a:lnTo>
                  <a:lnTo>
                    <a:pt x="237005" y="59352"/>
                  </a:lnTo>
                  <a:lnTo>
                    <a:pt x="238014" y="60564"/>
                  </a:lnTo>
                  <a:lnTo>
                    <a:pt x="239024" y="61977"/>
                  </a:lnTo>
                  <a:lnTo>
                    <a:pt x="240033" y="63188"/>
                  </a:lnTo>
                  <a:lnTo>
                    <a:pt x="240841" y="64601"/>
                  </a:lnTo>
                  <a:lnTo>
                    <a:pt x="242052" y="67629"/>
                  </a:lnTo>
                  <a:lnTo>
                    <a:pt x="242859" y="70456"/>
                  </a:lnTo>
                  <a:lnTo>
                    <a:pt x="243263" y="73282"/>
                  </a:lnTo>
                  <a:lnTo>
                    <a:pt x="243465" y="75907"/>
                  </a:lnTo>
                  <a:lnTo>
                    <a:pt x="243667" y="78329"/>
                  </a:lnTo>
                  <a:lnTo>
                    <a:pt x="243465" y="81963"/>
                  </a:lnTo>
                  <a:lnTo>
                    <a:pt x="243263" y="83376"/>
                  </a:lnTo>
                  <a:lnTo>
                    <a:pt x="256385" y="83376"/>
                  </a:lnTo>
                  <a:lnTo>
                    <a:pt x="257798" y="83174"/>
                  </a:lnTo>
                  <a:lnTo>
                    <a:pt x="258808" y="82770"/>
                  </a:lnTo>
                  <a:lnTo>
                    <a:pt x="260019" y="82165"/>
                  </a:lnTo>
                  <a:lnTo>
                    <a:pt x="260827" y="81357"/>
                  </a:lnTo>
                  <a:lnTo>
                    <a:pt x="261432" y="80146"/>
                  </a:lnTo>
                  <a:lnTo>
                    <a:pt x="261836" y="79137"/>
                  </a:lnTo>
                  <a:lnTo>
                    <a:pt x="261836" y="77925"/>
                  </a:lnTo>
                  <a:lnTo>
                    <a:pt x="261634" y="76512"/>
                  </a:lnTo>
                  <a:lnTo>
                    <a:pt x="253559" y="45221"/>
                  </a:lnTo>
                  <a:lnTo>
                    <a:pt x="252953" y="44010"/>
                  </a:lnTo>
                  <a:lnTo>
                    <a:pt x="252146" y="43000"/>
                  </a:lnTo>
                  <a:lnTo>
                    <a:pt x="250935" y="42193"/>
                  </a:lnTo>
                  <a:lnTo>
                    <a:pt x="249723" y="41789"/>
                  </a:lnTo>
                  <a:lnTo>
                    <a:pt x="192592" y="32704"/>
                  </a:lnTo>
                  <a:lnTo>
                    <a:pt x="188554" y="28869"/>
                  </a:lnTo>
                  <a:lnTo>
                    <a:pt x="184517" y="25437"/>
                  </a:lnTo>
                  <a:lnTo>
                    <a:pt x="180277" y="22207"/>
                  </a:lnTo>
                  <a:lnTo>
                    <a:pt x="176240" y="19380"/>
                  </a:lnTo>
                  <a:lnTo>
                    <a:pt x="172000" y="16756"/>
                  </a:lnTo>
                  <a:lnTo>
                    <a:pt x="167963" y="14334"/>
                  </a:lnTo>
                  <a:lnTo>
                    <a:pt x="163925" y="12113"/>
                  </a:lnTo>
                  <a:lnTo>
                    <a:pt x="159686" y="10094"/>
                  </a:lnTo>
                  <a:lnTo>
                    <a:pt x="155648" y="8479"/>
                  </a:lnTo>
                  <a:lnTo>
                    <a:pt x="151812" y="6864"/>
                  </a:lnTo>
                  <a:lnTo>
                    <a:pt x="147775" y="5451"/>
                  </a:lnTo>
                  <a:lnTo>
                    <a:pt x="143939" y="4240"/>
                  </a:lnTo>
                  <a:lnTo>
                    <a:pt x="140305" y="3432"/>
                  </a:lnTo>
                  <a:lnTo>
                    <a:pt x="136470" y="2423"/>
                  </a:lnTo>
                  <a:lnTo>
                    <a:pt x="129606" y="1211"/>
                  </a:lnTo>
                  <a:lnTo>
                    <a:pt x="123146" y="404"/>
                  </a:lnTo>
                  <a:lnTo>
                    <a:pt x="1170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8">
              <a:extLst>
                <a:ext uri="{FF2B5EF4-FFF2-40B4-BE49-F238E27FC236}">
                  <a16:creationId xmlns:a16="http://schemas.microsoft.com/office/drawing/2014/main" id="{BECF86FD-6215-3752-B6AD-A4074F4B9497}"/>
                </a:ext>
              </a:extLst>
            </p:cNvPr>
            <p:cNvSpPr/>
            <p:nvPr/>
          </p:nvSpPr>
          <p:spPr>
            <a:xfrm>
              <a:off x="2727197" y="3825560"/>
              <a:ext cx="221009" cy="19"/>
            </a:xfrm>
            <a:custGeom>
              <a:avLst/>
              <a:gdLst/>
              <a:ahLst/>
              <a:cxnLst/>
              <a:rect l="l" t="t" r="r" b="b"/>
              <a:pathLst>
                <a:path w="11911" h="1" fill="none" extrusionOk="0">
                  <a:moveTo>
                    <a:pt x="11911" y="0"/>
                  </a:moveTo>
                  <a:lnTo>
                    <a:pt x="0" y="0"/>
                  </a:lnTo>
                </a:path>
              </a:pathLst>
            </a:custGeom>
            <a:solidFill>
              <a:schemeClr val="dk2"/>
            </a:solidFill>
            <a:ln w="706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8">
              <a:extLst>
                <a:ext uri="{FF2B5EF4-FFF2-40B4-BE49-F238E27FC236}">
                  <a16:creationId xmlns:a16="http://schemas.microsoft.com/office/drawing/2014/main" id="{768267D1-DB3F-35C6-9403-954A6DAECF61}"/>
                </a:ext>
              </a:extLst>
            </p:cNvPr>
            <p:cNvSpPr/>
            <p:nvPr/>
          </p:nvSpPr>
          <p:spPr>
            <a:xfrm>
              <a:off x="1622165" y="3825560"/>
              <a:ext cx="221009" cy="19"/>
            </a:xfrm>
            <a:custGeom>
              <a:avLst/>
              <a:gdLst/>
              <a:ahLst/>
              <a:cxnLst/>
              <a:rect l="l" t="t" r="r" b="b"/>
              <a:pathLst>
                <a:path w="11911" h="1" fill="none" extrusionOk="0">
                  <a:moveTo>
                    <a:pt x="11911" y="0"/>
                  </a:moveTo>
                  <a:lnTo>
                    <a:pt x="0" y="0"/>
                  </a:lnTo>
                </a:path>
              </a:pathLst>
            </a:custGeom>
            <a:solidFill>
              <a:schemeClr val="dk2"/>
            </a:solidFill>
            <a:ln w="706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8">
              <a:extLst>
                <a:ext uri="{FF2B5EF4-FFF2-40B4-BE49-F238E27FC236}">
                  <a16:creationId xmlns:a16="http://schemas.microsoft.com/office/drawing/2014/main" id="{FCF48433-86E3-554E-AB8E-1F00D2F079BA}"/>
                </a:ext>
              </a:extLst>
            </p:cNvPr>
            <p:cNvSpPr/>
            <p:nvPr/>
          </p:nvSpPr>
          <p:spPr>
            <a:xfrm>
              <a:off x="5083345" y="4215127"/>
              <a:ext cx="224775" cy="112406"/>
            </a:xfrm>
            <a:custGeom>
              <a:avLst/>
              <a:gdLst/>
              <a:ahLst/>
              <a:cxnLst/>
              <a:rect l="l" t="t" r="r" b="b"/>
              <a:pathLst>
                <a:path w="12114" h="6058" extrusionOk="0">
                  <a:moveTo>
                    <a:pt x="6259" y="1"/>
                  </a:moveTo>
                  <a:lnTo>
                    <a:pt x="3029" y="405"/>
                  </a:lnTo>
                  <a:lnTo>
                    <a:pt x="1212" y="808"/>
                  </a:lnTo>
                  <a:lnTo>
                    <a:pt x="404" y="1414"/>
                  </a:lnTo>
                  <a:lnTo>
                    <a:pt x="1" y="2221"/>
                  </a:lnTo>
                  <a:lnTo>
                    <a:pt x="1" y="3231"/>
                  </a:lnTo>
                  <a:lnTo>
                    <a:pt x="404" y="4240"/>
                  </a:lnTo>
                  <a:lnTo>
                    <a:pt x="1010" y="4846"/>
                  </a:lnTo>
                  <a:lnTo>
                    <a:pt x="1817" y="5451"/>
                  </a:lnTo>
                  <a:lnTo>
                    <a:pt x="2827" y="5653"/>
                  </a:lnTo>
                  <a:lnTo>
                    <a:pt x="3836" y="6057"/>
                  </a:lnTo>
                  <a:lnTo>
                    <a:pt x="7672" y="6057"/>
                  </a:lnTo>
                  <a:lnTo>
                    <a:pt x="9893" y="5855"/>
                  </a:lnTo>
                  <a:lnTo>
                    <a:pt x="12113" y="5451"/>
                  </a:lnTo>
                  <a:lnTo>
                    <a:pt x="10700" y="405"/>
                  </a:lnTo>
                  <a:lnTo>
                    <a:pt x="102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8">
              <a:extLst>
                <a:ext uri="{FF2B5EF4-FFF2-40B4-BE49-F238E27FC236}">
                  <a16:creationId xmlns:a16="http://schemas.microsoft.com/office/drawing/2014/main" id="{801F8775-A408-0F89-D984-3207237A86C4}"/>
                </a:ext>
              </a:extLst>
            </p:cNvPr>
            <p:cNvSpPr/>
            <p:nvPr/>
          </p:nvSpPr>
          <p:spPr>
            <a:xfrm>
              <a:off x="457200" y="3593305"/>
              <a:ext cx="378336" cy="232271"/>
            </a:xfrm>
            <a:custGeom>
              <a:avLst/>
              <a:gdLst/>
              <a:ahLst/>
              <a:cxnLst/>
              <a:rect l="l" t="t" r="r" b="b"/>
              <a:pathLst>
                <a:path w="20390" h="12518" extrusionOk="0">
                  <a:moveTo>
                    <a:pt x="0" y="1"/>
                  </a:moveTo>
                  <a:lnTo>
                    <a:pt x="0" y="12517"/>
                  </a:lnTo>
                  <a:lnTo>
                    <a:pt x="16150" y="12517"/>
                  </a:lnTo>
                  <a:lnTo>
                    <a:pt x="17160" y="12114"/>
                  </a:lnTo>
                  <a:lnTo>
                    <a:pt x="17967" y="11710"/>
                  </a:lnTo>
                  <a:lnTo>
                    <a:pt x="18775" y="11104"/>
                  </a:lnTo>
                  <a:lnTo>
                    <a:pt x="19380" y="10297"/>
                  </a:lnTo>
                  <a:lnTo>
                    <a:pt x="19986" y="9489"/>
                  </a:lnTo>
                  <a:lnTo>
                    <a:pt x="20188" y="8480"/>
                  </a:lnTo>
                  <a:lnTo>
                    <a:pt x="20390" y="7470"/>
                  </a:lnTo>
                  <a:lnTo>
                    <a:pt x="20390" y="5048"/>
                  </a:lnTo>
                  <a:lnTo>
                    <a:pt x="20188" y="4038"/>
                  </a:lnTo>
                  <a:lnTo>
                    <a:pt x="19986" y="3029"/>
                  </a:lnTo>
                  <a:lnTo>
                    <a:pt x="19380" y="2222"/>
                  </a:lnTo>
                  <a:lnTo>
                    <a:pt x="18775" y="1414"/>
                  </a:lnTo>
                  <a:lnTo>
                    <a:pt x="17967" y="808"/>
                  </a:lnTo>
                  <a:lnTo>
                    <a:pt x="17160" y="405"/>
                  </a:lnTo>
                  <a:lnTo>
                    <a:pt x="1615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8">
              <a:extLst>
                <a:ext uri="{FF2B5EF4-FFF2-40B4-BE49-F238E27FC236}">
                  <a16:creationId xmlns:a16="http://schemas.microsoft.com/office/drawing/2014/main" id="{E3FF3F91-7721-BA04-E063-43AEDC1D6090}"/>
                </a:ext>
              </a:extLst>
            </p:cNvPr>
            <p:cNvSpPr/>
            <p:nvPr/>
          </p:nvSpPr>
          <p:spPr>
            <a:xfrm>
              <a:off x="457200" y="3701945"/>
              <a:ext cx="314656" cy="14992"/>
            </a:xfrm>
            <a:custGeom>
              <a:avLst/>
              <a:gdLst/>
              <a:ahLst/>
              <a:cxnLst/>
              <a:rect l="l" t="t" r="r" b="b"/>
              <a:pathLst>
                <a:path w="16958" h="808" extrusionOk="0">
                  <a:moveTo>
                    <a:pt x="0" y="0"/>
                  </a:moveTo>
                  <a:lnTo>
                    <a:pt x="0" y="808"/>
                  </a:lnTo>
                  <a:lnTo>
                    <a:pt x="16958" y="404"/>
                  </a:lnTo>
                  <a:lnTo>
                    <a:pt x="16554" y="202"/>
                  </a:lnTo>
                  <a:lnTo>
                    <a:pt x="15747" y="202"/>
                  </a:lnTo>
                  <a:lnTo>
                    <a:pt x="127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8">
              <a:extLst>
                <a:ext uri="{FF2B5EF4-FFF2-40B4-BE49-F238E27FC236}">
                  <a16:creationId xmlns:a16="http://schemas.microsoft.com/office/drawing/2014/main" id="{C3276931-0DFD-1DEC-836F-28F310A24A34}"/>
                </a:ext>
              </a:extLst>
            </p:cNvPr>
            <p:cNvSpPr/>
            <p:nvPr/>
          </p:nvSpPr>
          <p:spPr>
            <a:xfrm>
              <a:off x="457200" y="3701945"/>
              <a:ext cx="314656" cy="14992"/>
            </a:xfrm>
            <a:custGeom>
              <a:avLst/>
              <a:gdLst/>
              <a:ahLst/>
              <a:cxnLst/>
              <a:rect l="l" t="t" r="r" b="b"/>
              <a:pathLst>
                <a:path w="16958" h="808" fill="none" extrusionOk="0">
                  <a:moveTo>
                    <a:pt x="0" y="808"/>
                  </a:moveTo>
                  <a:lnTo>
                    <a:pt x="0" y="0"/>
                  </a:lnTo>
                  <a:lnTo>
                    <a:pt x="4239" y="0"/>
                  </a:lnTo>
                  <a:lnTo>
                    <a:pt x="12718" y="0"/>
                  </a:lnTo>
                  <a:lnTo>
                    <a:pt x="12718" y="0"/>
                  </a:lnTo>
                  <a:lnTo>
                    <a:pt x="15747" y="202"/>
                  </a:lnTo>
                  <a:lnTo>
                    <a:pt x="16554" y="202"/>
                  </a:lnTo>
                  <a:lnTo>
                    <a:pt x="16958" y="404"/>
                  </a:lnTo>
                  <a:lnTo>
                    <a:pt x="16958" y="40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8">
              <a:extLst>
                <a:ext uri="{FF2B5EF4-FFF2-40B4-BE49-F238E27FC236}">
                  <a16:creationId xmlns:a16="http://schemas.microsoft.com/office/drawing/2014/main" id="{EAA6714C-6519-8921-6673-11C73046C02E}"/>
                </a:ext>
              </a:extLst>
            </p:cNvPr>
            <p:cNvSpPr/>
            <p:nvPr/>
          </p:nvSpPr>
          <p:spPr>
            <a:xfrm>
              <a:off x="4873580" y="3810568"/>
              <a:ext cx="337144" cy="168591"/>
            </a:xfrm>
            <a:custGeom>
              <a:avLst/>
              <a:gdLst/>
              <a:ahLst/>
              <a:cxnLst/>
              <a:rect l="l" t="t" r="r" b="b"/>
              <a:pathLst>
                <a:path w="18170" h="9086" extrusionOk="0">
                  <a:moveTo>
                    <a:pt x="9287" y="1"/>
                  </a:moveTo>
                  <a:lnTo>
                    <a:pt x="4442" y="607"/>
                  </a:lnTo>
                  <a:lnTo>
                    <a:pt x="2625" y="808"/>
                  </a:lnTo>
                  <a:lnTo>
                    <a:pt x="1615" y="1010"/>
                  </a:lnTo>
                  <a:lnTo>
                    <a:pt x="1010" y="1616"/>
                  </a:lnTo>
                  <a:lnTo>
                    <a:pt x="606" y="2020"/>
                  </a:lnTo>
                  <a:lnTo>
                    <a:pt x="202" y="2625"/>
                  </a:lnTo>
                  <a:lnTo>
                    <a:pt x="0" y="3433"/>
                  </a:lnTo>
                  <a:lnTo>
                    <a:pt x="0" y="4038"/>
                  </a:lnTo>
                  <a:lnTo>
                    <a:pt x="0" y="4846"/>
                  </a:lnTo>
                  <a:lnTo>
                    <a:pt x="202" y="5452"/>
                  </a:lnTo>
                  <a:lnTo>
                    <a:pt x="606" y="6259"/>
                  </a:lnTo>
                  <a:lnTo>
                    <a:pt x="1414" y="7268"/>
                  </a:lnTo>
                  <a:lnTo>
                    <a:pt x="2625" y="8076"/>
                  </a:lnTo>
                  <a:lnTo>
                    <a:pt x="4038" y="8480"/>
                  </a:lnTo>
                  <a:lnTo>
                    <a:pt x="5451" y="8884"/>
                  </a:lnTo>
                  <a:lnTo>
                    <a:pt x="7066" y="9085"/>
                  </a:lnTo>
                  <a:lnTo>
                    <a:pt x="11507" y="9085"/>
                  </a:lnTo>
                  <a:lnTo>
                    <a:pt x="14939" y="8682"/>
                  </a:lnTo>
                  <a:lnTo>
                    <a:pt x="18169" y="8076"/>
                  </a:lnTo>
                  <a:lnTo>
                    <a:pt x="16151" y="405"/>
                  </a:lnTo>
                  <a:lnTo>
                    <a:pt x="15949" y="203"/>
                  </a:lnTo>
                  <a:lnTo>
                    <a:pt x="1554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8">
              <a:extLst>
                <a:ext uri="{FF2B5EF4-FFF2-40B4-BE49-F238E27FC236}">
                  <a16:creationId xmlns:a16="http://schemas.microsoft.com/office/drawing/2014/main" id="{94AF6673-47BD-7CB5-8394-1E8F9367E97A}"/>
                </a:ext>
              </a:extLst>
            </p:cNvPr>
            <p:cNvSpPr/>
            <p:nvPr/>
          </p:nvSpPr>
          <p:spPr>
            <a:xfrm>
              <a:off x="3090543" y="3008945"/>
              <a:ext cx="973933" cy="546927"/>
            </a:xfrm>
            <a:custGeom>
              <a:avLst/>
              <a:gdLst/>
              <a:ahLst/>
              <a:cxnLst/>
              <a:rect l="l" t="t" r="r" b="b"/>
              <a:pathLst>
                <a:path w="52489" h="29476" extrusionOk="0">
                  <a:moveTo>
                    <a:pt x="0" y="1"/>
                  </a:moveTo>
                  <a:lnTo>
                    <a:pt x="43606" y="29475"/>
                  </a:lnTo>
                  <a:lnTo>
                    <a:pt x="52489" y="29475"/>
                  </a:lnTo>
                  <a:lnTo>
                    <a:pt x="47845" y="25034"/>
                  </a:lnTo>
                  <a:lnTo>
                    <a:pt x="43000" y="20996"/>
                  </a:lnTo>
                  <a:lnTo>
                    <a:pt x="38357" y="17362"/>
                  </a:lnTo>
                  <a:lnTo>
                    <a:pt x="33714" y="14132"/>
                  </a:lnTo>
                  <a:lnTo>
                    <a:pt x="29071" y="11508"/>
                  </a:lnTo>
                  <a:lnTo>
                    <a:pt x="24831" y="9085"/>
                  </a:lnTo>
                  <a:lnTo>
                    <a:pt x="20592" y="7067"/>
                  </a:lnTo>
                  <a:lnTo>
                    <a:pt x="16756" y="5250"/>
                  </a:lnTo>
                  <a:lnTo>
                    <a:pt x="13122" y="3837"/>
                  </a:lnTo>
                  <a:lnTo>
                    <a:pt x="9892" y="2625"/>
                  </a:lnTo>
                  <a:lnTo>
                    <a:pt x="4644" y="1010"/>
                  </a:lnTo>
                  <a:lnTo>
                    <a:pt x="1212" y="203"/>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8">
              <a:extLst>
                <a:ext uri="{FF2B5EF4-FFF2-40B4-BE49-F238E27FC236}">
                  <a16:creationId xmlns:a16="http://schemas.microsoft.com/office/drawing/2014/main" id="{C2DB22A5-EF31-1906-7F6B-AD15267CC8F1}"/>
                </a:ext>
              </a:extLst>
            </p:cNvPr>
            <p:cNvSpPr/>
            <p:nvPr/>
          </p:nvSpPr>
          <p:spPr>
            <a:xfrm>
              <a:off x="1082749" y="3038912"/>
              <a:ext cx="764169" cy="472002"/>
            </a:xfrm>
            <a:custGeom>
              <a:avLst/>
              <a:gdLst/>
              <a:ahLst/>
              <a:cxnLst/>
              <a:rect l="l" t="t" r="r" b="b"/>
              <a:pathLst>
                <a:path w="41184" h="25438" extrusionOk="0">
                  <a:moveTo>
                    <a:pt x="41184" y="1"/>
                  </a:moveTo>
                  <a:lnTo>
                    <a:pt x="36742" y="1212"/>
                  </a:lnTo>
                  <a:lnTo>
                    <a:pt x="32099" y="2827"/>
                  </a:lnTo>
                  <a:lnTo>
                    <a:pt x="26245" y="5452"/>
                  </a:lnTo>
                  <a:lnTo>
                    <a:pt x="23015" y="6865"/>
                  </a:lnTo>
                  <a:lnTo>
                    <a:pt x="19583" y="8682"/>
                  </a:lnTo>
                  <a:lnTo>
                    <a:pt x="16151" y="10700"/>
                  </a:lnTo>
                  <a:lnTo>
                    <a:pt x="12719" y="12921"/>
                  </a:lnTo>
                  <a:lnTo>
                    <a:pt x="9287" y="15344"/>
                  </a:lnTo>
                  <a:lnTo>
                    <a:pt x="6057" y="17968"/>
                  </a:lnTo>
                  <a:lnTo>
                    <a:pt x="2827" y="20996"/>
                  </a:lnTo>
                  <a:lnTo>
                    <a:pt x="1" y="24024"/>
                  </a:lnTo>
                  <a:lnTo>
                    <a:pt x="5048" y="25438"/>
                  </a:lnTo>
                  <a:lnTo>
                    <a:pt x="4118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8">
              <a:extLst>
                <a:ext uri="{FF2B5EF4-FFF2-40B4-BE49-F238E27FC236}">
                  <a16:creationId xmlns:a16="http://schemas.microsoft.com/office/drawing/2014/main" id="{A49CF0A5-3B90-33C3-8AE7-AB9C646E55D5}"/>
                </a:ext>
              </a:extLst>
            </p:cNvPr>
            <p:cNvSpPr/>
            <p:nvPr/>
          </p:nvSpPr>
          <p:spPr>
            <a:xfrm>
              <a:off x="2554876" y="3128812"/>
              <a:ext cx="1284841" cy="599364"/>
            </a:xfrm>
            <a:custGeom>
              <a:avLst/>
              <a:gdLst/>
              <a:ahLst/>
              <a:cxnLst/>
              <a:rect l="l" t="t" r="r" b="b"/>
              <a:pathLst>
                <a:path w="69245" h="32302" extrusionOk="0">
                  <a:moveTo>
                    <a:pt x="1" y="1"/>
                  </a:moveTo>
                  <a:lnTo>
                    <a:pt x="3231" y="30283"/>
                  </a:lnTo>
                  <a:lnTo>
                    <a:pt x="69245" y="32302"/>
                  </a:lnTo>
                  <a:lnTo>
                    <a:pt x="68437" y="31090"/>
                  </a:lnTo>
                  <a:lnTo>
                    <a:pt x="67428" y="29475"/>
                  </a:lnTo>
                  <a:lnTo>
                    <a:pt x="66015" y="27658"/>
                  </a:lnTo>
                  <a:lnTo>
                    <a:pt x="64198" y="25236"/>
                  </a:lnTo>
                  <a:lnTo>
                    <a:pt x="61574" y="22611"/>
                  </a:lnTo>
                  <a:lnTo>
                    <a:pt x="58545" y="19987"/>
                  </a:lnTo>
                  <a:lnTo>
                    <a:pt x="54912" y="16959"/>
                  </a:lnTo>
                  <a:lnTo>
                    <a:pt x="50672" y="14132"/>
                  </a:lnTo>
                  <a:lnTo>
                    <a:pt x="45827" y="11306"/>
                  </a:lnTo>
                  <a:lnTo>
                    <a:pt x="43001" y="9893"/>
                  </a:lnTo>
                  <a:lnTo>
                    <a:pt x="40175" y="8480"/>
                  </a:lnTo>
                  <a:lnTo>
                    <a:pt x="37146" y="7269"/>
                  </a:lnTo>
                  <a:lnTo>
                    <a:pt x="33714" y="6057"/>
                  </a:lnTo>
                  <a:lnTo>
                    <a:pt x="30283" y="4846"/>
                  </a:lnTo>
                  <a:lnTo>
                    <a:pt x="26649" y="3837"/>
                  </a:lnTo>
                  <a:lnTo>
                    <a:pt x="22611" y="2827"/>
                  </a:lnTo>
                  <a:lnTo>
                    <a:pt x="18574" y="2020"/>
                  </a:lnTo>
                  <a:lnTo>
                    <a:pt x="14132" y="1212"/>
                  </a:lnTo>
                  <a:lnTo>
                    <a:pt x="9691" y="607"/>
                  </a:lnTo>
                  <a:lnTo>
                    <a:pt x="4846" y="20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8">
              <a:extLst>
                <a:ext uri="{FF2B5EF4-FFF2-40B4-BE49-F238E27FC236}">
                  <a16:creationId xmlns:a16="http://schemas.microsoft.com/office/drawing/2014/main" id="{DB163510-ADEC-1812-D21F-152E0E544E7B}"/>
                </a:ext>
              </a:extLst>
            </p:cNvPr>
            <p:cNvSpPr/>
            <p:nvPr/>
          </p:nvSpPr>
          <p:spPr>
            <a:xfrm>
              <a:off x="2637297" y="3188764"/>
              <a:ext cx="1015144" cy="475732"/>
            </a:xfrm>
            <a:custGeom>
              <a:avLst/>
              <a:gdLst/>
              <a:ahLst/>
              <a:cxnLst/>
              <a:rect l="l" t="t" r="r" b="b"/>
              <a:pathLst>
                <a:path w="54710" h="25639" extrusionOk="0">
                  <a:moveTo>
                    <a:pt x="0" y="0"/>
                  </a:moveTo>
                  <a:lnTo>
                    <a:pt x="2625" y="24024"/>
                  </a:lnTo>
                  <a:lnTo>
                    <a:pt x="54709" y="25639"/>
                  </a:lnTo>
                  <a:lnTo>
                    <a:pt x="54103" y="24629"/>
                  </a:lnTo>
                  <a:lnTo>
                    <a:pt x="52287" y="22005"/>
                  </a:lnTo>
                  <a:lnTo>
                    <a:pt x="50672" y="20188"/>
                  </a:lnTo>
                  <a:lnTo>
                    <a:pt x="48653" y="18169"/>
                  </a:lnTo>
                  <a:lnTo>
                    <a:pt x="46432" y="15948"/>
                  </a:lnTo>
                  <a:lnTo>
                    <a:pt x="43404" y="13526"/>
                  </a:lnTo>
                  <a:lnTo>
                    <a:pt x="40174" y="11305"/>
                  </a:lnTo>
                  <a:lnTo>
                    <a:pt x="36136" y="9085"/>
                  </a:lnTo>
                  <a:lnTo>
                    <a:pt x="31695" y="6864"/>
                  </a:lnTo>
                  <a:lnTo>
                    <a:pt x="26648" y="4845"/>
                  </a:lnTo>
                  <a:lnTo>
                    <a:pt x="20995" y="3230"/>
                  </a:lnTo>
                  <a:lnTo>
                    <a:pt x="17967" y="2423"/>
                  </a:lnTo>
                  <a:lnTo>
                    <a:pt x="14737" y="1817"/>
                  </a:lnTo>
                  <a:lnTo>
                    <a:pt x="11305" y="1211"/>
                  </a:lnTo>
                  <a:lnTo>
                    <a:pt x="7671" y="606"/>
                  </a:lnTo>
                  <a:lnTo>
                    <a:pt x="3836" y="404"/>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8">
              <a:extLst>
                <a:ext uri="{FF2B5EF4-FFF2-40B4-BE49-F238E27FC236}">
                  <a16:creationId xmlns:a16="http://schemas.microsoft.com/office/drawing/2014/main" id="{6B010193-D8D2-CE34-0AD9-89171966EACE}"/>
                </a:ext>
              </a:extLst>
            </p:cNvPr>
            <p:cNvSpPr/>
            <p:nvPr/>
          </p:nvSpPr>
          <p:spPr>
            <a:xfrm>
              <a:off x="1329977" y="3128812"/>
              <a:ext cx="1262371" cy="565649"/>
            </a:xfrm>
            <a:custGeom>
              <a:avLst/>
              <a:gdLst/>
              <a:ahLst/>
              <a:cxnLst/>
              <a:rect l="l" t="t" r="r" b="b"/>
              <a:pathLst>
                <a:path w="68034" h="30485" extrusionOk="0">
                  <a:moveTo>
                    <a:pt x="64804" y="1"/>
                  </a:moveTo>
                  <a:lnTo>
                    <a:pt x="57738" y="203"/>
                  </a:lnTo>
                  <a:lnTo>
                    <a:pt x="51278" y="607"/>
                  </a:lnTo>
                  <a:lnTo>
                    <a:pt x="45221" y="1212"/>
                  </a:lnTo>
                  <a:lnTo>
                    <a:pt x="39771" y="1818"/>
                  </a:lnTo>
                  <a:lnTo>
                    <a:pt x="34724" y="2625"/>
                  </a:lnTo>
                  <a:lnTo>
                    <a:pt x="30080" y="3433"/>
                  </a:lnTo>
                  <a:lnTo>
                    <a:pt x="25841" y="4442"/>
                  </a:lnTo>
                  <a:lnTo>
                    <a:pt x="22005" y="5452"/>
                  </a:lnTo>
                  <a:lnTo>
                    <a:pt x="18775" y="6663"/>
                  </a:lnTo>
                  <a:lnTo>
                    <a:pt x="15545" y="7672"/>
                  </a:lnTo>
                  <a:lnTo>
                    <a:pt x="12921" y="8884"/>
                  </a:lnTo>
                  <a:lnTo>
                    <a:pt x="10498" y="10297"/>
                  </a:lnTo>
                  <a:lnTo>
                    <a:pt x="8480" y="11508"/>
                  </a:lnTo>
                  <a:lnTo>
                    <a:pt x="6663" y="12921"/>
                  </a:lnTo>
                  <a:lnTo>
                    <a:pt x="5048" y="14132"/>
                  </a:lnTo>
                  <a:lnTo>
                    <a:pt x="3836" y="15546"/>
                  </a:lnTo>
                  <a:lnTo>
                    <a:pt x="2625" y="16959"/>
                  </a:lnTo>
                  <a:lnTo>
                    <a:pt x="1818" y="18170"/>
                  </a:lnTo>
                  <a:lnTo>
                    <a:pt x="1212" y="19583"/>
                  </a:lnTo>
                  <a:lnTo>
                    <a:pt x="606" y="20794"/>
                  </a:lnTo>
                  <a:lnTo>
                    <a:pt x="202" y="22006"/>
                  </a:lnTo>
                  <a:lnTo>
                    <a:pt x="1" y="23217"/>
                  </a:lnTo>
                  <a:lnTo>
                    <a:pt x="1" y="25236"/>
                  </a:lnTo>
                  <a:lnTo>
                    <a:pt x="1" y="27053"/>
                  </a:lnTo>
                  <a:lnTo>
                    <a:pt x="404" y="28466"/>
                  </a:lnTo>
                  <a:lnTo>
                    <a:pt x="808" y="29677"/>
                  </a:lnTo>
                  <a:lnTo>
                    <a:pt x="68034" y="30485"/>
                  </a:lnTo>
                  <a:lnTo>
                    <a:pt x="648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8">
              <a:extLst>
                <a:ext uri="{FF2B5EF4-FFF2-40B4-BE49-F238E27FC236}">
                  <a16:creationId xmlns:a16="http://schemas.microsoft.com/office/drawing/2014/main" id="{434F6E55-43FE-C4D5-2BA6-63880AE9EC17}"/>
                </a:ext>
              </a:extLst>
            </p:cNvPr>
            <p:cNvSpPr/>
            <p:nvPr/>
          </p:nvSpPr>
          <p:spPr>
            <a:xfrm>
              <a:off x="1491055" y="3192493"/>
              <a:ext cx="1007648" cy="449532"/>
            </a:xfrm>
            <a:custGeom>
              <a:avLst/>
              <a:gdLst/>
              <a:ahLst/>
              <a:cxnLst/>
              <a:rect l="l" t="t" r="r" b="b"/>
              <a:pathLst>
                <a:path w="54306" h="24227" extrusionOk="0">
                  <a:moveTo>
                    <a:pt x="51681" y="1"/>
                  </a:moveTo>
                  <a:lnTo>
                    <a:pt x="46029" y="203"/>
                  </a:lnTo>
                  <a:lnTo>
                    <a:pt x="40982" y="405"/>
                  </a:lnTo>
                  <a:lnTo>
                    <a:pt x="36137" y="808"/>
                  </a:lnTo>
                  <a:lnTo>
                    <a:pt x="31695" y="1414"/>
                  </a:lnTo>
                  <a:lnTo>
                    <a:pt x="27658" y="2020"/>
                  </a:lnTo>
                  <a:lnTo>
                    <a:pt x="24024" y="2625"/>
                  </a:lnTo>
                  <a:lnTo>
                    <a:pt x="20794" y="3433"/>
                  </a:lnTo>
                  <a:lnTo>
                    <a:pt x="17766" y="4240"/>
                  </a:lnTo>
                  <a:lnTo>
                    <a:pt x="14939" y="5048"/>
                  </a:lnTo>
                  <a:lnTo>
                    <a:pt x="12517" y="6057"/>
                  </a:lnTo>
                  <a:lnTo>
                    <a:pt x="10296" y="7067"/>
                  </a:lnTo>
                  <a:lnTo>
                    <a:pt x="8479" y="8076"/>
                  </a:lnTo>
                  <a:lnTo>
                    <a:pt x="6864" y="9085"/>
                  </a:lnTo>
                  <a:lnTo>
                    <a:pt x="5249" y="10095"/>
                  </a:lnTo>
                  <a:lnTo>
                    <a:pt x="4038" y="11306"/>
                  </a:lnTo>
                  <a:lnTo>
                    <a:pt x="3029" y="12315"/>
                  </a:lnTo>
                  <a:lnTo>
                    <a:pt x="2221" y="13325"/>
                  </a:lnTo>
                  <a:lnTo>
                    <a:pt x="1615" y="14536"/>
                  </a:lnTo>
                  <a:lnTo>
                    <a:pt x="606" y="16555"/>
                  </a:lnTo>
                  <a:lnTo>
                    <a:pt x="202" y="18372"/>
                  </a:lnTo>
                  <a:lnTo>
                    <a:pt x="0" y="19987"/>
                  </a:lnTo>
                  <a:lnTo>
                    <a:pt x="202" y="21602"/>
                  </a:lnTo>
                  <a:lnTo>
                    <a:pt x="404" y="22611"/>
                  </a:lnTo>
                  <a:lnTo>
                    <a:pt x="808" y="23621"/>
                  </a:lnTo>
                  <a:lnTo>
                    <a:pt x="54306" y="24226"/>
                  </a:lnTo>
                  <a:lnTo>
                    <a:pt x="5168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8">
              <a:extLst>
                <a:ext uri="{FF2B5EF4-FFF2-40B4-BE49-F238E27FC236}">
                  <a16:creationId xmlns:a16="http://schemas.microsoft.com/office/drawing/2014/main" id="{B16ECE58-6354-5357-17AC-7A88BCCC3F79}"/>
                </a:ext>
              </a:extLst>
            </p:cNvPr>
            <p:cNvSpPr/>
            <p:nvPr/>
          </p:nvSpPr>
          <p:spPr>
            <a:xfrm>
              <a:off x="3401453" y="3495927"/>
              <a:ext cx="269715" cy="187294"/>
            </a:xfrm>
            <a:custGeom>
              <a:avLst/>
              <a:gdLst/>
              <a:ahLst/>
              <a:cxnLst/>
              <a:rect l="l" t="t" r="r" b="b"/>
              <a:pathLst>
                <a:path w="14536" h="10094" extrusionOk="0">
                  <a:moveTo>
                    <a:pt x="5653" y="0"/>
                  </a:moveTo>
                  <a:lnTo>
                    <a:pt x="4442" y="202"/>
                  </a:lnTo>
                  <a:lnTo>
                    <a:pt x="3028" y="606"/>
                  </a:lnTo>
                  <a:lnTo>
                    <a:pt x="2019" y="1211"/>
                  </a:lnTo>
                  <a:lnTo>
                    <a:pt x="1010" y="2423"/>
                  </a:lnTo>
                  <a:lnTo>
                    <a:pt x="202" y="3836"/>
                  </a:lnTo>
                  <a:lnTo>
                    <a:pt x="0" y="5249"/>
                  </a:lnTo>
                  <a:lnTo>
                    <a:pt x="0" y="6864"/>
                  </a:lnTo>
                  <a:lnTo>
                    <a:pt x="202" y="8075"/>
                  </a:lnTo>
                  <a:lnTo>
                    <a:pt x="404" y="8681"/>
                  </a:lnTo>
                  <a:lnTo>
                    <a:pt x="1010" y="9286"/>
                  </a:lnTo>
                  <a:lnTo>
                    <a:pt x="1817" y="9690"/>
                  </a:lnTo>
                  <a:lnTo>
                    <a:pt x="2827" y="9690"/>
                  </a:lnTo>
                  <a:lnTo>
                    <a:pt x="7066" y="10094"/>
                  </a:lnTo>
                  <a:lnTo>
                    <a:pt x="11104" y="10094"/>
                  </a:lnTo>
                  <a:lnTo>
                    <a:pt x="12113" y="9892"/>
                  </a:lnTo>
                  <a:lnTo>
                    <a:pt x="13122" y="9690"/>
                  </a:lnTo>
                  <a:lnTo>
                    <a:pt x="13728" y="9085"/>
                  </a:lnTo>
                  <a:lnTo>
                    <a:pt x="14132" y="8479"/>
                  </a:lnTo>
                  <a:lnTo>
                    <a:pt x="14334" y="7671"/>
                  </a:lnTo>
                  <a:lnTo>
                    <a:pt x="14535" y="6864"/>
                  </a:lnTo>
                  <a:lnTo>
                    <a:pt x="14334" y="5855"/>
                  </a:lnTo>
                  <a:lnTo>
                    <a:pt x="13930" y="4643"/>
                  </a:lnTo>
                  <a:lnTo>
                    <a:pt x="13122" y="3634"/>
                  </a:lnTo>
                  <a:lnTo>
                    <a:pt x="12315" y="2826"/>
                  </a:lnTo>
                  <a:lnTo>
                    <a:pt x="11507" y="2019"/>
                  </a:lnTo>
                  <a:lnTo>
                    <a:pt x="10498" y="1211"/>
                  </a:lnTo>
                  <a:lnTo>
                    <a:pt x="9287" y="808"/>
                  </a:lnTo>
                  <a:lnTo>
                    <a:pt x="8075" y="404"/>
                  </a:lnTo>
                  <a:lnTo>
                    <a:pt x="7066" y="0"/>
                  </a:lnTo>
                  <a:close/>
                </a:path>
              </a:pathLst>
            </a:custGeom>
            <a:solidFill>
              <a:srgbClr val="FFC7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8">
              <a:extLst>
                <a:ext uri="{FF2B5EF4-FFF2-40B4-BE49-F238E27FC236}">
                  <a16:creationId xmlns:a16="http://schemas.microsoft.com/office/drawing/2014/main" id="{003036D5-0C2B-596E-80E1-28D58BEAFDE3}"/>
                </a:ext>
              </a:extLst>
            </p:cNvPr>
            <p:cNvSpPr/>
            <p:nvPr/>
          </p:nvSpPr>
          <p:spPr>
            <a:xfrm>
              <a:off x="2622305" y="2806675"/>
              <a:ext cx="269715" cy="161095"/>
            </a:xfrm>
            <a:custGeom>
              <a:avLst/>
              <a:gdLst/>
              <a:ahLst/>
              <a:cxnLst/>
              <a:rect l="l" t="t" r="r" b="b"/>
              <a:pathLst>
                <a:path w="14536" h="8682" extrusionOk="0">
                  <a:moveTo>
                    <a:pt x="2423" y="0"/>
                  </a:moveTo>
                  <a:lnTo>
                    <a:pt x="1" y="8681"/>
                  </a:lnTo>
                  <a:lnTo>
                    <a:pt x="14536" y="8681"/>
                  </a:lnTo>
                  <a:lnTo>
                    <a:pt x="1211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8">
              <a:extLst>
                <a:ext uri="{FF2B5EF4-FFF2-40B4-BE49-F238E27FC236}">
                  <a16:creationId xmlns:a16="http://schemas.microsoft.com/office/drawing/2014/main" id="{86F9B21E-2DC0-6549-B3F3-477DFD845A2B}"/>
                </a:ext>
              </a:extLst>
            </p:cNvPr>
            <p:cNvSpPr/>
            <p:nvPr/>
          </p:nvSpPr>
          <p:spPr>
            <a:xfrm>
              <a:off x="2386321" y="3979142"/>
              <a:ext cx="78673" cy="78673"/>
            </a:xfrm>
            <a:custGeom>
              <a:avLst/>
              <a:gdLst/>
              <a:ahLst/>
              <a:cxnLst/>
              <a:rect l="l" t="t" r="r" b="b"/>
              <a:pathLst>
                <a:path w="4240" h="4240" extrusionOk="0">
                  <a:moveTo>
                    <a:pt x="0" y="0"/>
                  </a:moveTo>
                  <a:lnTo>
                    <a:pt x="0" y="4240"/>
                  </a:lnTo>
                  <a:lnTo>
                    <a:pt x="4240" y="4240"/>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8">
              <a:extLst>
                <a:ext uri="{FF2B5EF4-FFF2-40B4-BE49-F238E27FC236}">
                  <a16:creationId xmlns:a16="http://schemas.microsoft.com/office/drawing/2014/main" id="{F23DAFCE-3C73-7284-4EDC-C49C6FDE5715}"/>
                </a:ext>
              </a:extLst>
            </p:cNvPr>
            <p:cNvSpPr/>
            <p:nvPr/>
          </p:nvSpPr>
          <p:spPr>
            <a:xfrm>
              <a:off x="2386321" y="4132723"/>
              <a:ext cx="78673" cy="74925"/>
            </a:xfrm>
            <a:custGeom>
              <a:avLst/>
              <a:gdLst/>
              <a:ahLst/>
              <a:cxnLst/>
              <a:rect l="l" t="t" r="r" b="b"/>
              <a:pathLst>
                <a:path w="4240" h="4038" extrusionOk="0">
                  <a:moveTo>
                    <a:pt x="0" y="0"/>
                  </a:moveTo>
                  <a:lnTo>
                    <a:pt x="0" y="4038"/>
                  </a:lnTo>
                  <a:lnTo>
                    <a:pt x="4240" y="4038"/>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8">
              <a:extLst>
                <a:ext uri="{FF2B5EF4-FFF2-40B4-BE49-F238E27FC236}">
                  <a16:creationId xmlns:a16="http://schemas.microsoft.com/office/drawing/2014/main" id="{6EED8776-00DC-F2F9-DBFA-2D3A87124594}"/>
                </a:ext>
              </a:extLst>
            </p:cNvPr>
            <p:cNvSpPr/>
            <p:nvPr/>
          </p:nvSpPr>
          <p:spPr>
            <a:xfrm>
              <a:off x="2232740" y="3979142"/>
              <a:ext cx="78673" cy="78673"/>
            </a:xfrm>
            <a:custGeom>
              <a:avLst/>
              <a:gdLst/>
              <a:ahLst/>
              <a:cxnLst/>
              <a:rect l="l" t="t" r="r" b="b"/>
              <a:pathLst>
                <a:path w="4240" h="4240" extrusionOk="0">
                  <a:moveTo>
                    <a:pt x="0" y="0"/>
                  </a:moveTo>
                  <a:lnTo>
                    <a:pt x="0" y="4240"/>
                  </a:lnTo>
                  <a:lnTo>
                    <a:pt x="4240" y="4240"/>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8">
              <a:extLst>
                <a:ext uri="{FF2B5EF4-FFF2-40B4-BE49-F238E27FC236}">
                  <a16:creationId xmlns:a16="http://schemas.microsoft.com/office/drawing/2014/main" id="{4E1D36DB-8EB1-F724-D9BD-1AE358C3485B}"/>
                </a:ext>
              </a:extLst>
            </p:cNvPr>
            <p:cNvSpPr/>
            <p:nvPr/>
          </p:nvSpPr>
          <p:spPr>
            <a:xfrm>
              <a:off x="2311395" y="4057797"/>
              <a:ext cx="74944" cy="74944"/>
            </a:xfrm>
            <a:custGeom>
              <a:avLst/>
              <a:gdLst/>
              <a:ahLst/>
              <a:cxnLst/>
              <a:rect l="l" t="t" r="r" b="b"/>
              <a:pathLst>
                <a:path w="4039" h="4039" extrusionOk="0">
                  <a:moveTo>
                    <a:pt x="1" y="1"/>
                  </a:moveTo>
                  <a:lnTo>
                    <a:pt x="1" y="4038"/>
                  </a:lnTo>
                  <a:lnTo>
                    <a:pt x="4038" y="4038"/>
                  </a:lnTo>
                  <a:lnTo>
                    <a:pt x="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8">
              <a:extLst>
                <a:ext uri="{FF2B5EF4-FFF2-40B4-BE49-F238E27FC236}">
                  <a16:creationId xmlns:a16="http://schemas.microsoft.com/office/drawing/2014/main" id="{0BB82C90-B90D-E89C-3FD3-EF3AE280FCB3}"/>
                </a:ext>
              </a:extLst>
            </p:cNvPr>
            <p:cNvSpPr/>
            <p:nvPr/>
          </p:nvSpPr>
          <p:spPr>
            <a:xfrm>
              <a:off x="2232740" y="4132723"/>
              <a:ext cx="78673" cy="74925"/>
            </a:xfrm>
            <a:custGeom>
              <a:avLst/>
              <a:gdLst/>
              <a:ahLst/>
              <a:cxnLst/>
              <a:rect l="l" t="t" r="r" b="b"/>
              <a:pathLst>
                <a:path w="4240" h="4038" extrusionOk="0">
                  <a:moveTo>
                    <a:pt x="0" y="0"/>
                  </a:moveTo>
                  <a:lnTo>
                    <a:pt x="0" y="4038"/>
                  </a:lnTo>
                  <a:lnTo>
                    <a:pt x="4240" y="4038"/>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8">
              <a:extLst>
                <a:ext uri="{FF2B5EF4-FFF2-40B4-BE49-F238E27FC236}">
                  <a16:creationId xmlns:a16="http://schemas.microsoft.com/office/drawing/2014/main" id="{07271B87-2C98-8CC2-AE65-9BCB8829A03A}"/>
                </a:ext>
              </a:extLst>
            </p:cNvPr>
            <p:cNvSpPr/>
            <p:nvPr/>
          </p:nvSpPr>
          <p:spPr>
            <a:xfrm>
              <a:off x="2539902" y="3979142"/>
              <a:ext cx="74925" cy="78673"/>
            </a:xfrm>
            <a:custGeom>
              <a:avLst/>
              <a:gdLst/>
              <a:ahLst/>
              <a:cxnLst/>
              <a:rect l="l" t="t" r="r" b="b"/>
              <a:pathLst>
                <a:path w="4038" h="4240" extrusionOk="0">
                  <a:moveTo>
                    <a:pt x="0" y="0"/>
                  </a:moveTo>
                  <a:lnTo>
                    <a:pt x="0" y="4240"/>
                  </a:lnTo>
                  <a:lnTo>
                    <a:pt x="4038" y="4240"/>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8">
              <a:extLst>
                <a:ext uri="{FF2B5EF4-FFF2-40B4-BE49-F238E27FC236}">
                  <a16:creationId xmlns:a16="http://schemas.microsoft.com/office/drawing/2014/main" id="{E6B7095F-4D72-11B2-43C8-5B0E1864D6B7}"/>
                </a:ext>
              </a:extLst>
            </p:cNvPr>
            <p:cNvSpPr/>
            <p:nvPr/>
          </p:nvSpPr>
          <p:spPr>
            <a:xfrm>
              <a:off x="2464976" y="4057797"/>
              <a:ext cx="74944" cy="74944"/>
            </a:xfrm>
            <a:custGeom>
              <a:avLst/>
              <a:gdLst/>
              <a:ahLst/>
              <a:cxnLst/>
              <a:rect l="l" t="t" r="r" b="b"/>
              <a:pathLst>
                <a:path w="4039" h="4039" extrusionOk="0">
                  <a:moveTo>
                    <a:pt x="1" y="1"/>
                  </a:moveTo>
                  <a:lnTo>
                    <a:pt x="1" y="4038"/>
                  </a:lnTo>
                  <a:lnTo>
                    <a:pt x="4038" y="4038"/>
                  </a:lnTo>
                  <a:lnTo>
                    <a:pt x="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8">
              <a:extLst>
                <a:ext uri="{FF2B5EF4-FFF2-40B4-BE49-F238E27FC236}">
                  <a16:creationId xmlns:a16="http://schemas.microsoft.com/office/drawing/2014/main" id="{8191FD4A-44EF-95C5-7CFF-F5416E7817E4}"/>
                </a:ext>
              </a:extLst>
            </p:cNvPr>
            <p:cNvSpPr/>
            <p:nvPr/>
          </p:nvSpPr>
          <p:spPr>
            <a:xfrm>
              <a:off x="2539902" y="4132723"/>
              <a:ext cx="74925" cy="74925"/>
            </a:xfrm>
            <a:custGeom>
              <a:avLst/>
              <a:gdLst/>
              <a:ahLst/>
              <a:cxnLst/>
              <a:rect l="l" t="t" r="r" b="b"/>
              <a:pathLst>
                <a:path w="4038" h="4038" extrusionOk="0">
                  <a:moveTo>
                    <a:pt x="0" y="0"/>
                  </a:moveTo>
                  <a:lnTo>
                    <a:pt x="0" y="4038"/>
                  </a:lnTo>
                  <a:lnTo>
                    <a:pt x="4038" y="4038"/>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8">
              <a:extLst>
                <a:ext uri="{FF2B5EF4-FFF2-40B4-BE49-F238E27FC236}">
                  <a16:creationId xmlns:a16="http://schemas.microsoft.com/office/drawing/2014/main" id="{7A7CE49E-A751-669C-EF32-DBE096106CF3}"/>
                </a:ext>
              </a:extLst>
            </p:cNvPr>
            <p:cNvSpPr/>
            <p:nvPr/>
          </p:nvSpPr>
          <p:spPr>
            <a:xfrm>
              <a:off x="2693482" y="3979142"/>
              <a:ext cx="74925" cy="78673"/>
            </a:xfrm>
            <a:custGeom>
              <a:avLst/>
              <a:gdLst/>
              <a:ahLst/>
              <a:cxnLst/>
              <a:rect l="l" t="t" r="r" b="b"/>
              <a:pathLst>
                <a:path w="4038" h="4240" extrusionOk="0">
                  <a:moveTo>
                    <a:pt x="0" y="0"/>
                  </a:moveTo>
                  <a:lnTo>
                    <a:pt x="0" y="4240"/>
                  </a:lnTo>
                  <a:lnTo>
                    <a:pt x="4038" y="4240"/>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a:extLst>
                <a:ext uri="{FF2B5EF4-FFF2-40B4-BE49-F238E27FC236}">
                  <a16:creationId xmlns:a16="http://schemas.microsoft.com/office/drawing/2014/main" id="{CCED6BE4-6C80-E3F5-EBF3-BB2EF9DAB415}"/>
                </a:ext>
              </a:extLst>
            </p:cNvPr>
            <p:cNvSpPr/>
            <p:nvPr/>
          </p:nvSpPr>
          <p:spPr>
            <a:xfrm>
              <a:off x="2614809" y="4057797"/>
              <a:ext cx="78692" cy="74944"/>
            </a:xfrm>
            <a:custGeom>
              <a:avLst/>
              <a:gdLst/>
              <a:ahLst/>
              <a:cxnLst/>
              <a:rect l="l" t="t" r="r" b="b"/>
              <a:pathLst>
                <a:path w="4241" h="4039" extrusionOk="0">
                  <a:moveTo>
                    <a:pt x="1" y="1"/>
                  </a:moveTo>
                  <a:lnTo>
                    <a:pt x="1" y="4038"/>
                  </a:lnTo>
                  <a:lnTo>
                    <a:pt x="4240" y="4038"/>
                  </a:lnTo>
                  <a:lnTo>
                    <a:pt x="4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8">
              <a:extLst>
                <a:ext uri="{FF2B5EF4-FFF2-40B4-BE49-F238E27FC236}">
                  <a16:creationId xmlns:a16="http://schemas.microsoft.com/office/drawing/2014/main" id="{23B928DC-9755-DE37-7207-FA3200F1F242}"/>
                </a:ext>
              </a:extLst>
            </p:cNvPr>
            <p:cNvSpPr/>
            <p:nvPr/>
          </p:nvSpPr>
          <p:spPr>
            <a:xfrm>
              <a:off x="2693482" y="4132723"/>
              <a:ext cx="74925" cy="74925"/>
            </a:xfrm>
            <a:custGeom>
              <a:avLst/>
              <a:gdLst/>
              <a:ahLst/>
              <a:cxnLst/>
              <a:rect l="l" t="t" r="r" b="b"/>
              <a:pathLst>
                <a:path w="4038" h="4038" extrusionOk="0">
                  <a:moveTo>
                    <a:pt x="0" y="0"/>
                  </a:moveTo>
                  <a:lnTo>
                    <a:pt x="0" y="4038"/>
                  </a:lnTo>
                  <a:lnTo>
                    <a:pt x="4038" y="4038"/>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8">
              <a:extLst>
                <a:ext uri="{FF2B5EF4-FFF2-40B4-BE49-F238E27FC236}">
                  <a16:creationId xmlns:a16="http://schemas.microsoft.com/office/drawing/2014/main" id="{5981C1EB-AAA4-F85E-6B90-86EA371E514A}"/>
                </a:ext>
              </a:extLst>
            </p:cNvPr>
            <p:cNvSpPr/>
            <p:nvPr/>
          </p:nvSpPr>
          <p:spPr>
            <a:xfrm>
              <a:off x="2847063" y="3979142"/>
              <a:ext cx="74925" cy="78673"/>
            </a:xfrm>
            <a:custGeom>
              <a:avLst/>
              <a:gdLst/>
              <a:ahLst/>
              <a:cxnLst/>
              <a:rect l="l" t="t" r="r" b="b"/>
              <a:pathLst>
                <a:path w="4038" h="4240" extrusionOk="0">
                  <a:moveTo>
                    <a:pt x="0" y="0"/>
                  </a:moveTo>
                  <a:lnTo>
                    <a:pt x="0" y="4240"/>
                  </a:lnTo>
                  <a:lnTo>
                    <a:pt x="4038" y="4240"/>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8">
              <a:extLst>
                <a:ext uri="{FF2B5EF4-FFF2-40B4-BE49-F238E27FC236}">
                  <a16:creationId xmlns:a16="http://schemas.microsoft.com/office/drawing/2014/main" id="{935B941E-8ED7-517B-A304-2A8FBECF4219}"/>
                </a:ext>
              </a:extLst>
            </p:cNvPr>
            <p:cNvSpPr/>
            <p:nvPr/>
          </p:nvSpPr>
          <p:spPr>
            <a:xfrm>
              <a:off x="2768389" y="4057797"/>
              <a:ext cx="78692" cy="74944"/>
            </a:xfrm>
            <a:custGeom>
              <a:avLst/>
              <a:gdLst/>
              <a:ahLst/>
              <a:cxnLst/>
              <a:rect l="l" t="t" r="r" b="b"/>
              <a:pathLst>
                <a:path w="4241" h="4039" extrusionOk="0">
                  <a:moveTo>
                    <a:pt x="1" y="1"/>
                  </a:moveTo>
                  <a:lnTo>
                    <a:pt x="1" y="4038"/>
                  </a:lnTo>
                  <a:lnTo>
                    <a:pt x="4240" y="4038"/>
                  </a:lnTo>
                  <a:lnTo>
                    <a:pt x="4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a:extLst>
                <a:ext uri="{FF2B5EF4-FFF2-40B4-BE49-F238E27FC236}">
                  <a16:creationId xmlns:a16="http://schemas.microsoft.com/office/drawing/2014/main" id="{15B1A987-90EF-E843-7AE5-98433623E3B4}"/>
                </a:ext>
              </a:extLst>
            </p:cNvPr>
            <p:cNvSpPr/>
            <p:nvPr/>
          </p:nvSpPr>
          <p:spPr>
            <a:xfrm>
              <a:off x="2847063" y="4132723"/>
              <a:ext cx="74925" cy="74925"/>
            </a:xfrm>
            <a:custGeom>
              <a:avLst/>
              <a:gdLst/>
              <a:ahLst/>
              <a:cxnLst/>
              <a:rect l="l" t="t" r="r" b="b"/>
              <a:pathLst>
                <a:path w="4038" h="4038" extrusionOk="0">
                  <a:moveTo>
                    <a:pt x="0" y="0"/>
                  </a:moveTo>
                  <a:lnTo>
                    <a:pt x="0" y="4038"/>
                  </a:lnTo>
                  <a:lnTo>
                    <a:pt x="4038" y="4038"/>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8">
              <a:extLst>
                <a:ext uri="{FF2B5EF4-FFF2-40B4-BE49-F238E27FC236}">
                  <a16:creationId xmlns:a16="http://schemas.microsoft.com/office/drawing/2014/main" id="{CCD977B7-326A-DCBD-174F-FD213DD6A85F}"/>
                </a:ext>
              </a:extLst>
            </p:cNvPr>
            <p:cNvSpPr/>
            <p:nvPr/>
          </p:nvSpPr>
          <p:spPr>
            <a:xfrm>
              <a:off x="2996896" y="3979142"/>
              <a:ext cx="78673" cy="78673"/>
            </a:xfrm>
            <a:custGeom>
              <a:avLst/>
              <a:gdLst/>
              <a:ahLst/>
              <a:cxnLst/>
              <a:rect l="l" t="t" r="r" b="b"/>
              <a:pathLst>
                <a:path w="4240" h="4240" extrusionOk="0">
                  <a:moveTo>
                    <a:pt x="0" y="0"/>
                  </a:moveTo>
                  <a:lnTo>
                    <a:pt x="0" y="4240"/>
                  </a:lnTo>
                  <a:lnTo>
                    <a:pt x="4240" y="4240"/>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8">
              <a:extLst>
                <a:ext uri="{FF2B5EF4-FFF2-40B4-BE49-F238E27FC236}">
                  <a16:creationId xmlns:a16="http://schemas.microsoft.com/office/drawing/2014/main" id="{8A8D2883-AE7E-CA21-50FA-94F7A608E5BA}"/>
                </a:ext>
              </a:extLst>
            </p:cNvPr>
            <p:cNvSpPr/>
            <p:nvPr/>
          </p:nvSpPr>
          <p:spPr>
            <a:xfrm>
              <a:off x="2921970" y="4057797"/>
              <a:ext cx="74944" cy="74944"/>
            </a:xfrm>
            <a:custGeom>
              <a:avLst/>
              <a:gdLst/>
              <a:ahLst/>
              <a:cxnLst/>
              <a:rect l="l" t="t" r="r" b="b"/>
              <a:pathLst>
                <a:path w="4039" h="4039" extrusionOk="0">
                  <a:moveTo>
                    <a:pt x="1" y="1"/>
                  </a:moveTo>
                  <a:lnTo>
                    <a:pt x="1" y="4038"/>
                  </a:lnTo>
                  <a:lnTo>
                    <a:pt x="4038" y="4038"/>
                  </a:lnTo>
                  <a:lnTo>
                    <a:pt x="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8">
              <a:extLst>
                <a:ext uri="{FF2B5EF4-FFF2-40B4-BE49-F238E27FC236}">
                  <a16:creationId xmlns:a16="http://schemas.microsoft.com/office/drawing/2014/main" id="{8166D232-4B96-2658-37EC-877B570E2D4D}"/>
                </a:ext>
              </a:extLst>
            </p:cNvPr>
            <p:cNvSpPr/>
            <p:nvPr/>
          </p:nvSpPr>
          <p:spPr>
            <a:xfrm>
              <a:off x="2996896" y="4132723"/>
              <a:ext cx="78673" cy="74925"/>
            </a:xfrm>
            <a:custGeom>
              <a:avLst/>
              <a:gdLst/>
              <a:ahLst/>
              <a:cxnLst/>
              <a:rect l="l" t="t" r="r" b="b"/>
              <a:pathLst>
                <a:path w="4240" h="4038" extrusionOk="0">
                  <a:moveTo>
                    <a:pt x="0" y="0"/>
                  </a:moveTo>
                  <a:lnTo>
                    <a:pt x="0" y="4038"/>
                  </a:lnTo>
                  <a:lnTo>
                    <a:pt x="4240" y="4038"/>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8">
              <a:extLst>
                <a:ext uri="{FF2B5EF4-FFF2-40B4-BE49-F238E27FC236}">
                  <a16:creationId xmlns:a16="http://schemas.microsoft.com/office/drawing/2014/main" id="{678172BA-CBBE-D835-7593-ACCA2FAAEFDC}"/>
                </a:ext>
              </a:extLst>
            </p:cNvPr>
            <p:cNvSpPr/>
            <p:nvPr/>
          </p:nvSpPr>
          <p:spPr>
            <a:xfrm>
              <a:off x="3150477" y="3979142"/>
              <a:ext cx="78673" cy="78673"/>
            </a:xfrm>
            <a:custGeom>
              <a:avLst/>
              <a:gdLst/>
              <a:ahLst/>
              <a:cxnLst/>
              <a:rect l="l" t="t" r="r" b="b"/>
              <a:pathLst>
                <a:path w="4240" h="4240" extrusionOk="0">
                  <a:moveTo>
                    <a:pt x="0" y="0"/>
                  </a:moveTo>
                  <a:lnTo>
                    <a:pt x="0" y="4240"/>
                  </a:lnTo>
                  <a:lnTo>
                    <a:pt x="4240" y="4240"/>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8">
              <a:extLst>
                <a:ext uri="{FF2B5EF4-FFF2-40B4-BE49-F238E27FC236}">
                  <a16:creationId xmlns:a16="http://schemas.microsoft.com/office/drawing/2014/main" id="{DD6E4D55-D0B8-E994-1A9F-93DEDD19273B}"/>
                </a:ext>
              </a:extLst>
            </p:cNvPr>
            <p:cNvSpPr/>
            <p:nvPr/>
          </p:nvSpPr>
          <p:spPr>
            <a:xfrm>
              <a:off x="3075551" y="4057797"/>
              <a:ext cx="74944" cy="74944"/>
            </a:xfrm>
            <a:custGeom>
              <a:avLst/>
              <a:gdLst/>
              <a:ahLst/>
              <a:cxnLst/>
              <a:rect l="l" t="t" r="r" b="b"/>
              <a:pathLst>
                <a:path w="4039" h="4039" extrusionOk="0">
                  <a:moveTo>
                    <a:pt x="1" y="1"/>
                  </a:moveTo>
                  <a:lnTo>
                    <a:pt x="1" y="4038"/>
                  </a:lnTo>
                  <a:lnTo>
                    <a:pt x="4038" y="4038"/>
                  </a:lnTo>
                  <a:lnTo>
                    <a:pt x="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8">
              <a:extLst>
                <a:ext uri="{FF2B5EF4-FFF2-40B4-BE49-F238E27FC236}">
                  <a16:creationId xmlns:a16="http://schemas.microsoft.com/office/drawing/2014/main" id="{9C96F0F0-FF3B-2547-92E4-7B91794D90D2}"/>
                </a:ext>
              </a:extLst>
            </p:cNvPr>
            <p:cNvSpPr/>
            <p:nvPr/>
          </p:nvSpPr>
          <p:spPr>
            <a:xfrm>
              <a:off x="3150477" y="4132723"/>
              <a:ext cx="78673" cy="74925"/>
            </a:xfrm>
            <a:custGeom>
              <a:avLst/>
              <a:gdLst/>
              <a:ahLst/>
              <a:cxnLst/>
              <a:rect l="l" t="t" r="r" b="b"/>
              <a:pathLst>
                <a:path w="4240" h="4038" extrusionOk="0">
                  <a:moveTo>
                    <a:pt x="0" y="0"/>
                  </a:moveTo>
                  <a:lnTo>
                    <a:pt x="0" y="4038"/>
                  </a:lnTo>
                  <a:lnTo>
                    <a:pt x="4240" y="4038"/>
                  </a:lnTo>
                  <a:lnTo>
                    <a:pt x="42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8">
              <a:extLst>
                <a:ext uri="{FF2B5EF4-FFF2-40B4-BE49-F238E27FC236}">
                  <a16:creationId xmlns:a16="http://schemas.microsoft.com/office/drawing/2014/main" id="{A6BECDC2-4812-DB7C-BFE4-BF544BAADB9A}"/>
                </a:ext>
              </a:extLst>
            </p:cNvPr>
            <p:cNvSpPr/>
            <p:nvPr/>
          </p:nvSpPr>
          <p:spPr>
            <a:xfrm>
              <a:off x="3304057" y="3979142"/>
              <a:ext cx="74925" cy="78673"/>
            </a:xfrm>
            <a:custGeom>
              <a:avLst/>
              <a:gdLst/>
              <a:ahLst/>
              <a:cxnLst/>
              <a:rect l="l" t="t" r="r" b="b"/>
              <a:pathLst>
                <a:path w="4038" h="4240" extrusionOk="0">
                  <a:moveTo>
                    <a:pt x="0" y="0"/>
                  </a:moveTo>
                  <a:lnTo>
                    <a:pt x="0" y="4240"/>
                  </a:lnTo>
                  <a:lnTo>
                    <a:pt x="4038" y="4240"/>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8">
              <a:extLst>
                <a:ext uri="{FF2B5EF4-FFF2-40B4-BE49-F238E27FC236}">
                  <a16:creationId xmlns:a16="http://schemas.microsoft.com/office/drawing/2014/main" id="{A1B232AF-2E3F-5A0D-876E-3A1D28C42B42}"/>
                </a:ext>
              </a:extLst>
            </p:cNvPr>
            <p:cNvSpPr/>
            <p:nvPr/>
          </p:nvSpPr>
          <p:spPr>
            <a:xfrm>
              <a:off x="3229132" y="4057797"/>
              <a:ext cx="74944" cy="74944"/>
            </a:xfrm>
            <a:custGeom>
              <a:avLst/>
              <a:gdLst/>
              <a:ahLst/>
              <a:cxnLst/>
              <a:rect l="l" t="t" r="r" b="b"/>
              <a:pathLst>
                <a:path w="4039" h="4039" extrusionOk="0">
                  <a:moveTo>
                    <a:pt x="1" y="1"/>
                  </a:moveTo>
                  <a:lnTo>
                    <a:pt x="1" y="4038"/>
                  </a:lnTo>
                  <a:lnTo>
                    <a:pt x="4038" y="4038"/>
                  </a:lnTo>
                  <a:lnTo>
                    <a:pt x="4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8">
              <a:extLst>
                <a:ext uri="{FF2B5EF4-FFF2-40B4-BE49-F238E27FC236}">
                  <a16:creationId xmlns:a16="http://schemas.microsoft.com/office/drawing/2014/main" id="{EEDFD10F-E5AE-212C-7AE6-6D42BD3AE62C}"/>
                </a:ext>
              </a:extLst>
            </p:cNvPr>
            <p:cNvSpPr/>
            <p:nvPr/>
          </p:nvSpPr>
          <p:spPr>
            <a:xfrm>
              <a:off x="3304057" y="4132723"/>
              <a:ext cx="74925" cy="74925"/>
            </a:xfrm>
            <a:custGeom>
              <a:avLst/>
              <a:gdLst/>
              <a:ahLst/>
              <a:cxnLst/>
              <a:rect l="l" t="t" r="r" b="b"/>
              <a:pathLst>
                <a:path w="4038" h="4038" extrusionOk="0">
                  <a:moveTo>
                    <a:pt x="0" y="0"/>
                  </a:moveTo>
                  <a:lnTo>
                    <a:pt x="0" y="4038"/>
                  </a:lnTo>
                  <a:lnTo>
                    <a:pt x="4038" y="4038"/>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8">
              <a:extLst>
                <a:ext uri="{FF2B5EF4-FFF2-40B4-BE49-F238E27FC236}">
                  <a16:creationId xmlns:a16="http://schemas.microsoft.com/office/drawing/2014/main" id="{F4DC9321-C22B-AF6F-FDB3-482C90AFD426}"/>
                </a:ext>
              </a:extLst>
            </p:cNvPr>
            <p:cNvSpPr/>
            <p:nvPr/>
          </p:nvSpPr>
          <p:spPr>
            <a:xfrm>
              <a:off x="3457638" y="3979142"/>
              <a:ext cx="74925" cy="78673"/>
            </a:xfrm>
            <a:custGeom>
              <a:avLst/>
              <a:gdLst/>
              <a:ahLst/>
              <a:cxnLst/>
              <a:rect l="l" t="t" r="r" b="b"/>
              <a:pathLst>
                <a:path w="4038" h="4240" extrusionOk="0">
                  <a:moveTo>
                    <a:pt x="0" y="0"/>
                  </a:moveTo>
                  <a:lnTo>
                    <a:pt x="0" y="4240"/>
                  </a:lnTo>
                  <a:lnTo>
                    <a:pt x="4038" y="4240"/>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8">
              <a:extLst>
                <a:ext uri="{FF2B5EF4-FFF2-40B4-BE49-F238E27FC236}">
                  <a16:creationId xmlns:a16="http://schemas.microsoft.com/office/drawing/2014/main" id="{BD88581E-94B1-9933-F2E6-A01C87B7AFEB}"/>
                </a:ext>
              </a:extLst>
            </p:cNvPr>
            <p:cNvSpPr/>
            <p:nvPr/>
          </p:nvSpPr>
          <p:spPr>
            <a:xfrm>
              <a:off x="3378964" y="4057797"/>
              <a:ext cx="78692" cy="74944"/>
            </a:xfrm>
            <a:custGeom>
              <a:avLst/>
              <a:gdLst/>
              <a:ahLst/>
              <a:cxnLst/>
              <a:rect l="l" t="t" r="r" b="b"/>
              <a:pathLst>
                <a:path w="4241" h="4039" extrusionOk="0">
                  <a:moveTo>
                    <a:pt x="1" y="1"/>
                  </a:moveTo>
                  <a:lnTo>
                    <a:pt x="1" y="4038"/>
                  </a:lnTo>
                  <a:lnTo>
                    <a:pt x="4240" y="4038"/>
                  </a:lnTo>
                  <a:lnTo>
                    <a:pt x="4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a:extLst>
                <a:ext uri="{FF2B5EF4-FFF2-40B4-BE49-F238E27FC236}">
                  <a16:creationId xmlns:a16="http://schemas.microsoft.com/office/drawing/2014/main" id="{4E7D3690-C552-0377-92B9-6F07B9711CE7}"/>
                </a:ext>
              </a:extLst>
            </p:cNvPr>
            <p:cNvSpPr/>
            <p:nvPr/>
          </p:nvSpPr>
          <p:spPr>
            <a:xfrm>
              <a:off x="3457638" y="4132723"/>
              <a:ext cx="74925" cy="74925"/>
            </a:xfrm>
            <a:custGeom>
              <a:avLst/>
              <a:gdLst/>
              <a:ahLst/>
              <a:cxnLst/>
              <a:rect l="l" t="t" r="r" b="b"/>
              <a:pathLst>
                <a:path w="4038" h="4038" extrusionOk="0">
                  <a:moveTo>
                    <a:pt x="0" y="0"/>
                  </a:moveTo>
                  <a:lnTo>
                    <a:pt x="0" y="4038"/>
                  </a:lnTo>
                  <a:lnTo>
                    <a:pt x="4038" y="4038"/>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8">
              <a:extLst>
                <a:ext uri="{FF2B5EF4-FFF2-40B4-BE49-F238E27FC236}">
                  <a16:creationId xmlns:a16="http://schemas.microsoft.com/office/drawing/2014/main" id="{C2371724-8A20-E1D0-35D7-CC8068169174}"/>
                </a:ext>
              </a:extLst>
            </p:cNvPr>
            <p:cNvSpPr/>
            <p:nvPr/>
          </p:nvSpPr>
          <p:spPr>
            <a:xfrm>
              <a:off x="3611219" y="3979142"/>
              <a:ext cx="74925" cy="78673"/>
            </a:xfrm>
            <a:custGeom>
              <a:avLst/>
              <a:gdLst/>
              <a:ahLst/>
              <a:cxnLst/>
              <a:rect l="l" t="t" r="r" b="b"/>
              <a:pathLst>
                <a:path w="4038" h="4240" extrusionOk="0">
                  <a:moveTo>
                    <a:pt x="0" y="0"/>
                  </a:moveTo>
                  <a:lnTo>
                    <a:pt x="0" y="4240"/>
                  </a:lnTo>
                  <a:lnTo>
                    <a:pt x="4038" y="4240"/>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8">
              <a:extLst>
                <a:ext uri="{FF2B5EF4-FFF2-40B4-BE49-F238E27FC236}">
                  <a16:creationId xmlns:a16="http://schemas.microsoft.com/office/drawing/2014/main" id="{100D85EB-DDB3-1F09-2A1D-F88864F99F54}"/>
                </a:ext>
              </a:extLst>
            </p:cNvPr>
            <p:cNvSpPr/>
            <p:nvPr/>
          </p:nvSpPr>
          <p:spPr>
            <a:xfrm>
              <a:off x="3532545" y="4057797"/>
              <a:ext cx="78692" cy="74944"/>
            </a:xfrm>
            <a:custGeom>
              <a:avLst/>
              <a:gdLst/>
              <a:ahLst/>
              <a:cxnLst/>
              <a:rect l="l" t="t" r="r" b="b"/>
              <a:pathLst>
                <a:path w="4241" h="4039" extrusionOk="0">
                  <a:moveTo>
                    <a:pt x="1" y="1"/>
                  </a:moveTo>
                  <a:lnTo>
                    <a:pt x="1" y="4038"/>
                  </a:lnTo>
                  <a:lnTo>
                    <a:pt x="4240" y="4038"/>
                  </a:lnTo>
                  <a:lnTo>
                    <a:pt x="42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8">
              <a:extLst>
                <a:ext uri="{FF2B5EF4-FFF2-40B4-BE49-F238E27FC236}">
                  <a16:creationId xmlns:a16="http://schemas.microsoft.com/office/drawing/2014/main" id="{9872D7C4-7FE6-40C4-1B15-B9BFE9BE9C2B}"/>
                </a:ext>
              </a:extLst>
            </p:cNvPr>
            <p:cNvSpPr/>
            <p:nvPr/>
          </p:nvSpPr>
          <p:spPr>
            <a:xfrm>
              <a:off x="3611219" y="4132723"/>
              <a:ext cx="74925" cy="74925"/>
            </a:xfrm>
            <a:custGeom>
              <a:avLst/>
              <a:gdLst/>
              <a:ahLst/>
              <a:cxnLst/>
              <a:rect l="l" t="t" r="r" b="b"/>
              <a:pathLst>
                <a:path w="4038" h="4038" extrusionOk="0">
                  <a:moveTo>
                    <a:pt x="0" y="0"/>
                  </a:moveTo>
                  <a:lnTo>
                    <a:pt x="0" y="4038"/>
                  </a:lnTo>
                  <a:lnTo>
                    <a:pt x="4038" y="4038"/>
                  </a:lnTo>
                  <a:lnTo>
                    <a:pt x="40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8">
              <a:extLst>
                <a:ext uri="{FF2B5EF4-FFF2-40B4-BE49-F238E27FC236}">
                  <a16:creationId xmlns:a16="http://schemas.microsoft.com/office/drawing/2014/main" id="{ADE134C9-9FCF-68E5-3724-570822FB47A7}"/>
                </a:ext>
              </a:extLst>
            </p:cNvPr>
            <p:cNvSpPr/>
            <p:nvPr/>
          </p:nvSpPr>
          <p:spPr>
            <a:xfrm>
              <a:off x="1876871" y="3001468"/>
              <a:ext cx="1161246" cy="93666"/>
            </a:xfrm>
            <a:custGeom>
              <a:avLst/>
              <a:gdLst/>
              <a:ahLst/>
              <a:cxnLst/>
              <a:rect l="l" t="t" r="r" b="b"/>
              <a:pathLst>
                <a:path w="62584" h="5048" fill="none" extrusionOk="0">
                  <a:moveTo>
                    <a:pt x="62583" y="3230"/>
                  </a:moveTo>
                  <a:lnTo>
                    <a:pt x="62583" y="3230"/>
                  </a:lnTo>
                  <a:lnTo>
                    <a:pt x="61372" y="2826"/>
                  </a:lnTo>
                  <a:lnTo>
                    <a:pt x="57738" y="2019"/>
                  </a:lnTo>
                  <a:lnTo>
                    <a:pt x="52085" y="1009"/>
                  </a:lnTo>
                  <a:lnTo>
                    <a:pt x="48452" y="606"/>
                  </a:lnTo>
                  <a:lnTo>
                    <a:pt x="44616" y="202"/>
                  </a:lnTo>
                  <a:lnTo>
                    <a:pt x="40175" y="0"/>
                  </a:lnTo>
                  <a:lnTo>
                    <a:pt x="35330" y="0"/>
                  </a:lnTo>
                  <a:lnTo>
                    <a:pt x="30283" y="0"/>
                  </a:lnTo>
                  <a:lnTo>
                    <a:pt x="24630" y="404"/>
                  </a:lnTo>
                  <a:lnTo>
                    <a:pt x="18977" y="1009"/>
                  </a:lnTo>
                  <a:lnTo>
                    <a:pt x="12921" y="2019"/>
                  </a:lnTo>
                  <a:lnTo>
                    <a:pt x="6663" y="3230"/>
                  </a:lnTo>
                  <a:lnTo>
                    <a:pt x="1" y="5047"/>
                  </a:lnTo>
                </a:path>
              </a:pathLst>
            </a:custGeom>
            <a:noFill/>
            <a:ln w="202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8">
              <a:extLst>
                <a:ext uri="{FF2B5EF4-FFF2-40B4-BE49-F238E27FC236}">
                  <a16:creationId xmlns:a16="http://schemas.microsoft.com/office/drawing/2014/main" id="{B114A5FE-51F6-2C2A-0E57-422F357C2533}"/>
                </a:ext>
              </a:extLst>
            </p:cNvPr>
            <p:cNvSpPr/>
            <p:nvPr/>
          </p:nvSpPr>
          <p:spPr>
            <a:xfrm>
              <a:off x="4098180" y="3597053"/>
              <a:ext cx="899027" cy="138624"/>
            </a:xfrm>
            <a:custGeom>
              <a:avLst/>
              <a:gdLst/>
              <a:ahLst/>
              <a:cxnLst/>
              <a:rect l="l" t="t" r="r" b="b"/>
              <a:pathLst>
                <a:path w="48452" h="7471" fill="none" extrusionOk="0">
                  <a:moveTo>
                    <a:pt x="1" y="1"/>
                  </a:moveTo>
                  <a:lnTo>
                    <a:pt x="48451" y="7470"/>
                  </a:lnTo>
                </a:path>
              </a:pathLst>
            </a:custGeom>
            <a:noFill/>
            <a:ln w="202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8">
              <a:extLst>
                <a:ext uri="{FF2B5EF4-FFF2-40B4-BE49-F238E27FC236}">
                  <a16:creationId xmlns:a16="http://schemas.microsoft.com/office/drawing/2014/main" id="{5CD0ED34-80BD-8BDD-AB12-63691E867466}"/>
                </a:ext>
              </a:extLst>
            </p:cNvPr>
            <p:cNvSpPr/>
            <p:nvPr/>
          </p:nvSpPr>
          <p:spPr>
            <a:xfrm>
              <a:off x="558325" y="3525894"/>
              <a:ext cx="483228" cy="19"/>
            </a:xfrm>
            <a:custGeom>
              <a:avLst/>
              <a:gdLst/>
              <a:ahLst/>
              <a:cxnLst/>
              <a:rect l="l" t="t" r="r" b="b"/>
              <a:pathLst>
                <a:path w="26043" h="1" fill="none" extrusionOk="0">
                  <a:moveTo>
                    <a:pt x="1" y="0"/>
                  </a:moveTo>
                  <a:lnTo>
                    <a:pt x="26043" y="0"/>
                  </a:lnTo>
                </a:path>
              </a:pathLst>
            </a:custGeom>
            <a:noFill/>
            <a:ln w="202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8">
              <a:extLst>
                <a:ext uri="{FF2B5EF4-FFF2-40B4-BE49-F238E27FC236}">
                  <a16:creationId xmlns:a16="http://schemas.microsoft.com/office/drawing/2014/main" id="{0F0501A2-2AB3-B54B-9EA4-56A93F78B43F}"/>
                </a:ext>
              </a:extLst>
            </p:cNvPr>
            <p:cNvSpPr/>
            <p:nvPr/>
          </p:nvSpPr>
          <p:spPr>
            <a:xfrm>
              <a:off x="2817097" y="2806675"/>
              <a:ext cx="74925" cy="161095"/>
            </a:xfrm>
            <a:custGeom>
              <a:avLst/>
              <a:gdLst/>
              <a:ahLst/>
              <a:cxnLst/>
              <a:rect l="l" t="t" r="r" b="b"/>
              <a:pathLst>
                <a:path w="4038" h="8682" extrusionOk="0">
                  <a:moveTo>
                    <a:pt x="1615" y="0"/>
                  </a:moveTo>
                  <a:lnTo>
                    <a:pt x="1212" y="404"/>
                  </a:lnTo>
                  <a:lnTo>
                    <a:pt x="808" y="1212"/>
                  </a:lnTo>
                  <a:lnTo>
                    <a:pt x="202" y="2423"/>
                  </a:lnTo>
                  <a:lnTo>
                    <a:pt x="0" y="3432"/>
                  </a:lnTo>
                  <a:lnTo>
                    <a:pt x="0" y="4442"/>
                  </a:lnTo>
                  <a:lnTo>
                    <a:pt x="202" y="5451"/>
                  </a:lnTo>
                  <a:lnTo>
                    <a:pt x="606" y="6259"/>
                  </a:lnTo>
                  <a:lnTo>
                    <a:pt x="1413" y="7066"/>
                  </a:lnTo>
                  <a:lnTo>
                    <a:pt x="2019" y="7672"/>
                  </a:lnTo>
                  <a:lnTo>
                    <a:pt x="3432" y="8479"/>
                  </a:lnTo>
                  <a:lnTo>
                    <a:pt x="4038" y="8681"/>
                  </a:lnTo>
                  <a:lnTo>
                    <a:pt x="161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8">
              <a:extLst>
                <a:ext uri="{FF2B5EF4-FFF2-40B4-BE49-F238E27FC236}">
                  <a16:creationId xmlns:a16="http://schemas.microsoft.com/office/drawing/2014/main" id="{5AC4AD0F-4423-7339-2DB3-A39F6DF3D338}"/>
                </a:ext>
              </a:extLst>
            </p:cNvPr>
            <p:cNvSpPr/>
            <p:nvPr/>
          </p:nvSpPr>
          <p:spPr>
            <a:xfrm>
              <a:off x="1936804" y="3289890"/>
              <a:ext cx="378355" cy="277212"/>
            </a:xfrm>
            <a:custGeom>
              <a:avLst/>
              <a:gdLst/>
              <a:ahLst/>
              <a:cxnLst/>
              <a:rect l="l" t="t" r="r" b="b"/>
              <a:pathLst>
                <a:path w="20391" h="14940" fill="none" extrusionOk="0">
                  <a:moveTo>
                    <a:pt x="1" y="1"/>
                  </a:moveTo>
                  <a:lnTo>
                    <a:pt x="20391" y="14940"/>
                  </a:lnTo>
                </a:path>
              </a:pathLst>
            </a:custGeom>
            <a:noFill/>
            <a:ln w="20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8">
              <a:extLst>
                <a:ext uri="{FF2B5EF4-FFF2-40B4-BE49-F238E27FC236}">
                  <a16:creationId xmlns:a16="http://schemas.microsoft.com/office/drawing/2014/main" id="{DAA7C212-5B49-B50A-9C0D-8155D330E20B}"/>
                </a:ext>
              </a:extLst>
            </p:cNvPr>
            <p:cNvSpPr/>
            <p:nvPr/>
          </p:nvSpPr>
          <p:spPr>
            <a:xfrm>
              <a:off x="1921830" y="3387286"/>
              <a:ext cx="247245" cy="179817"/>
            </a:xfrm>
            <a:custGeom>
              <a:avLst/>
              <a:gdLst/>
              <a:ahLst/>
              <a:cxnLst/>
              <a:rect l="l" t="t" r="r" b="b"/>
              <a:pathLst>
                <a:path w="13325" h="9691" fill="none" extrusionOk="0">
                  <a:moveTo>
                    <a:pt x="0" y="1"/>
                  </a:moveTo>
                  <a:lnTo>
                    <a:pt x="13324" y="9691"/>
                  </a:lnTo>
                </a:path>
              </a:pathLst>
            </a:custGeom>
            <a:noFill/>
            <a:ln w="20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8">
              <a:extLst>
                <a:ext uri="{FF2B5EF4-FFF2-40B4-BE49-F238E27FC236}">
                  <a16:creationId xmlns:a16="http://schemas.microsoft.com/office/drawing/2014/main" id="{472ADA36-211B-0627-526B-CF6448BF85E4}"/>
                </a:ext>
              </a:extLst>
            </p:cNvPr>
            <p:cNvSpPr/>
            <p:nvPr/>
          </p:nvSpPr>
          <p:spPr>
            <a:xfrm>
              <a:off x="2832071" y="3289890"/>
              <a:ext cx="378355" cy="277212"/>
            </a:xfrm>
            <a:custGeom>
              <a:avLst/>
              <a:gdLst/>
              <a:ahLst/>
              <a:cxnLst/>
              <a:rect l="l" t="t" r="r" b="b"/>
              <a:pathLst>
                <a:path w="20391" h="14940" fill="none" extrusionOk="0">
                  <a:moveTo>
                    <a:pt x="1" y="1"/>
                  </a:moveTo>
                  <a:lnTo>
                    <a:pt x="20390" y="14940"/>
                  </a:lnTo>
                </a:path>
              </a:pathLst>
            </a:custGeom>
            <a:noFill/>
            <a:ln w="20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8">
              <a:extLst>
                <a:ext uri="{FF2B5EF4-FFF2-40B4-BE49-F238E27FC236}">
                  <a16:creationId xmlns:a16="http://schemas.microsoft.com/office/drawing/2014/main" id="{D4FBD1AB-439F-A805-9569-B9B71C64AE85}"/>
                </a:ext>
              </a:extLst>
            </p:cNvPr>
            <p:cNvSpPr/>
            <p:nvPr/>
          </p:nvSpPr>
          <p:spPr>
            <a:xfrm>
              <a:off x="2817097" y="3387286"/>
              <a:ext cx="247245" cy="179817"/>
            </a:xfrm>
            <a:custGeom>
              <a:avLst/>
              <a:gdLst/>
              <a:ahLst/>
              <a:cxnLst/>
              <a:rect l="l" t="t" r="r" b="b"/>
              <a:pathLst>
                <a:path w="13325" h="9691" fill="none" extrusionOk="0">
                  <a:moveTo>
                    <a:pt x="0" y="1"/>
                  </a:moveTo>
                  <a:lnTo>
                    <a:pt x="13324" y="9691"/>
                  </a:lnTo>
                </a:path>
              </a:pathLst>
            </a:custGeom>
            <a:noFill/>
            <a:ln w="202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8">
            <a:extLst>
              <a:ext uri="{FF2B5EF4-FFF2-40B4-BE49-F238E27FC236}">
                <a16:creationId xmlns:a16="http://schemas.microsoft.com/office/drawing/2014/main" id="{FB82F845-966C-E71C-9CF5-D8F52E40FA4A}"/>
              </a:ext>
            </a:extLst>
          </p:cNvPr>
          <p:cNvGrpSpPr/>
          <p:nvPr/>
        </p:nvGrpSpPr>
        <p:grpSpPr>
          <a:xfrm>
            <a:off x="203111" y="3294958"/>
            <a:ext cx="2606676" cy="1388617"/>
            <a:chOff x="457200" y="3750875"/>
            <a:chExt cx="1493700" cy="1388617"/>
          </a:xfrm>
        </p:grpSpPr>
        <p:sp>
          <p:nvSpPr>
            <p:cNvPr id="402" name="Google Shape;402;p18">
              <a:extLst>
                <a:ext uri="{FF2B5EF4-FFF2-40B4-BE49-F238E27FC236}">
                  <a16:creationId xmlns:a16="http://schemas.microsoft.com/office/drawing/2014/main" id="{E86D7356-23DD-7F0B-5122-164BF3355420}"/>
                </a:ext>
              </a:extLst>
            </p:cNvPr>
            <p:cNvSpPr txBox="1"/>
            <p:nvPr/>
          </p:nvSpPr>
          <p:spPr>
            <a:xfrm>
              <a:off x="457200" y="4493592"/>
              <a:ext cx="1493700" cy="645900"/>
            </a:xfrm>
            <a:prstGeom prst="rect">
              <a:avLst/>
            </a:prstGeom>
            <a:noFill/>
            <a:ln>
              <a:noFill/>
            </a:ln>
          </p:spPr>
          <p:txBody>
            <a:bodyPr spcFirstLastPara="1" wrap="square" lIns="91425" tIns="91425" rIns="91425" bIns="91425" anchor="ctr" anchorCtr="0">
              <a:noAutofit/>
            </a:bodyPr>
            <a:lstStyle/>
            <a:p>
              <a:pPr marL="342900" lvl="0" indent="-342900" algn="l" rtl="0">
                <a:lnSpc>
                  <a:spcPct val="107000"/>
                </a:lnSpc>
                <a:spcAft>
                  <a:spcPts val="800"/>
                </a:spcAft>
                <a:buSzPts val="1000"/>
                <a:buFont typeface="Symbol" panose="05050102010706020507" pitchFamily="18" charset="2"/>
                <a:buChar char=""/>
                <a:tabLst>
                  <a:tab pos="457200" algn="l"/>
                </a:tabLst>
              </a:pPr>
              <a:r>
                <a:rPr lang="en-US" sz="1200" kern="100" dirty="0">
                  <a:effectLst/>
                  <a:latin typeface="Roboto" panose="02000000000000000000" pitchFamily="2" charset="0"/>
                  <a:ea typeface="Roboto" panose="02000000000000000000" pitchFamily="2" charset="0"/>
                  <a:cs typeface="Roboto" panose="02000000000000000000" pitchFamily="2" charset="0"/>
                </a:rPr>
                <a:t>❌ Minimum: -44.90$ (Incorrect)</a:t>
              </a:r>
            </a:p>
            <a:p>
              <a:pPr marL="342900" lvl="0" indent="-342900" algn="l" rtl="0">
                <a:lnSpc>
                  <a:spcPct val="107000"/>
                </a:lnSpc>
                <a:spcAft>
                  <a:spcPts val="800"/>
                </a:spcAft>
                <a:buSzPts val="1000"/>
                <a:buFont typeface="Symbol" panose="05050102010706020507" pitchFamily="18" charset="2"/>
                <a:buChar char=""/>
                <a:tabLst>
                  <a:tab pos="457200" algn="l"/>
                </a:tabLst>
              </a:pPr>
              <a:r>
                <a:rPr lang="en-US" sz="1200" kern="100" dirty="0">
                  <a:effectLst/>
                  <a:latin typeface="Roboto" panose="02000000000000000000" pitchFamily="2" charset="0"/>
                  <a:ea typeface="Roboto" panose="02000000000000000000" pitchFamily="2" charset="0"/>
                  <a:cs typeface="Roboto" panose="02000000000000000000" pitchFamily="2" charset="0"/>
                </a:rPr>
                <a:t>✅ Maximum: $500 (Valid for premium rides)</a:t>
              </a:r>
            </a:p>
          </p:txBody>
        </p:sp>
        <p:sp>
          <p:nvSpPr>
            <p:cNvPr id="403" name="Google Shape;403;p18">
              <a:extLst>
                <a:ext uri="{FF2B5EF4-FFF2-40B4-BE49-F238E27FC236}">
                  <a16:creationId xmlns:a16="http://schemas.microsoft.com/office/drawing/2014/main" id="{DBABF029-E03F-8A65-E1AD-CB9849FB10F5}"/>
                </a:ext>
              </a:extLst>
            </p:cNvPr>
            <p:cNvSpPr txBox="1"/>
            <p:nvPr/>
          </p:nvSpPr>
          <p:spPr>
            <a:xfrm>
              <a:off x="457200" y="3750875"/>
              <a:ext cx="14937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Extreme Fare Outliers Identified</a:t>
              </a:r>
              <a:endParaRPr sz="2000" b="1" dirty="0">
                <a:solidFill>
                  <a:schemeClr val="dk1"/>
                </a:solidFill>
                <a:latin typeface="Fira Sans Extra Condensed"/>
                <a:ea typeface="Fira Sans Extra Condensed"/>
                <a:cs typeface="Fira Sans Extra Condensed"/>
                <a:sym typeface="Fira Sans Extra Condensed"/>
              </a:endParaRPr>
            </a:p>
          </p:txBody>
        </p:sp>
      </p:grpSp>
      <p:sp>
        <p:nvSpPr>
          <p:cNvPr id="404" name="Google Shape;404;p18">
            <a:extLst>
              <a:ext uri="{FF2B5EF4-FFF2-40B4-BE49-F238E27FC236}">
                <a16:creationId xmlns:a16="http://schemas.microsoft.com/office/drawing/2014/main" id="{9ACA948C-095C-B456-F5CC-5CCE4CB4E4A5}"/>
              </a:ext>
            </a:extLst>
          </p:cNvPr>
          <p:cNvSpPr/>
          <p:nvPr/>
        </p:nvSpPr>
        <p:spPr>
          <a:xfrm>
            <a:off x="901649" y="2269350"/>
            <a:ext cx="604800" cy="604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Fira Sans Extra Condensed"/>
                <a:ea typeface="Fira Sans Extra Condensed"/>
                <a:cs typeface="Fira Sans Extra Condensed"/>
                <a:sym typeface="Fira Sans Extra Condensed"/>
              </a:rPr>
              <a:t>1</a:t>
            </a:r>
            <a:endParaRPr sz="2000" b="1">
              <a:solidFill>
                <a:schemeClr val="lt1"/>
              </a:solidFill>
              <a:latin typeface="Fira Sans Extra Condensed"/>
              <a:ea typeface="Fira Sans Extra Condensed"/>
              <a:cs typeface="Fira Sans Extra Condensed"/>
              <a:sym typeface="Fira Sans Extra Condensed"/>
            </a:endParaRPr>
          </a:p>
        </p:txBody>
      </p:sp>
      <p:grpSp>
        <p:nvGrpSpPr>
          <p:cNvPr id="406" name="Google Shape;406;p18">
            <a:extLst>
              <a:ext uri="{FF2B5EF4-FFF2-40B4-BE49-F238E27FC236}">
                <a16:creationId xmlns:a16="http://schemas.microsoft.com/office/drawing/2014/main" id="{BCA87377-C955-A195-14C5-0A930A7D9E03}"/>
              </a:ext>
            </a:extLst>
          </p:cNvPr>
          <p:cNvGrpSpPr/>
          <p:nvPr/>
        </p:nvGrpSpPr>
        <p:grpSpPr>
          <a:xfrm>
            <a:off x="3268662" y="3294958"/>
            <a:ext cx="2606676" cy="1437067"/>
            <a:chOff x="2702500" y="3750875"/>
            <a:chExt cx="1493700" cy="1437067"/>
          </a:xfrm>
        </p:grpSpPr>
        <p:sp>
          <p:nvSpPr>
            <p:cNvPr id="407" name="Google Shape;407;p18">
              <a:extLst>
                <a:ext uri="{FF2B5EF4-FFF2-40B4-BE49-F238E27FC236}">
                  <a16:creationId xmlns:a16="http://schemas.microsoft.com/office/drawing/2014/main" id="{939677F5-A7AD-E68A-4020-8AF095CA9A0B}"/>
                </a:ext>
              </a:extLst>
            </p:cNvPr>
            <p:cNvSpPr txBox="1"/>
            <p:nvPr/>
          </p:nvSpPr>
          <p:spPr>
            <a:xfrm>
              <a:off x="2702500" y="4542042"/>
              <a:ext cx="1493700" cy="645900"/>
            </a:xfrm>
            <a:prstGeom prst="rect">
              <a:avLst/>
            </a:prstGeom>
            <a:noFill/>
            <a:ln>
              <a:noFill/>
            </a:ln>
          </p:spPr>
          <p:txBody>
            <a:bodyPr spcFirstLastPara="1" wrap="square" lIns="91425" tIns="91425" rIns="91425" bIns="91425" anchor="ctr" anchorCtr="0">
              <a:noAutofit/>
            </a:bodyPr>
            <a:lstStyle/>
            <a:p>
              <a:pPr marL="342900" lvl="0" indent="-342900" algn="l" rtl="0">
                <a:lnSpc>
                  <a:spcPct val="107000"/>
                </a:lnSpc>
                <a:spcAft>
                  <a:spcPts val="800"/>
                </a:spcAft>
                <a:buSzPts val="1000"/>
                <a:buFont typeface="Symbol" panose="05050102010706020507" pitchFamily="18" charset="2"/>
                <a:buChar char=""/>
                <a:tabLst>
                  <a:tab pos="457200" algn="l"/>
                </a:tabLst>
              </a:pPr>
              <a:r>
                <a:rPr lang="en-US" sz="1200" kern="100" dirty="0">
                  <a:effectLst/>
                  <a:latin typeface="Roboto" panose="02000000000000000000" pitchFamily="2" charset="0"/>
                  <a:ea typeface="Roboto" panose="02000000000000000000" pitchFamily="2" charset="0"/>
                  <a:cs typeface="Roboto" panose="02000000000000000000" pitchFamily="2" charset="0"/>
                </a:rPr>
                <a:t>❌ </a:t>
              </a:r>
              <a:r>
                <a:rPr lang="en-US" sz="1200" b="1" kern="100" dirty="0">
                  <a:effectLst/>
                  <a:latin typeface="Roboto" panose="02000000000000000000" pitchFamily="2" charset="0"/>
                  <a:ea typeface="Roboto" panose="02000000000000000000" pitchFamily="2" charset="0"/>
                  <a:cs typeface="Roboto" panose="02000000000000000000" pitchFamily="2" charset="0"/>
                </a:rPr>
                <a:t>Max Ride Distance: 12,399 miles</a:t>
              </a:r>
              <a:r>
                <a:rPr lang="en-US" sz="1200" kern="100" dirty="0">
                  <a:effectLst/>
                  <a:latin typeface="Roboto" panose="02000000000000000000" pitchFamily="2" charset="0"/>
                  <a:ea typeface="Roboto" panose="02000000000000000000" pitchFamily="2" charset="0"/>
                  <a:cs typeface="Roboto" panose="02000000000000000000" pitchFamily="2" charset="0"/>
                </a:rPr>
                <a:t> 🚀 </a:t>
              </a:r>
              <a:r>
                <a:rPr lang="en-US" sz="1200" b="1" kern="100" dirty="0">
                  <a:effectLst/>
                  <a:latin typeface="Roboto" panose="02000000000000000000" pitchFamily="2" charset="0"/>
                  <a:ea typeface="Roboto" panose="02000000000000000000" pitchFamily="2" charset="0"/>
                  <a:cs typeface="Roboto" panose="02000000000000000000" pitchFamily="2" charset="0"/>
                </a:rPr>
                <a:t>(Impossible!)</a:t>
              </a:r>
              <a:endParaRPr lang="en-US" sz="1200" kern="100" dirty="0">
                <a:effectLst/>
                <a:latin typeface="Roboto" panose="02000000000000000000" pitchFamily="2" charset="0"/>
                <a:ea typeface="Roboto" panose="02000000000000000000" pitchFamily="2" charset="0"/>
                <a:cs typeface="Roboto" panose="02000000000000000000" pitchFamily="2"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US" sz="1200" kern="100" dirty="0">
                  <a:effectLst/>
                  <a:latin typeface="Roboto" panose="02000000000000000000" pitchFamily="2" charset="0"/>
                  <a:ea typeface="Roboto" panose="02000000000000000000" pitchFamily="2" charset="0"/>
                  <a:cs typeface="Roboto" panose="02000000000000000000" pitchFamily="2" charset="0"/>
                </a:rPr>
                <a:t>✅ </a:t>
              </a:r>
              <a:r>
                <a:rPr lang="en-US" sz="1200" b="1" kern="100" dirty="0">
                  <a:effectLst/>
                  <a:latin typeface="Roboto" panose="02000000000000000000" pitchFamily="2" charset="0"/>
                  <a:ea typeface="Roboto" panose="02000000000000000000" pitchFamily="2" charset="0"/>
                  <a:cs typeface="Roboto" panose="02000000000000000000" pitchFamily="2" charset="0"/>
                </a:rPr>
                <a:t>Filtered Trips</a:t>
              </a:r>
              <a:r>
                <a:rPr lang="en-US" sz="1200" kern="100" dirty="0">
                  <a:effectLst/>
                  <a:latin typeface="Roboto" panose="02000000000000000000" pitchFamily="2" charset="0"/>
                  <a:ea typeface="Roboto" panose="02000000000000000000" pitchFamily="2" charset="0"/>
                  <a:cs typeface="Roboto" panose="02000000000000000000" pitchFamily="2" charset="0"/>
                </a:rPr>
                <a:t> between 0.1 - 200 miles</a:t>
              </a:r>
            </a:p>
          </p:txBody>
        </p:sp>
        <p:sp>
          <p:nvSpPr>
            <p:cNvPr id="408" name="Google Shape;408;p18">
              <a:extLst>
                <a:ext uri="{FF2B5EF4-FFF2-40B4-BE49-F238E27FC236}">
                  <a16:creationId xmlns:a16="http://schemas.microsoft.com/office/drawing/2014/main" id="{00228598-23AB-A2EF-7986-3A90A316C5E2}"/>
                </a:ext>
              </a:extLst>
            </p:cNvPr>
            <p:cNvSpPr txBox="1"/>
            <p:nvPr/>
          </p:nvSpPr>
          <p:spPr>
            <a:xfrm>
              <a:off x="2702500" y="3750875"/>
              <a:ext cx="14937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Distance-Based Anomalies</a:t>
              </a:r>
              <a:endParaRPr sz="2000" b="1" dirty="0">
                <a:solidFill>
                  <a:schemeClr val="dk1"/>
                </a:solidFill>
                <a:latin typeface="Fira Sans Extra Condensed"/>
                <a:ea typeface="Fira Sans Extra Condensed"/>
                <a:cs typeface="Fira Sans Extra Condensed"/>
                <a:sym typeface="Fira Sans Extra Condensed"/>
              </a:endParaRPr>
            </a:p>
          </p:txBody>
        </p:sp>
      </p:grpSp>
      <p:sp>
        <p:nvSpPr>
          <p:cNvPr id="409" name="Google Shape;409;p18">
            <a:extLst>
              <a:ext uri="{FF2B5EF4-FFF2-40B4-BE49-F238E27FC236}">
                <a16:creationId xmlns:a16="http://schemas.microsoft.com/office/drawing/2014/main" id="{7D6172BE-4869-3554-6EED-87EDBA6D07E5}"/>
              </a:ext>
            </a:extLst>
          </p:cNvPr>
          <p:cNvSpPr/>
          <p:nvPr/>
        </p:nvSpPr>
        <p:spPr>
          <a:xfrm>
            <a:off x="4269600" y="2341335"/>
            <a:ext cx="604800" cy="604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Fira Sans Extra Condensed"/>
                <a:ea typeface="Fira Sans Extra Condensed"/>
                <a:cs typeface="Fira Sans Extra Condensed"/>
                <a:sym typeface="Fira Sans Extra Condensed"/>
              </a:rPr>
              <a:t>2</a:t>
            </a:r>
            <a:endParaRPr sz="2000" b="1">
              <a:solidFill>
                <a:schemeClr val="lt1"/>
              </a:solidFill>
              <a:latin typeface="Fira Sans Extra Condensed"/>
              <a:ea typeface="Fira Sans Extra Condensed"/>
              <a:cs typeface="Fira Sans Extra Condensed"/>
              <a:sym typeface="Fira Sans Extra Condensed"/>
            </a:endParaRPr>
          </a:p>
        </p:txBody>
      </p:sp>
      <p:grpSp>
        <p:nvGrpSpPr>
          <p:cNvPr id="416" name="Google Shape;416;p18">
            <a:extLst>
              <a:ext uri="{FF2B5EF4-FFF2-40B4-BE49-F238E27FC236}">
                <a16:creationId xmlns:a16="http://schemas.microsoft.com/office/drawing/2014/main" id="{57B1222A-0E4A-84DC-5427-E25D14101C8B}"/>
              </a:ext>
            </a:extLst>
          </p:cNvPr>
          <p:cNvGrpSpPr/>
          <p:nvPr/>
        </p:nvGrpSpPr>
        <p:grpSpPr>
          <a:xfrm>
            <a:off x="6334212" y="3302550"/>
            <a:ext cx="2606676" cy="1250700"/>
            <a:chOff x="7193100" y="3750875"/>
            <a:chExt cx="1493700" cy="1250700"/>
          </a:xfrm>
        </p:grpSpPr>
        <p:sp>
          <p:nvSpPr>
            <p:cNvPr id="417" name="Google Shape;417;p18">
              <a:extLst>
                <a:ext uri="{FF2B5EF4-FFF2-40B4-BE49-F238E27FC236}">
                  <a16:creationId xmlns:a16="http://schemas.microsoft.com/office/drawing/2014/main" id="{B5B33113-ED71-843B-42CA-3363A36CCE38}"/>
                </a:ext>
              </a:extLst>
            </p:cNvPr>
            <p:cNvSpPr txBox="1"/>
            <p:nvPr/>
          </p:nvSpPr>
          <p:spPr>
            <a:xfrm>
              <a:off x="7193100" y="4355675"/>
              <a:ext cx="1493700" cy="645900"/>
            </a:xfrm>
            <a:prstGeom prst="rect">
              <a:avLst/>
            </a:prstGeom>
            <a:noFill/>
            <a:ln>
              <a:noFill/>
            </a:ln>
          </p:spPr>
          <p:txBody>
            <a:bodyPr spcFirstLastPara="1" wrap="square" lIns="91425" tIns="91425" rIns="91425" bIns="91425" anchor="ctr" anchorCtr="0">
              <a:noAutofit/>
            </a:bodyPr>
            <a:lstStyle/>
            <a:p>
              <a:pPr marL="342900" lvl="0" indent="-342900" algn="l" rtl="0">
                <a:lnSpc>
                  <a:spcPct val="107000"/>
                </a:lnSpc>
                <a:spcAft>
                  <a:spcPts val="800"/>
                </a:spcAft>
                <a:buSzPts val="1000"/>
                <a:buFont typeface="Symbol" panose="05050102010706020507" pitchFamily="18" charset="2"/>
                <a:buChar char=""/>
                <a:tabLst>
                  <a:tab pos="457200" algn="l"/>
                </a:tabLst>
              </a:pPr>
              <a:r>
                <a:rPr lang="en-US" sz="1200" kern="100" dirty="0">
                  <a:effectLst/>
                  <a:latin typeface="Roboto" panose="02000000000000000000" pitchFamily="2" charset="0"/>
                  <a:ea typeface="Roboto" panose="02000000000000000000" pitchFamily="2" charset="0"/>
                  <a:cs typeface="Roboto" panose="02000000000000000000" pitchFamily="2" charset="0"/>
                </a:rPr>
                <a:t>❌ JFK, EWR, LGA distances &gt; 30,000 miles 🚀 </a:t>
              </a:r>
              <a:r>
                <a:rPr lang="en-US" sz="1200" b="1" kern="100" dirty="0">
                  <a:effectLst/>
                  <a:latin typeface="Roboto" panose="02000000000000000000" pitchFamily="2" charset="0"/>
                  <a:ea typeface="Roboto" panose="02000000000000000000" pitchFamily="2" charset="0"/>
                  <a:cs typeface="Roboto" panose="02000000000000000000" pitchFamily="2" charset="0"/>
                </a:rPr>
                <a:t>(Invalid)</a:t>
              </a:r>
              <a:endParaRPr lang="en-US" sz="1200" kern="100" dirty="0">
                <a:effectLst/>
                <a:latin typeface="Roboto" panose="02000000000000000000" pitchFamily="2" charset="0"/>
                <a:ea typeface="Roboto" panose="02000000000000000000" pitchFamily="2" charset="0"/>
                <a:cs typeface="Roboto" panose="02000000000000000000" pitchFamily="2"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US" sz="1200" kern="100" dirty="0">
                  <a:effectLst/>
                  <a:latin typeface="Roboto" panose="02000000000000000000" pitchFamily="2" charset="0"/>
                  <a:ea typeface="Roboto" panose="02000000000000000000" pitchFamily="2" charset="0"/>
                  <a:cs typeface="Roboto" panose="02000000000000000000" pitchFamily="2" charset="0"/>
                </a:rPr>
                <a:t>✅ </a:t>
              </a:r>
              <a:r>
                <a:rPr lang="en-US" sz="1200" b="1" kern="100" dirty="0">
                  <a:effectLst/>
                  <a:latin typeface="Roboto" panose="02000000000000000000" pitchFamily="2" charset="0"/>
                  <a:ea typeface="Roboto" panose="02000000000000000000" pitchFamily="2" charset="0"/>
                  <a:cs typeface="Roboto" panose="02000000000000000000" pitchFamily="2" charset="0"/>
                </a:rPr>
                <a:t>Capped using IQR Method</a:t>
              </a:r>
              <a:endParaRPr lang="en-US" sz="1200" kern="100" dirty="0">
                <a:effectLst/>
                <a:latin typeface="Roboto" panose="02000000000000000000" pitchFamily="2" charset="0"/>
                <a:ea typeface="Roboto" panose="02000000000000000000" pitchFamily="2" charset="0"/>
                <a:cs typeface="Roboto" panose="02000000000000000000" pitchFamily="2" charset="0"/>
              </a:endParaRPr>
            </a:p>
          </p:txBody>
        </p:sp>
        <p:sp>
          <p:nvSpPr>
            <p:cNvPr id="418" name="Google Shape;418;p18">
              <a:extLst>
                <a:ext uri="{FF2B5EF4-FFF2-40B4-BE49-F238E27FC236}">
                  <a16:creationId xmlns:a16="http://schemas.microsoft.com/office/drawing/2014/main" id="{CE0E817E-5340-7525-4D65-22DB853CCA15}"/>
                </a:ext>
              </a:extLst>
            </p:cNvPr>
            <p:cNvSpPr txBox="1"/>
            <p:nvPr/>
          </p:nvSpPr>
          <p:spPr>
            <a:xfrm>
              <a:off x="7193100" y="3750875"/>
              <a:ext cx="14937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2000" b="1" dirty="0">
                  <a:solidFill>
                    <a:schemeClr val="dk1"/>
                  </a:solidFill>
                  <a:latin typeface="Fira Sans Extra Condensed"/>
                  <a:ea typeface="Fira Sans Extra Condensed"/>
                  <a:cs typeface="Fira Sans Extra Condensed"/>
                  <a:sym typeface="Fira Sans Extra Condensed"/>
                </a:rPr>
                <a:t>Extreme Airport Distances</a:t>
              </a:r>
              <a:endParaRPr sz="2000" b="1" dirty="0">
                <a:solidFill>
                  <a:schemeClr val="dk1"/>
                </a:solidFill>
                <a:latin typeface="Fira Sans Extra Condensed"/>
                <a:ea typeface="Fira Sans Extra Condensed"/>
                <a:cs typeface="Fira Sans Extra Condensed"/>
                <a:sym typeface="Fira Sans Extra Condensed"/>
              </a:endParaRPr>
            </a:p>
          </p:txBody>
        </p:sp>
      </p:grpSp>
      <p:sp>
        <p:nvSpPr>
          <p:cNvPr id="419" name="Google Shape;419;p18">
            <a:extLst>
              <a:ext uri="{FF2B5EF4-FFF2-40B4-BE49-F238E27FC236}">
                <a16:creationId xmlns:a16="http://schemas.microsoft.com/office/drawing/2014/main" id="{FD316F8D-60A2-6726-DC2A-0A73E6E56BC6}"/>
              </a:ext>
            </a:extLst>
          </p:cNvPr>
          <p:cNvSpPr/>
          <p:nvPr/>
        </p:nvSpPr>
        <p:spPr>
          <a:xfrm>
            <a:off x="7637550" y="2269350"/>
            <a:ext cx="604800" cy="604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Fira Sans Extra Condensed"/>
                <a:ea typeface="Fira Sans Extra Condensed"/>
                <a:cs typeface="Fira Sans Extra Condensed"/>
                <a:sym typeface="Fira Sans Extra Condensed"/>
              </a:rPr>
              <a:t>4</a:t>
            </a:r>
            <a:endParaRPr sz="2000" b="1">
              <a:solidFill>
                <a:schemeClr val="lt1"/>
              </a:solidFill>
              <a:latin typeface="Fira Sans Extra Condensed"/>
              <a:ea typeface="Fira Sans Extra Condensed"/>
              <a:cs typeface="Fira Sans Extra Condensed"/>
              <a:sym typeface="Fira Sans Extra Condensed"/>
            </a:endParaRPr>
          </a:p>
        </p:txBody>
      </p:sp>
      <p:cxnSp>
        <p:nvCxnSpPr>
          <p:cNvPr id="420" name="Google Shape;420;p18">
            <a:extLst>
              <a:ext uri="{FF2B5EF4-FFF2-40B4-BE49-F238E27FC236}">
                <a16:creationId xmlns:a16="http://schemas.microsoft.com/office/drawing/2014/main" id="{9A440744-8975-D9BD-B5F8-E37A787661DF}"/>
              </a:ext>
            </a:extLst>
          </p:cNvPr>
          <p:cNvCxnSpPr>
            <a:stCxn id="404" idx="0"/>
          </p:cNvCxnSpPr>
          <p:nvPr/>
        </p:nvCxnSpPr>
        <p:spPr>
          <a:xfrm rot="-5400000">
            <a:off x="1376999" y="1161000"/>
            <a:ext cx="935400" cy="1281300"/>
          </a:xfrm>
          <a:prstGeom prst="bentConnector2">
            <a:avLst/>
          </a:prstGeom>
          <a:noFill/>
          <a:ln w="19050" cap="flat" cmpd="sng">
            <a:solidFill>
              <a:schemeClr val="dk2"/>
            </a:solidFill>
            <a:prstDash val="solid"/>
            <a:round/>
            <a:headEnd type="none" w="med" len="med"/>
            <a:tailEnd type="oval" w="med" len="med"/>
          </a:ln>
        </p:spPr>
      </p:cxnSp>
      <p:cxnSp>
        <p:nvCxnSpPr>
          <p:cNvPr id="421" name="Google Shape;421;p18">
            <a:extLst>
              <a:ext uri="{FF2B5EF4-FFF2-40B4-BE49-F238E27FC236}">
                <a16:creationId xmlns:a16="http://schemas.microsoft.com/office/drawing/2014/main" id="{9A924873-04AA-6EB9-37A8-EF8C7B1B87EC}"/>
              </a:ext>
            </a:extLst>
          </p:cNvPr>
          <p:cNvCxnSpPr>
            <a:cxnSpLocks/>
            <a:stCxn id="409" idx="0"/>
          </p:cNvCxnSpPr>
          <p:nvPr/>
        </p:nvCxnSpPr>
        <p:spPr>
          <a:xfrm rot="16200000" flipV="1">
            <a:off x="4233930" y="2003264"/>
            <a:ext cx="71985" cy="604157"/>
          </a:xfrm>
          <a:prstGeom prst="bentConnector2">
            <a:avLst/>
          </a:prstGeom>
          <a:noFill/>
          <a:ln w="19050" cap="flat" cmpd="sng">
            <a:solidFill>
              <a:schemeClr val="dk2"/>
            </a:solidFill>
            <a:prstDash val="solid"/>
            <a:round/>
            <a:headEnd type="none" w="med" len="med"/>
            <a:tailEnd type="oval" w="med" len="med"/>
          </a:ln>
        </p:spPr>
      </p:cxnSp>
      <p:cxnSp>
        <p:nvCxnSpPr>
          <p:cNvPr id="423" name="Google Shape;423;p18">
            <a:extLst>
              <a:ext uri="{FF2B5EF4-FFF2-40B4-BE49-F238E27FC236}">
                <a16:creationId xmlns:a16="http://schemas.microsoft.com/office/drawing/2014/main" id="{C04294A4-8C6C-8163-0C6A-453820D77D70}"/>
              </a:ext>
            </a:extLst>
          </p:cNvPr>
          <p:cNvCxnSpPr>
            <a:stCxn id="419" idx="0"/>
          </p:cNvCxnSpPr>
          <p:nvPr/>
        </p:nvCxnSpPr>
        <p:spPr>
          <a:xfrm rot="5400000" flipH="1">
            <a:off x="6721350" y="1050750"/>
            <a:ext cx="1033200" cy="1404000"/>
          </a:xfrm>
          <a:prstGeom prst="bentConnector2">
            <a:avLst/>
          </a:prstGeom>
          <a:noFill/>
          <a:ln w="19050" cap="flat" cmpd="sng">
            <a:solidFill>
              <a:schemeClr val="dk2"/>
            </a:solidFill>
            <a:prstDash val="solid"/>
            <a:round/>
            <a:headEnd type="none" w="med" len="med"/>
            <a:tailEnd type="oval" w="med" len="med"/>
          </a:ln>
        </p:spPr>
      </p:cxnSp>
    </p:spTree>
    <p:extLst>
      <p:ext uri="{BB962C8B-B14F-4D97-AF65-F5344CB8AC3E}">
        <p14:creationId xmlns:p14="http://schemas.microsoft.com/office/powerpoint/2010/main" val="1473949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7">
          <a:extLst>
            <a:ext uri="{FF2B5EF4-FFF2-40B4-BE49-F238E27FC236}">
              <a16:creationId xmlns:a16="http://schemas.microsoft.com/office/drawing/2014/main" id="{410DBDE7-0A30-4F6E-362F-B3511379891A}"/>
            </a:ext>
          </a:extLst>
        </p:cNvPr>
        <p:cNvGrpSpPr/>
        <p:nvPr/>
      </p:nvGrpSpPr>
      <p:grpSpPr>
        <a:xfrm>
          <a:off x="0" y="0"/>
          <a:ext cx="0" cy="0"/>
          <a:chOff x="0" y="0"/>
          <a:chExt cx="0" cy="0"/>
        </a:xfrm>
      </p:grpSpPr>
      <p:sp>
        <p:nvSpPr>
          <p:cNvPr id="428" name="Google Shape;428;p19">
            <a:extLst>
              <a:ext uri="{FF2B5EF4-FFF2-40B4-BE49-F238E27FC236}">
                <a16:creationId xmlns:a16="http://schemas.microsoft.com/office/drawing/2014/main" id="{14E8E337-A684-1F4A-1559-42302D405066}"/>
              </a:ext>
            </a:extLst>
          </p:cNvPr>
          <p:cNvSpPr txBox="1">
            <a:spLocks noGrp="1"/>
          </p:cNvSpPr>
          <p:nvPr>
            <p:ph type="title"/>
          </p:nvPr>
        </p:nvSpPr>
        <p:spPr>
          <a:xfrm>
            <a:off x="457200" y="250527"/>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Feature Engineering</a:t>
            </a:r>
            <a:endParaRPr dirty="0"/>
          </a:p>
        </p:txBody>
      </p:sp>
      <p:sp>
        <p:nvSpPr>
          <p:cNvPr id="431" name="Google Shape;431;p19">
            <a:extLst>
              <a:ext uri="{FF2B5EF4-FFF2-40B4-BE49-F238E27FC236}">
                <a16:creationId xmlns:a16="http://schemas.microsoft.com/office/drawing/2014/main" id="{91A5FACB-E0C4-4DB7-F8A8-0D5295F6164D}"/>
              </a:ext>
            </a:extLst>
          </p:cNvPr>
          <p:cNvSpPr/>
          <p:nvPr/>
        </p:nvSpPr>
        <p:spPr>
          <a:xfrm>
            <a:off x="457200" y="1260125"/>
            <a:ext cx="771600" cy="771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32" name="Google Shape;432;p19">
            <a:extLst>
              <a:ext uri="{FF2B5EF4-FFF2-40B4-BE49-F238E27FC236}">
                <a16:creationId xmlns:a16="http://schemas.microsoft.com/office/drawing/2014/main" id="{359A4DA0-BF44-4C3B-E4B5-697BFA8AAD56}"/>
              </a:ext>
            </a:extLst>
          </p:cNvPr>
          <p:cNvSpPr/>
          <p:nvPr/>
        </p:nvSpPr>
        <p:spPr>
          <a:xfrm>
            <a:off x="461350" y="3258175"/>
            <a:ext cx="771600" cy="771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33" name="Google Shape;433;p19">
            <a:extLst>
              <a:ext uri="{FF2B5EF4-FFF2-40B4-BE49-F238E27FC236}">
                <a16:creationId xmlns:a16="http://schemas.microsoft.com/office/drawing/2014/main" id="{92B261E9-19AE-3B2E-7DFF-F0506A02D736}"/>
              </a:ext>
            </a:extLst>
          </p:cNvPr>
          <p:cNvSpPr/>
          <p:nvPr/>
        </p:nvSpPr>
        <p:spPr>
          <a:xfrm>
            <a:off x="7915200" y="1260125"/>
            <a:ext cx="771600" cy="771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35" name="Google Shape;435;p19">
            <a:extLst>
              <a:ext uri="{FF2B5EF4-FFF2-40B4-BE49-F238E27FC236}">
                <a16:creationId xmlns:a16="http://schemas.microsoft.com/office/drawing/2014/main" id="{2202E7B0-F5FD-C976-803D-FF1F4E4A4D13}"/>
              </a:ext>
            </a:extLst>
          </p:cNvPr>
          <p:cNvSpPr txBox="1"/>
          <p:nvPr/>
        </p:nvSpPr>
        <p:spPr>
          <a:xfrm>
            <a:off x="1269992" y="1927806"/>
            <a:ext cx="3816729" cy="506700"/>
          </a:xfrm>
          <a:prstGeom prst="rect">
            <a:avLst/>
          </a:prstGeom>
          <a:noFill/>
          <a:ln>
            <a:noFill/>
          </a:ln>
        </p:spPr>
        <p:txBody>
          <a:bodyPr spcFirstLastPara="1" wrap="square" lIns="91425" tIns="91425" rIns="91425" bIns="91425" anchor="ctr" anchorCtr="0">
            <a:noAutofit/>
          </a:bodyPr>
          <a:lstStyle/>
          <a:p>
            <a:pPr marL="400050" indent="-171450" algn="l"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Extracted:</a:t>
            </a:r>
            <a:r>
              <a:rPr lang="en-US" sz="1100" kern="100" dirty="0">
                <a:effectLst/>
                <a:latin typeface="Roboto" panose="02000000000000000000" pitchFamily="2" charset="0"/>
                <a:ea typeface="Roboto" panose="02000000000000000000" pitchFamily="2" charset="0"/>
                <a:cs typeface="Roboto" panose="02000000000000000000" pitchFamily="2" charset="0"/>
              </a:rPr>
              <a:t> Hour, Day, Month, Year, Quarter, Weekday.</a:t>
            </a:r>
          </a:p>
          <a:p>
            <a:pPr marL="400050" indent="-171450" algn="l"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Time of Day Categories:</a:t>
            </a:r>
            <a:r>
              <a:rPr lang="en-US" sz="1100" kern="100" dirty="0">
                <a:effectLst/>
                <a:latin typeface="Roboto" panose="02000000000000000000" pitchFamily="2" charset="0"/>
                <a:ea typeface="Roboto" panose="02000000000000000000" pitchFamily="2" charset="0"/>
                <a:cs typeface="Roboto" panose="02000000000000000000" pitchFamily="2" charset="0"/>
              </a:rPr>
              <a:t> Night, Morning, Afternoon, Evening.</a:t>
            </a:r>
          </a:p>
          <a:p>
            <a:pPr marL="400050" indent="-171450" algn="l"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Flags:</a:t>
            </a:r>
            <a:r>
              <a:rPr lang="en-US" sz="1100" kern="100" dirty="0">
                <a:effectLst/>
                <a:latin typeface="Roboto" panose="02000000000000000000" pitchFamily="2" charset="0"/>
                <a:ea typeface="Roboto" panose="02000000000000000000" pitchFamily="2" charset="0"/>
                <a:cs typeface="Roboto" panose="02000000000000000000" pitchFamily="2" charset="0"/>
              </a:rPr>
              <a:t> </a:t>
            </a:r>
            <a:r>
              <a:rPr lang="en-US" sz="1100" b="1" kern="100" dirty="0">
                <a:effectLst/>
                <a:latin typeface="Roboto" panose="02000000000000000000" pitchFamily="2" charset="0"/>
                <a:ea typeface="Roboto" panose="02000000000000000000" pitchFamily="2" charset="0"/>
                <a:cs typeface="Roboto" panose="02000000000000000000" pitchFamily="2" charset="0"/>
              </a:rPr>
              <a:t>Rush Hour Indicator</a:t>
            </a:r>
            <a:r>
              <a:rPr lang="en-US" sz="1100" kern="100" dirty="0">
                <a:effectLst/>
                <a:latin typeface="Roboto" panose="02000000000000000000" pitchFamily="2" charset="0"/>
                <a:ea typeface="Roboto" panose="02000000000000000000" pitchFamily="2" charset="0"/>
                <a:cs typeface="Roboto" panose="02000000000000000000" pitchFamily="2" charset="0"/>
              </a:rPr>
              <a:t>, </a:t>
            </a:r>
            <a:r>
              <a:rPr lang="en-US" sz="1100" b="1" kern="100" dirty="0">
                <a:effectLst/>
                <a:latin typeface="Roboto" panose="02000000000000000000" pitchFamily="2" charset="0"/>
                <a:ea typeface="Roboto" panose="02000000000000000000" pitchFamily="2" charset="0"/>
                <a:cs typeface="Roboto" panose="02000000000000000000" pitchFamily="2" charset="0"/>
              </a:rPr>
              <a:t>Weekend Indicator</a:t>
            </a:r>
            <a:r>
              <a:rPr lang="en-US" sz="1100" kern="100" dirty="0">
                <a:effectLst/>
                <a:latin typeface="Roboto" panose="02000000000000000000" pitchFamily="2" charset="0"/>
                <a:ea typeface="Roboto" panose="02000000000000000000" pitchFamily="2" charset="0"/>
                <a:cs typeface="Roboto" panose="02000000000000000000" pitchFamily="2" charset="0"/>
              </a:rPr>
              <a:t>.</a:t>
            </a:r>
          </a:p>
        </p:txBody>
      </p:sp>
      <p:sp>
        <p:nvSpPr>
          <p:cNvPr id="436" name="Google Shape;436;p19">
            <a:extLst>
              <a:ext uri="{FF2B5EF4-FFF2-40B4-BE49-F238E27FC236}">
                <a16:creationId xmlns:a16="http://schemas.microsoft.com/office/drawing/2014/main" id="{5FC3ADF8-5AC6-FB2D-261E-23891E5AD176}"/>
              </a:ext>
            </a:extLst>
          </p:cNvPr>
          <p:cNvSpPr txBox="1"/>
          <p:nvPr/>
        </p:nvSpPr>
        <p:spPr>
          <a:xfrm>
            <a:off x="1406254" y="1052899"/>
            <a:ext cx="15413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000" dirty="0">
                <a:solidFill>
                  <a:srgbClr val="000000"/>
                </a:solidFill>
                <a:latin typeface="Fira Sans Extra Condensed ExtraBold"/>
                <a:ea typeface="Fira Sans Extra Condensed ExtraBold"/>
                <a:cs typeface="Fira Sans Extra Condensed ExtraBold"/>
                <a:sym typeface="Fira Sans Extra Condensed ExtraBold"/>
              </a:rPr>
              <a:t>Temporal Features</a:t>
            </a:r>
            <a:endParaRPr sz="2000" dirty="0">
              <a:solidFill>
                <a:srgbClr val="000000"/>
              </a:solidFill>
              <a:latin typeface="Fira Sans Extra Condensed ExtraBold"/>
              <a:ea typeface="Fira Sans Extra Condensed ExtraBold"/>
              <a:cs typeface="Fira Sans Extra Condensed ExtraBold"/>
              <a:sym typeface="Fira Sans Extra Condensed ExtraBold"/>
            </a:endParaRPr>
          </a:p>
        </p:txBody>
      </p:sp>
      <p:sp>
        <p:nvSpPr>
          <p:cNvPr id="438" name="Google Shape;438;p19">
            <a:extLst>
              <a:ext uri="{FF2B5EF4-FFF2-40B4-BE49-F238E27FC236}">
                <a16:creationId xmlns:a16="http://schemas.microsoft.com/office/drawing/2014/main" id="{CCCE8DCA-DBC0-055B-B97E-19D90FD93E66}"/>
              </a:ext>
            </a:extLst>
          </p:cNvPr>
          <p:cNvSpPr txBox="1"/>
          <p:nvPr/>
        </p:nvSpPr>
        <p:spPr>
          <a:xfrm>
            <a:off x="1273332" y="3940165"/>
            <a:ext cx="1816390" cy="506700"/>
          </a:xfrm>
          <a:prstGeom prst="rect">
            <a:avLst/>
          </a:prstGeom>
          <a:noFill/>
          <a:ln>
            <a:noFill/>
          </a:ln>
        </p:spPr>
        <p:txBody>
          <a:bodyPr spcFirstLastPara="1" wrap="square" lIns="91425" tIns="91425" rIns="91425" bIns="91425" anchor="ctr" anchorCtr="0">
            <a:noAutofit/>
          </a:bodyPr>
          <a:lstStyle/>
          <a:p>
            <a:pPr marL="228600" algn="l" rtl="0">
              <a:lnSpc>
                <a:spcPct val="107000"/>
              </a:lnSpc>
              <a:spcAft>
                <a:spcPts val="800"/>
              </a:spcAft>
            </a:pPr>
            <a:r>
              <a:rPr lang="en-US" sz="1100" b="1" kern="100" dirty="0">
                <a:effectLst/>
                <a:latin typeface="Roboto" panose="02000000000000000000" pitchFamily="2" charset="0"/>
                <a:ea typeface="Roboto" panose="02000000000000000000" pitchFamily="2" charset="0"/>
                <a:cs typeface="Roboto" panose="02000000000000000000" pitchFamily="2" charset="0"/>
              </a:rPr>
              <a:t>Ride Bearing Transformed into Cardinal Directions</a:t>
            </a:r>
            <a:r>
              <a:rPr lang="en-US" sz="1100" kern="100" dirty="0">
                <a:effectLst/>
                <a:latin typeface="Roboto" panose="02000000000000000000" pitchFamily="2" charset="0"/>
                <a:ea typeface="Roboto" panose="02000000000000000000" pitchFamily="2" charset="0"/>
                <a:cs typeface="Roboto" panose="02000000000000000000" pitchFamily="2" charset="0"/>
              </a:rPr>
              <a:t> (e.g., North, South)</a:t>
            </a:r>
          </a:p>
        </p:txBody>
      </p:sp>
      <p:sp>
        <p:nvSpPr>
          <p:cNvPr id="439" name="Google Shape;439;p19">
            <a:extLst>
              <a:ext uri="{FF2B5EF4-FFF2-40B4-BE49-F238E27FC236}">
                <a16:creationId xmlns:a16="http://schemas.microsoft.com/office/drawing/2014/main" id="{2EE4A777-E908-7876-0D5C-C6A821208FB8}"/>
              </a:ext>
            </a:extLst>
          </p:cNvPr>
          <p:cNvSpPr txBox="1"/>
          <p:nvPr/>
        </p:nvSpPr>
        <p:spPr>
          <a:xfrm>
            <a:off x="1301920" y="3222999"/>
            <a:ext cx="15413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2000" dirty="0">
                <a:solidFill>
                  <a:srgbClr val="000000"/>
                </a:solidFill>
                <a:latin typeface="Fira Sans Extra Condensed ExtraBold"/>
                <a:ea typeface="Fira Sans Extra Condensed ExtraBold"/>
                <a:cs typeface="Fira Sans Extra Condensed ExtraBold"/>
                <a:sym typeface="Fira Sans Extra Condensed ExtraBold"/>
              </a:rPr>
              <a:t>Directional Feature</a:t>
            </a:r>
            <a:endParaRPr sz="2000" dirty="0">
              <a:solidFill>
                <a:srgbClr val="000000"/>
              </a:solidFill>
              <a:latin typeface="Fira Sans Extra Condensed ExtraBold"/>
              <a:ea typeface="Fira Sans Extra Condensed ExtraBold"/>
              <a:cs typeface="Fira Sans Extra Condensed ExtraBold"/>
              <a:sym typeface="Fira Sans Extra Condensed ExtraBold"/>
            </a:endParaRPr>
          </a:p>
        </p:txBody>
      </p:sp>
      <p:sp>
        <p:nvSpPr>
          <p:cNvPr id="441" name="Google Shape;441;p19">
            <a:extLst>
              <a:ext uri="{FF2B5EF4-FFF2-40B4-BE49-F238E27FC236}">
                <a16:creationId xmlns:a16="http://schemas.microsoft.com/office/drawing/2014/main" id="{AC01F91C-40C4-CBB4-5CDE-E8D5BD974E6C}"/>
              </a:ext>
            </a:extLst>
          </p:cNvPr>
          <p:cNvSpPr txBox="1"/>
          <p:nvPr/>
        </p:nvSpPr>
        <p:spPr>
          <a:xfrm>
            <a:off x="5274154" y="1800397"/>
            <a:ext cx="2557900" cy="506700"/>
          </a:xfrm>
          <a:prstGeom prst="rect">
            <a:avLst/>
          </a:prstGeom>
          <a:noFill/>
          <a:ln>
            <a:noFill/>
          </a:ln>
        </p:spPr>
        <p:txBody>
          <a:bodyPr spcFirstLastPara="1" wrap="square" lIns="91425" tIns="91425" rIns="91425" bIns="91425" anchor="ctr" anchorCtr="0">
            <a:noAutofit/>
          </a:bodyPr>
          <a:lstStyle/>
          <a:p>
            <a:pPr marL="400050" indent="-171450" algn="r"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Binned Trips into Categories:</a:t>
            </a:r>
            <a:r>
              <a:rPr lang="en-US" sz="1100" kern="100" dirty="0">
                <a:effectLst/>
                <a:latin typeface="Roboto" panose="02000000000000000000" pitchFamily="2" charset="0"/>
                <a:ea typeface="Roboto" panose="02000000000000000000" pitchFamily="2" charset="0"/>
                <a:cs typeface="Roboto" panose="02000000000000000000" pitchFamily="2" charset="0"/>
              </a:rPr>
              <a:t> [Very Short, Short, Medium, Long, Very Long, Extreme]</a:t>
            </a:r>
          </a:p>
          <a:p>
            <a:pPr marL="400050" indent="-171450" algn="r"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Price per Mile Calculation</a:t>
            </a:r>
            <a:endParaRPr lang="en-US" sz="1100" kern="100" dirty="0">
              <a:effectLst/>
              <a:latin typeface="Roboto" panose="02000000000000000000" pitchFamily="2" charset="0"/>
              <a:ea typeface="Roboto" panose="02000000000000000000" pitchFamily="2" charset="0"/>
              <a:cs typeface="Roboto" panose="02000000000000000000" pitchFamily="2" charset="0"/>
            </a:endParaRPr>
          </a:p>
        </p:txBody>
      </p:sp>
      <p:sp>
        <p:nvSpPr>
          <p:cNvPr id="442" name="Google Shape;442;p19">
            <a:extLst>
              <a:ext uri="{FF2B5EF4-FFF2-40B4-BE49-F238E27FC236}">
                <a16:creationId xmlns:a16="http://schemas.microsoft.com/office/drawing/2014/main" id="{EE3ECED1-1EFD-5A64-7A44-F07496573B78}"/>
              </a:ext>
            </a:extLst>
          </p:cNvPr>
          <p:cNvSpPr txBox="1"/>
          <p:nvPr/>
        </p:nvSpPr>
        <p:spPr>
          <a:xfrm>
            <a:off x="6290754" y="1055795"/>
            <a:ext cx="15413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de-DE" sz="2000" dirty="0">
                <a:solidFill>
                  <a:srgbClr val="000000"/>
                </a:solidFill>
                <a:latin typeface="Fira Sans Extra Condensed ExtraBold"/>
                <a:ea typeface="Fira Sans Extra Condensed ExtraBold"/>
                <a:cs typeface="Fira Sans Extra Condensed ExtraBold"/>
                <a:sym typeface="Fira Sans Extra Condensed ExtraBold"/>
              </a:rPr>
              <a:t>Distance Features</a:t>
            </a:r>
            <a:endParaRPr sz="2000" dirty="0">
              <a:solidFill>
                <a:srgbClr val="000000"/>
              </a:solidFill>
              <a:latin typeface="Fira Sans Extra Condensed ExtraBold"/>
              <a:ea typeface="Fira Sans Extra Condensed ExtraBold"/>
              <a:cs typeface="Fira Sans Extra Condensed ExtraBold"/>
              <a:sym typeface="Fira Sans Extra Condensed ExtraBold"/>
            </a:endParaRPr>
          </a:p>
        </p:txBody>
      </p:sp>
      <p:grpSp>
        <p:nvGrpSpPr>
          <p:cNvPr id="443" name="Google Shape;443;p19">
            <a:extLst>
              <a:ext uri="{FF2B5EF4-FFF2-40B4-BE49-F238E27FC236}">
                <a16:creationId xmlns:a16="http://schemas.microsoft.com/office/drawing/2014/main" id="{2DD9154B-6283-8FF2-86F8-B20792102D0E}"/>
              </a:ext>
            </a:extLst>
          </p:cNvPr>
          <p:cNvGrpSpPr/>
          <p:nvPr/>
        </p:nvGrpSpPr>
        <p:grpSpPr>
          <a:xfrm>
            <a:off x="664275" y="1463046"/>
            <a:ext cx="365738" cy="365747"/>
            <a:chOff x="0" y="6197900"/>
            <a:chExt cx="1013125" cy="1013150"/>
          </a:xfrm>
        </p:grpSpPr>
        <p:sp>
          <p:nvSpPr>
            <p:cNvPr id="444" name="Google Shape;444;p19">
              <a:extLst>
                <a:ext uri="{FF2B5EF4-FFF2-40B4-BE49-F238E27FC236}">
                  <a16:creationId xmlns:a16="http://schemas.microsoft.com/office/drawing/2014/main" id="{76E419D0-877C-1CB4-FF3B-41599392DE5C}"/>
                </a:ext>
              </a:extLst>
            </p:cNvPr>
            <p:cNvSpPr/>
            <p:nvPr/>
          </p:nvSpPr>
          <p:spPr>
            <a:xfrm>
              <a:off x="0" y="6382625"/>
              <a:ext cx="828400" cy="828425"/>
            </a:xfrm>
            <a:custGeom>
              <a:avLst/>
              <a:gdLst/>
              <a:ahLst/>
              <a:cxnLst/>
              <a:rect l="l" t="t" r="r" b="b"/>
              <a:pathLst>
                <a:path w="33136" h="33137" extrusionOk="0">
                  <a:moveTo>
                    <a:pt x="4503" y="1"/>
                  </a:moveTo>
                  <a:lnTo>
                    <a:pt x="4156" y="232"/>
                  </a:lnTo>
                  <a:lnTo>
                    <a:pt x="3695" y="463"/>
                  </a:lnTo>
                  <a:lnTo>
                    <a:pt x="3348" y="809"/>
                  </a:lnTo>
                  <a:lnTo>
                    <a:pt x="2194" y="1964"/>
                  </a:lnTo>
                  <a:lnTo>
                    <a:pt x="1270" y="3464"/>
                  </a:lnTo>
                  <a:lnTo>
                    <a:pt x="808" y="4273"/>
                  </a:lnTo>
                  <a:lnTo>
                    <a:pt x="462" y="4965"/>
                  </a:lnTo>
                  <a:lnTo>
                    <a:pt x="115" y="5773"/>
                  </a:lnTo>
                  <a:lnTo>
                    <a:pt x="0" y="6582"/>
                  </a:lnTo>
                  <a:lnTo>
                    <a:pt x="0" y="7505"/>
                  </a:lnTo>
                  <a:lnTo>
                    <a:pt x="115" y="8544"/>
                  </a:lnTo>
                  <a:lnTo>
                    <a:pt x="346" y="9583"/>
                  </a:lnTo>
                  <a:lnTo>
                    <a:pt x="693" y="10623"/>
                  </a:lnTo>
                  <a:lnTo>
                    <a:pt x="1501" y="12585"/>
                  </a:lnTo>
                  <a:lnTo>
                    <a:pt x="2540" y="14317"/>
                  </a:lnTo>
                  <a:lnTo>
                    <a:pt x="3925" y="16626"/>
                  </a:lnTo>
                  <a:lnTo>
                    <a:pt x="5657" y="18935"/>
                  </a:lnTo>
                  <a:lnTo>
                    <a:pt x="7620" y="21129"/>
                  </a:lnTo>
                  <a:lnTo>
                    <a:pt x="9698" y="23438"/>
                  </a:lnTo>
                  <a:lnTo>
                    <a:pt x="11892" y="25516"/>
                  </a:lnTo>
                  <a:lnTo>
                    <a:pt x="14201" y="27479"/>
                  </a:lnTo>
                  <a:lnTo>
                    <a:pt x="16510" y="29211"/>
                  </a:lnTo>
                  <a:lnTo>
                    <a:pt x="18819" y="30596"/>
                  </a:lnTo>
                  <a:lnTo>
                    <a:pt x="20435" y="31520"/>
                  </a:lnTo>
                  <a:lnTo>
                    <a:pt x="22283" y="32328"/>
                  </a:lnTo>
                  <a:lnTo>
                    <a:pt x="23206" y="32674"/>
                  </a:lnTo>
                  <a:lnTo>
                    <a:pt x="24130" y="32905"/>
                  </a:lnTo>
                  <a:lnTo>
                    <a:pt x="25054" y="33021"/>
                  </a:lnTo>
                  <a:lnTo>
                    <a:pt x="25977" y="33136"/>
                  </a:lnTo>
                  <a:lnTo>
                    <a:pt x="26555" y="33136"/>
                  </a:lnTo>
                  <a:lnTo>
                    <a:pt x="27363" y="32905"/>
                  </a:lnTo>
                  <a:lnTo>
                    <a:pt x="28171" y="32674"/>
                  </a:lnTo>
                  <a:lnTo>
                    <a:pt x="28864" y="32328"/>
                  </a:lnTo>
                  <a:lnTo>
                    <a:pt x="29672" y="31866"/>
                  </a:lnTo>
                  <a:lnTo>
                    <a:pt x="31057" y="30827"/>
                  </a:lnTo>
                  <a:lnTo>
                    <a:pt x="32327" y="29788"/>
                  </a:lnTo>
                  <a:lnTo>
                    <a:pt x="32674" y="29442"/>
                  </a:lnTo>
                  <a:lnTo>
                    <a:pt x="32905" y="28980"/>
                  </a:lnTo>
                  <a:lnTo>
                    <a:pt x="33135" y="28518"/>
                  </a:lnTo>
                  <a:lnTo>
                    <a:pt x="33135" y="28056"/>
                  </a:lnTo>
                  <a:lnTo>
                    <a:pt x="33135" y="27594"/>
                  </a:lnTo>
                  <a:lnTo>
                    <a:pt x="33020" y="27133"/>
                  </a:lnTo>
                  <a:lnTo>
                    <a:pt x="32905" y="26671"/>
                  </a:lnTo>
                  <a:lnTo>
                    <a:pt x="32558" y="26324"/>
                  </a:lnTo>
                  <a:lnTo>
                    <a:pt x="31288" y="24823"/>
                  </a:lnTo>
                  <a:lnTo>
                    <a:pt x="29672" y="23207"/>
                  </a:lnTo>
                  <a:lnTo>
                    <a:pt x="27940" y="21591"/>
                  </a:lnTo>
                  <a:lnTo>
                    <a:pt x="26555" y="20321"/>
                  </a:lnTo>
                  <a:lnTo>
                    <a:pt x="26093" y="19974"/>
                  </a:lnTo>
                  <a:lnTo>
                    <a:pt x="25746" y="19859"/>
                  </a:lnTo>
                  <a:lnTo>
                    <a:pt x="25285" y="19743"/>
                  </a:lnTo>
                  <a:lnTo>
                    <a:pt x="24361" y="19743"/>
                  </a:lnTo>
                  <a:lnTo>
                    <a:pt x="23899" y="19859"/>
                  </a:lnTo>
                  <a:lnTo>
                    <a:pt x="23553" y="20090"/>
                  </a:lnTo>
                  <a:lnTo>
                    <a:pt x="23091" y="20436"/>
                  </a:lnTo>
                  <a:lnTo>
                    <a:pt x="21936" y="21706"/>
                  </a:lnTo>
                  <a:lnTo>
                    <a:pt x="21705" y="21706"/>
                  </a:lnTo>
                  <a:lnTo>
                    <a:pt x="11430" y="11431"/>
                  </a:lnTo>
                  <a:lnTo>
                    <a:pt x="11430" y="11315"/>
                  </a:lnTo>
                  <a:lnTo>
                    <a:pt x="11430" y="11200"/>
                  </a:lnTo>
                  <a:lnTo>
                    <a:pt x="12700" y="9930"/>
                  </a:lnTo>
                  <a:lnTo>
                    <a:pt x="12931" y="9583"/>
                  </a:lnTo>
                  <a:lnTo>
                    <a:pt x="13162" y="9237"/>
                  </a:lnTo>
                  <a:lnTo>
                    <a:pt x="13393" y="8775"/>
                  </a:lnTo>
                  <a:lnTo>
                    <a:pt x="13393" y="8313"/>
                  </a:lnTo>
                  <a:lnTo>
                    <a:pt x="13393" y="7852"/>
                  </a:lnTo>
                  <a:lnTo>
                    <a:pt x="13277" y="7390"/>
                  </a:lnTo>
                  <a:lnTo>
                    <a:pt x="13046" y="6928"/>
                  </a:lnTo>
                  <a:lnTo>
                    <a:pt x="12815" y="6582"/>
                  </a:lnTo>
                  <a:lnTo>
                    <a:pt x="11545" y="5081"/>
                  </a:lnTo>
                  <a:lnTo>
                    <a:pt x="9929" y="3464"/>
                  </a:lnTo>
                  <a:lnTo>
                    <a:pt x="8197" y="1848"/>
                  </a:lnTo>
                  <a:lnTo>
                    <a:pt x="6812" y="578"/>
                  </a:lnTo>
                  <a:lnTo>
                    <a:pt x="6350" y="232"/>
                  </a:lnTo>
                  <a:lnTo>
                    <a:pt x="5888" y="116"/>
                  </a:lnTo>
                  <a:lnTo>
                    <a:pt x="55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a:extLst>
                <a:ext uri="{FF2B5EF4-FFF2-40B4-BE49-F238E27FC236}">
                  <a16:creationId xmlns:a16="http://schemas.microsoft.com/office/drawing/2014/main" id="{D7865BC7-737E-9FA7-8831-8FC58223BFB9}"/>
                </a:ext>
              </a:extLst>
            </p:cNvPr>
            <p:cNvSpPr/>
            <p:nvPr/>
          </p:nvSpPr>
          <p:spPr>
            <a:xfrm>
              <a:off x="0" y="6382625"/>
              <a:ext cx="828400" cy="828425"/>
            </a:xfrm>
            <a:custGeom>
              <a:avLst/>
              <a:gdLst/>
              <a:ahLst/>
              <a:cxnLst/>
              <a:rect l="l" t="t" r="r" b="b"/>
              <a:pathLst>
                <a:path w="33136" h="33137" fill="none" extrusionOk="0">
                  <a:moveTo>
                    <a:pt x="29672" y="23207"/>
                  </a:moveTo>
                  <a:lnTo>
                    <a:pt x="29672" y="23207"/>
                  </a:lnTo>
                  <a:lnTo>
                    <a:pt x="27940" y="21591"/>
                  </a:lnTo>
                  <a:lnTo>
                    <a:pt x="26555" y="20321"/>
                  </a:lnTo>
                  <a:lnTo>
                    <a:pt x="26555" y="20321"/>
                  </a:lnTo>
                  <a:lnTo>
                    <a:pt x="26093" y="19974"/>
                  </a:lnTo>
                  <a:lnTo>
                    <a:pt x="25746" y="19859"/>
                  </a:lnTo>
                  <a:lnTo>
                    <a:pt x="25285" y="19743"/>
                  </a:lnTo>
                  <a:lnTo>
                    <a:pt x="24823" y="19743"/>
                  </a:lnTo>
                  <a:lnTo>
                    <a:pt x="24361" y="19743"/>
                  </a:lnTo>
                  <a:lnTo>
                    <a:pt x="23899" y="19859"/>
                  </a:lnTo>
                  <a:lnTo>
                    <a:pt x="23553" y="20090"/>
                  </a:lnTo>
                  <a:lnTo>
                    <a:pt x="23091" y="20436"/>
                  </a:lnTo>
                  <a:lnTo>
                    <a:pt x="21936" y="21706"/>
                  </a:lnTo>
                  <a:lnTo>
                    <a:pt x="21936" y="21706"/>
                  </a:lnTo>
                  <a:lnTo>
                    <a:pt x="21821" y="21706"/>
                  </a:lnTo>
                  <a:lnTo>
                    <a:pt x="21705" y="21706"/>
                  </a:lnTo>
                  <a:lnTo>
                    <a:pt x="11430" y="11431"/>
                  </a:lnTo>
                  <a:lnTo>
                    <a:pt x="11430" y="11431"/>
                  </a:lnTo>
                  <a:lnTo>
                    <a:pt x="11430" y="11315"/>
                  </a:lnTo>
                  <a:lnTo>
                    <a:pt x="11430" y="11315"/>
                  </a:lnTo>
                  <a:lnTo>
                    <a:pt x="11430" y="11200"/>
                  </a:lnTo>
                  <a:lnTo>
                    <a:pt x="12700" y="9930"/>
                  </a:lnTo>
                  <a:lnTo>
                    <a:pt x="12700" y="9930"/>
                  </a:lnTo>
                  <a:lnTo>
                    <a:pt x="12931" y="9583"/>
                  </a:lnTo>
                  <a:lnTo>
                    <a:pt x="13162" y="9237"/>
                  </a:lnTo>
                  <a:lnTo>
                    <a:pt x="13393" y="8775"/>
                  </a:lnTo>
                  <a:lnTo>
                    <a:pt x="13393" y="8313"/>
                  </a:lnTo>
                  <a:lnTo>
                    <a:pt x="13393" y="7852"/>
                  </a:lnTo>
                  <a:lnTo>
                    <a:pt x="13277" y="7390"/>
                  </a:lnTo>
                  <a:lnTo>
                    <a:pt x="13046" y="6928"/>
                  </a:lnTo>
                  <a:lnTo>
                    <a:pt x="12815" y="6582"/>
                  </a:lnTo>
                  <a:lnTo>
                    <a:pt x="12815" y="6582"/>
                  </a:lnTo>
                  <a:lnTo>
                    <a:pt x="11545" y="5081"/>
                  </a:lnTo>
                  <a:lnTo>
                    <a:pt x="9929" y="3464"/>
                  </a:lnTo>
                  <a:lnTo>
                    <a:pt x="9929" y="3464"/>
                  </a:lnTo>
                  <a:lnTo>
                    <a:pt x="8197" y="1848"/>
                  </a:lnTo>
                  <a:lnTo>
                    <a:pt x="6812" y="578"/>
                  </a:lnTo>
                  <a:lnTo>
                    <a:pt x="6812" y="578"/>
                  </a:lnTo>
                  <a:lnTo>
                    <a:pt x="6350" y="232"/>
                  </a:lnTo>
                  <a:lnTo>
                    <a:pt x="5888" y="116"/>
                  </a:lnTo>
                  <a:lnTo>
                    <a:pt x="5542" y="1"/>
                  </a:lnTo>
                  <a:lnTo>
                    <a:pt x="4965" y="1"/>
                  </a:lnTo>
                  <a:lnTo>
                    <a:pt x="4503" y="1"/>
                  </a:lnTo>
                  <a:lnTo>
                    <a:pt x="4156" y="232"/>
                  </a:lnTo>
                  <a:lnTo>
                    <a:pt x="3695" y="463"/>
                  </a:lnTo>
                  <a:lnTo>
                    <a:pt x="3348" y="809"/>
                  </a:lnTo>
                  <a:lnTo>
                    <a:pt x="3348" y="809"/>
                  </a:lnTo>
                  <a:lnTo>
                    <a:pt x="2194" y="1964"/>
                  </a:lnTo>
                  <a:lnTo>
                    <a:pt x="1270" y="3464"/>
                  </a:lnTo>
                  <a:lnTo>
                    <a:pt x="808" y="4273"/>
                  </a:lnTo>
                  <a:lnTo>
                    <a:pt x="462" y="4965"/>
                  </a:lnTo>
                  <a:lnTo>
                    <a:pt x="115" y="5773"/>
                  </a:lnTo>
                  <a:lnTo>
                    <a:pt x="0" y="6582"/>
                  </a:lnTo>
                  <a:lnTo>
                    <a:pt x="0" y="6582"/>
                  </a:lnTo>
                  <a:lnTo>
                    <a:pt x="0" y="7505"/>
                  </a:lnTo>
                  <a:lnTo>
                    <a:pt x="115" y="8544"/>
                  </a:lnTo>
                  <a:lnTo>
                    <a:pt x="346" y="9583"/>
                  </a:lnTo>
                  <a:lnTo>
                    <a:pt x="693" y="10623"/>
                  </a:lnTo>
                  <a:lnTo>
                    <a:pt x="1501" y="12585"/>
                  </a:lnTo>
                  <a:lnTo>
                    <a:pt x="2540" y="14317"/>
                  </a:lnTo>
                  <a:lnTo>
                    <a:pt x="2540" y="14317"/>
                  </a:lnTo>
                  <a:lnTo>
                    <a:pt x="3925" y="16626"/>
                  </a:lnTo>
                  <a:lnTo>
                    <a:pt x="5657" y="18935"/>
                  </a:lnTo>
                  <a:lnTo>
                    <a:pt x="7620" y="21129"/>
                  </a:lnTo>
                  <a:lnTo>
                    <a:pt x="9698" y="23438"/>
                  </a:lnTo>
                  <a:lnTo>
                    <a:pt x="9698" y="23438"/>
                  </a:lnTo>
                  <a:lnTo>
                    <a:pt x="11892" y="25516"/>
                  </a:lnTo>
                  <a:lnTo>
                    <a:pt x="14201" y="27479"/>
                  </a:lnTo>
                  <a:lnTo>
                    <a:pt x="16510" y="29211"/>
                  </a:lnTo>
                  <a:lnTo>
                    <a:pt x="18819" y="30596"/>
                  </a:lnTo>
                  <a:lnTo>
                    <a:pt x="18819" y="30596"/>
                  </a:lnTo>
                  <a:lnTo>
                    <a:pt x="20435" y="31520"/>
                  </a:lnTo>
                  <a:lnTo>
                    <a:pt x="22283" y="32328"/>
                  </a:lnTo>
                  <a:lnTo>
                    <a:pt x="23206" y="32674"/>
                  </a:lnTo>
                  <a:lnTo>
                    <a:pt x="24130" y="32905"/>
                  </a:lnTo>
                  <a:lnTo>
                    <a:pt x="25054" y="33021"/>
                  </a:lnTo>
                  <a:lnTo>
                    <a:pt x="25977" y="33136"/>
                  </a:lnTo>
                  <a:lnTo>
                    <a:pt x="25977" y="33136"/>
                  </a:lnTo>
                  <a:lnTo>
                    <a:pt x="26555" y="33136"/>
                  </a:lnTo>
                  <a:lnTo>
                    <a:pt x="26555" y="33136"/>
                  </a:lnTo>
                  <a:lnTo>
                    <a:pt x="27363" y="32905"/>
                  </a:lnTo>
                  <a:lnTo>
                    <a:pt x="28171" y="32674"/>
                  </a:lnTo>
                  <a:lnTo>
                    <a:pt x="28864" y="32328"/>
                  </a:lnTo>
                  <a:lnTo>
                    <a:pt x="29672" y="31866"/>
                  </a:lnTo>
                  <a:lnTo>
                    <a:pt x="31057" y="30827"/>
                  </a:lnTo>
                  <a:lnTo>
                    <a:pt x="32327" y="29788"/>
                  </a:lnTo>
                  <a:lnTo>
                    <a:pt x="32327" y="29788"/>
                  </a:lnTo>
                  <a:lnTo>
                    <a:pt x="32674" y="29442"/>
                  </a:lnTo>
                  <a:lnTo>
                    <a:pt x="32905" y="28980"/>
                  </a:lnTo>
                  <a:lnTo>
                    <a:pt x="33135" y="28518"/>
                  </a:lnTo>
                  <a:lnTo>
                    <a:pt x="33135" y="28056"/>
                  </a:lnTo>
                  <a:lnTo>
                    <a:pt x="33135" y="27594"/>
                  </a:lnTo>
                  <a:lnTo>
                    <a:pt x="33020" y="27133"/>
                  </a:lnTo>
                  <a:lnTo>
                    <a:pt x="32905" y="26671"/>
                  </a:lnTo>
                  <a:lnTo>
                    <a:pt x="32558" y="26324"/>
                  </a:lnTo>
                  <a:lnTo>
                    <a:pt x="32558" y="26324"/>
                  </a:lnTo>
                  <a:lnTo>
                    <a:pt x="31288" y="24823"/>
                  </a:lnTo>
                  <a:lnTo>
                    <a:pt x="29672" y="23207"/>
                  </a:lnTo>
                  <a:lnTo>
                    <a:pt x="29672" y="23207"/>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a:extLst>
                <a:ext uri="{FF2B5EF4-FFF2-40B4-BE49-F238E27FC236}">
                  <a16:creationId xmlns:a16="http://schemas.microsoft.com/office/drawing/2014/main" id="{89C1F6C5-60F6-3E9C-C69D-542A760B64F2}"/>
                </a:ext>
              </a:extLst>
            </p:cNvPr>
            <p:cNvSpPr/>
            <p:nvPr/>
          </p:nvSpPr>
          <p:spPr>
            <a:xfrm>
              <a:off x="741775" y="6962800"/>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a:extLst>
                <a:ext uri="{FF2B5EF4-FFF2-40B4-BE49-F238E27FC236}">
                  <a16:creationId xmlns:a16="http://schemas.microsoft.com/office/drawing/2014/main" id="{2AB334CC-DDAA-EFF8-43D4-6C4ACA08D018}"/>
                </a:ext>
              </a:extLst>
            </p:cNvPr>
            <p:cNvSpPr/>
            <p:nvPr/>
          </p:nvSpPr>
          <p:spPr>
            <a:xfrm>
              <a:off x="438725" y="6197900"/>
              <a:ext cx="574400" cy="516700"/>
            </a:xfrm>
            <a:custGeom>
              <a:avLst/>
              <a:gdLst/>
              <a:ahLst/>
              <a:cxnLst/>
              <a:rect l="l" t="t" r="r" b="b"/>
              <a:pathLst>
                <a:path w="22976" h="20668" extrusionOk="0">
                  <a:moveTo>
                    <a:pt x="10391" y="6928"/>
                  </a:moveTo>
                  <a:lnTo>
                    <a:pt x="10853" y="7043"/>
                  </a:lnTo>
                  <a:lnTo>
                    <a:pt x="11199" y="7274"/>
                  </a:lnTo>
                  <a:lnTo>
                    <a:pt x="11546" y="7621"/>
                  </a:lnTo>
                  <a:lnTo>
                    <a:pt x="11546" y="8083"/>
                  </a:lnTo>
                  <a:lnTo>
                    <a:pt x="11546" y="9122"/>
                  </a:lnTo>
                  <a:lnTo>
                    <a:pt x="11546" y="9583"/>
                  </a:lnTo>
                  <a:lnTo>
                    <a:pt x="11199" y="10045"/>
                  </a:lnTo>
                  <a:lnTo>
                    <a:pt x="10853" y="10276"/>
                  </a:lnTo>
                  <a:lnTo>
                    <a:pt x="10391" y="10392"/>
                  </a:lnTo>
                  <a:lnTo>
                    <a:pt x="9929" y="10276"/>
                  </a:lnTo>
                  <a:lnTo>
                    <a:pt x="9583" y="10045"/>
                  </a:lnTo>
                  <a:lnTo>
                    <a:pt x="9352" y="9583"/>
                  </a:lnTo>
                  <a:lnTo>
                    <a:pt x="9236" y="9122"/>
                  </a:lnTo>
                  <a:lnTo>
                    <a:pt x="9236" y="8083"/>
                  </a:lnTo>
                  <a:lnTo>
                    <a:pt x="9352" y="7621"/>
                  </a:lnTo>
                  <a:lnTo>
                    <a:pt x="9583" y="7274"/>
                  </a:lnTo>
                  <a:lnTo>
                    <a:pt x="9929" y="7043"/>
                  </a:lnTo>
                  <a:lnTo>
                    <a:pt x="10391" y="6928"/>
                  </a:lnTo>
                  <a:close/>
                  <a:moveTo>
                    <a:pt x="14663" y="6928"/>
                  </a:moveTo>
                  <a:lnTo>
                    <a:pt x="15125" y="7043"/>
                  </a:lnTo>
                  <a:lnTo>
                    <a:pt x="15471" y="7274"/>
                  </a:lnTo>
                  <a:lnTo>
                    <a:pt x="15817" y="7621"/>
                  </a:lnTo>
                  <a:lnTo>
                    <a:pt x="15817" y="8083"/>
                  </a:lnTo>
                  <a:lnTo>
                    <a:pt x="15817" y="9122"/>
                  </a:lnTo>
                  <a:lnTo>
                    <a:pt x="15817" y="9583"/>
                  </a:lnTo>
                  <a:lnTo>
                    <a:pt x="15471" y="10045"/>
                  </a:lnTo>
                  <a:lnTo>
                    <a:pt x="15125" y="10276"/>
                  </a:lnTo>
                  <a:lnTo>
                    <a:pt x="14663" y="10392"/>
                  </a:lnTo>
                  <a:lnTo>
                    <a:pt x="14201" y="10276"/>
                  </a:lnTo>
                  <a:lnTo>
                    <a:pt x="13855" y="10045"/>
                  </a:lnTo>
                  <a:lnTo>
                    <a:pt x="13624" y="9583"/>
                  </a:lnTo>
                  <a:lnTo>
                    <a:pt x="13508" y="9122"/>
                  </a:lnTo>
                  <a:lnTo>
                    <a:pt x="13508" y="8083"/>
                  </a:lnTo>
                  <a:lnTo>
                    <a:pt x="13624" y="7621"/>
                  </a:lnTo>
                  <a:lnTo>
                    <a:pt x="13855" y="7274"/>
                  </a:lnTo>
                  <a:lnTo>
                    <a:pt x="14201" y="7043"/>
                  </a:lnTo>
                  <a:lnTo>
                    <a:pt x="14663" y="6928"/>
                  </a:lnTo>
                  <a:close/>
                  <a:moveTo>
                    <a:pt x="8659" y="10392"/>
                  </a:moveTo>
                  <a:lnTo>
                    <a:pt x="9006" y="10738"/>
                  </a:lnTo>
                  <a:lnTo>
                    <a:pt x="9236" y="11084"/>
                  </a:lnTo>
                  <a:lnTo>
                    <a:pt x="9352" y="11546"/>
                  </a:lnTo>
                  <a:lnTo>
                    <a:pt x="9352" y="12585"/>
                  </a:lnTo>
                  <a:lnTo>
                    <a:pt x="9236" y="13047"/>
                  </a:lnTo>
                  <a:lnTo>
                    <a:pt x="9006" y="13393"/>
                  </a:lnTo>
                  <a:lnTo>
                    <a:pt x="8659" y="13740"/>
                  </a:lnTo>
                  <a:lnTo>
                    <a:pt x="7736" y="13740"/>
                  </a:lnTo>
                  <a:lnTo>
                    <a:pt x="7274" y="13393"/>
                  </a:lnTo>
                  <a:lnTo>
                    <a:pt x="7043" y="13047"/>
                  </a:lnTo>
                  <a:lnTo>
                    <a:pt x="6927" y="12585"/>
                  </a:lnTo>
                  <a:lnTo>
                    <a:pt x="6927" y="11546"/>
                  </a:lnTo>
                  <a:lnTo>
                    <a:pt x="7043" y="11084"/>
                  </a:lnTo>
                  <a:lnTo>
                    <a:pt x="7274" y="10738"/>
                  </a:lnTo>
                  <a:lnTo>
                    <a:pt x="7736" y="10392"/>
                  </a:lnTo>
                  <a:close/>
                  <a:moveTo>
                    <a:pt x="13046" y="10392"/>
                  </a:moveTo>
                  <a:lnTo>
                    <a:pt x="13393" y="10738"/>
                  </a:lnTo>
                  <a:lnTo>
                    <a:pt x="13624" y="11084"/>
                  </a:lnTo>
                  <a:lnTo>
                    <a:pt x="13739" y="11546"/>
                  </a:lnTo>
                  <a:lnTo>
                    <a:pt x="13739" y="12585"/>
                  </a:lnTo>
                  <a:lnTo>
                    <a:pt x="13624" y="13047"/>
                  </a:lnTo>
                  <a:lnTo>
                    <a:pt x="13393" y="13393"/>
                  </a:lnTo>
                  <a:lnTo>
                    <a:pt x="13046" y="13740"/>
                  </a:lnTo>
                  <a:lnTo>
                    <a:pt x="12123" y="13740"/>
                  </a:lnTo>
                  <a:lnTo>
                    <a:pt x="11661" y="13393"/>
                  </a:lnTo>
                  <a:lnTo>
                    <a:pt x="11430" y="13047"/>
                  </a:lnTo>
                  <a:lnTo>
                    <a:pt x="11315" y="12585"/>
                  </a:lnTo>
                  <a:lnTo>
                    <a:pt x="11315" y="11546"/>
                  </a:lnTo>
                  <a:lnTo>
                    <a:pt x="11430" y="11084"/>
                  </a:lnTo>
                  <a:lnTo>
                    <a:pt x="11661" y="10738"/>
                  </a:lnTo>
                  <a:lnTo>
                    <a:pt x="12123" y="10392"/>
                  </a:lnTo>
                  <a:close/>
                  <a:moveTo>
                    <a:pt x="17434" y="10392"/>
                  </a:moveTo>
                  <a:lnTo>
                    <a:pt x="17780" y="10738"/>
                  </a:lnTo>
                  <a:lnTo>
                    <a:pt x="18011" y="11084"/>
                  </a:lnTo>
                  <a:lnTo>
                    <a:pt x="18126" y="11546"/>
                  </a:lnTo>
                  <a:lnTo>
                    <a:pt x="18126" y="12585"/>
                  </a:lnTo>
                  <a:lnTo>
                    <a:pt x="18011" y="13047"/>
                  </a:lnTo>
                  <a:lnTo>
                    <a:pt x="17780" y="13393"/>
                  </a:lnTo>
                  <a:lnTo>
                    <a:pt x="17434" y="13740"/>
                  </a:lnTo>
                  <a:lnTo>
                    <a:pt x="16510" y="13740"/>
                  </a:lnTo>
                  <a:lnTo>
                    <a:pt x="16048" y="13393"/>
                  </a:lnTo>
                  <a:lnTo>
                    <a:pt x="15817" y="13047"/>
                  </a:lnTo>
                  <a:lnTo>
                    <a:pt x="15702" y="12585"/>
                  </a:lnTo>
                  <a:lnTo>
                    <a:pt x="15702" y="11546"/>
                  </a:lnTo>
                  <a:lnTo>
                    <a:pt x="15817" y="11084"/>
                  </a:lnTo>
                  <a:lnTo>
                    <a:pt x="16048" y="10738"/>
                  </a:lnTo>
                  <a:lnTo>
                    <a:pt x="16510" y="10392"/>
                  </a:lnTo>
                  <a:close/>
                  <a:moveTo>
                    <a:pt x="11315" y="1"/>
                  </a:moveTo>
                  <a:lnTo>
                    <a:pt x="10276" y="232"/>
                  </a:lnTo>
                  <a:lnTo>
                    <a:pt x="9236" y="463"/>
                  </a:lnTo>
                  <a:lnTo>
                    <a:pt x="8313" y="809"/>
                  </a:lnTo>
                  <a:lnTo>
                    <a:pt x="7389" y="1271"/>
                  </a:lnTo>
                  <a:lnTo>
                    <a:pt x="6581" y="1848"/>
                  </a:lnTo>
                  <a:lnTo>
                    <a:pt x="5657" y="2425"/>
                  </a:lnTo>
                  <a:lnTo>
                    <a:pt x="4965" y="3118"/>
                  </a:lnTo>
                  <a:lnTo>
                    <a:pt x="4272" y="3926"/>
                  </a:lnTo>
                  <a:lnTo>
                    <a:pt x="3695" y="4734"/>
                  </a:lnTo>
                  <a:lnTo>
                    <a:pt x="3233" y="5658"/>
                  </a:lnTo>
                  <a:lnTo>
                    <a:pt x="2771" y="6582"/>
                  </a:lnTo>
                  <a:lnTo>
                    <a:pt x="2425" y="7505"/>
                  </a:lnTo>
                  <a:lnTo>
                    <a:pt x="2194" y="8544"/>
                  </a:lnTo>
                  <a:lnTo>
                    <a:pt x="2078" y="9583"/>
                  </a:lnTo>
                  <a:lnTo>
                    <a:pt x="2078" y="10623"/>
                  </a:lnTo>
                  <a:lnTo>
                    <a:pt x="2078" y="11431"/>
                  </a:lnTo>
                  <a:lnTo>
                    <a:pt x="2309" y="12354"/>
                  </a:lnTo>
                  <a:lnTo>
                    <a:pt x="2425" y="13162"/>
                  </a:lnTo>
                  <a:lnTo>
                    <a:pt x="2425" y="13971"/>
                  </a:lnTo>
                  <a:lnTo>
                    <a:pt x="2309" y="14663"/>
                  </a:lnTo>
                  <a:lnTo>
                    <a:pt x="2078" y="15472"/>
                  </a:lnTo>
                  <a:lnTo>
                    <a:pt x="1847" y="16164"/>
                  </a:lnTo>
                  <a:lnTo>
                    <a:pt x="1501" y="16857"/>
                  </a:lnTo>
                  <a:lnTo>
                    <a:pt x="1039" y="17434"/>
                  </a:lnTo>
                  <a:lnTo>
                    <a:pt x="462" y="18012"/>
                  </a:lnTo>
                  <a:lnTo>
                    <a:pt x="231" y="18473"/>
                  </a:lnTo>
                  <a:lnTo>
                    <a:pt x="0" y="18820"/>
                  </a:lnTo>
                  <a:lnTo>
                    <a:pt x="0" y="19282"/>
                  </a:lnTo>
                  <a:lnTo>
                    <a:pt x="116" y="19743"/>
                  </a:lnTo>
                  <a:lnTo>
                    <a:pt x="346" y="20205"/>
                  </a:lnTo>
                  <a:lnTo>
                    <a:pt x="693" y="20436"/>
                  </a:lnTo>
                  <a:lnTo>
                    <a:pt x="1155" y="20667"/>
                  </a:lnTo>
                  <a:lnTo>
                    <a:pt x="13508" y="20667"/>
                  </a:lnTo>
                  <a:lnTo>
                    <a:pt x="14547" y="20552"/>
                  </a:lnTo>
                  <a:lnTo>
                    <a:pt x="15471" y="20321"/>
                  </a:lnTo>
                  <a:lnTo>
                    <a:pt x="16395" y="19974"/>
                  </a:lnTo>
                  <a:lnTo>
                    <a:pt x="17318" y="19512"/>
                  </a:lnTo>
                  <a:lnTo>
                    <a:pt x="18242" y="19051"/>
                  </a:lnTo>
                  <a:lnTo>
                    <a:pt x="19050" y="18358"/>
                  </a:lnTo>
                  <a:lnTo>
                    <a:pt x="19858" y="17665"/>
                  </a:lnTo>
                  <a:lnTo>
                    <a:pt x="20551" y="16972"/>
                  </a:lnTo>
                  <a:lnTo>
                    <a:pt x="21128" y="16164"/>
                  </a:lnTo>
                  <a:lnTo>
                    <a:pt x="21706" y="15241"/>
                  </a:lnTo>
                  <a:lnTo>
                    <a:pt x="22167" y="14432"/>
                  </a:lnTo>
                  <a:lnTo>
                    <a:pt x="22514" y="13393"/>
                  </a:lnTo>
                  <a:lnTo>
                    <a:pt x="22745" y="12470"/>
                  </a:lnTo>
                  <a:lnTo>
                    <a:pt x="22860" y="11431"/>
                  </a:lnTo>
                  <a:lnTo>
                    <a:pt x="22976" y="10392"/>
                  </a:lnTo>
                  <a:lnTo>
                    <a:pt x="22976" y="9353"/>
                  </a:lnTo>
                  <a:lnTo>
                    <a:pt x="22745" y="8429"/>
                  </a:lnTo>
                  <a:lnTo>
                    <a:pt x="22514" y="7390"/>
                  </a:lnTo>
                  <a:lnTo>
                    <a:pt x="22167" y="6466"/>
                  </a:lnTo>
                  <a:lnTo>
                    <a:pt x="21821" y="5543"/>
                  </a:lnTo>
                  <a:lnTo>
                    <a:pt x="21244" y="4619"/>
                  </a:lnTo>
                  <a:lnTo>
                    <a:pt x="20666" y="3811"/>
                  </a:lnTo>
                  <a:lnTo>
                    <a:pt x="19974" y="3003"/>
                  </a:lnTo>
                  <a:lnTo>
                    <a:pt x="19166" y="2310"/>
                  </a:lnTo>
                  <a:lnTo>
                    <a:pt x="18242" y="1733"/>
                  </a:lnTo>
                  <a:lnTo>
                    <a:pt x="17434" y="1155"/>
                  </a:lnTo>
                  <a:lnTo>
                    <a:pt x="16395" y="693"/>
                  </a:lnTo>
                  <a:lnTo>
                    <a:pt x="15471" y="347"/>
                  </a:lnTo>
                  <a:lnTo>
                    <a:pt x="14432" y="116"/>
                  </a:lnTo>
                  <a:lnTo>
                    <a:pt x="133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a:extLst>
                <a:ext uri="{FF2B5EF4-FFF2-40B4-BE49-F238E27FC236}">
                  <a16:creationId xmlns:a16="http://schemas.microsoft.com/office/drawing/2014/main" id="{37270823-60FA-0471-5753-AD0209B4EECB}"/>
                </a:ext>
              </a:extLst>
            </p:cNvPr>
            <p:cNvSpPr/>
            <p:nvPr/>
          </p:nvSpPr>
          <p:spPr>
            <a:xfrm>
              <a:off x="438725" y="6197900"/>
              <a:ext cx="574400" cy="516700"/>
            </a:xfrm>
            <a:custGeom>
              <a:avLst/>
              <a:gdLst/>
              <a:ahLst/>
              <a:cxnLst/>
              <a:rect l="l" t="t" r="r" b="b"/>
              <a:pathLst>
                <a:path w="22976" h="20668" fill="none" extrusionOk="0">
                  <a:moveTo>
                    <a:pt x="19974" y="3003"/>
                  </a:moveTo>
                  <a:lnTo>
                    <a:pt x="19974" y="3003"/>
                  </a:lnTo>
                  <a:lnTo>
                    <a:pt x="19166" y="2310"/>
                  </a:lnTo>
                  <a:lnTo>
                    <a:pt x="18242" y="1733"/>
                  </a:lnTo>
                  <a:lnTo>
                    <a:pt x="17434" y="1155"/>
                  </a:lnTo>
                  <a:lnTo>
                    <a:pt x="16395" y="693"/>
                  </a:lnTo>
                  <a:lnTo>
                    <a:pt x="15471" y="347"/>
                  </a:lnTo>
                  <a:lnTo>
                    <a:pt x="14432" y="116"/>
                  </a:lnTo>
                  <a:lnTo>
                    <a:pt x="13393" y="1"/>
                  </a:lnTo>
                  <a:lnTo>
                    <a:pt x="12354" y="1"/>
                  </a:lnTo>
                  <a:lnTo>
                    <a:pt x="12354" y="1"/>
                  </a:lnTo>
                  <a:lnTo>
                    <a:pt x="11315" y="1"/>
                  </a:lnTo>
                  <a:lnTo>
                    <a:pt x="10276" y="232"/>
                  </a:lnTo>
                  <a:lnTo>
                    <a:pt x="9236" y="463"/>
                  </a:lnTo>
                  <a:lnTo>
                    <a:pt x="8313" y="809"/>
                  </a:lnTo>
                  <a:lnTo>
                    <a:pt x="7389" y="1271"/>
                  </a:lnTo>
                  <a:lnTo>
                    <a:pt x="6581" y="1848"/>
                  </a:lnTo>
                  <a:lnTo>
                    <a:pt x="5657" y="2425"/>
                  </a:lnTo>
                  <a:lnTo>
                    <a:pt x="4965" y="3118"/>
                  </a:lnTo>
                  <a:lnTo>
                    <a:pt x="4965" y="3118"/>
                  </a:lnTo>
                  <a:lnTo>
                    <a:pt x="4272" y="3926"/>
                  </a:lnTo>
                  <a:lnTo>
                    <a:pt x="3695" y="4734"/>
                  </a:lnTo>
                  <a:lnTo>
                    <a:pt x="3233" y="5658"/>
                  </a:lnTo>
                  <a:lnTo>
                    <a:pt x="2771" y="6582"/>
                  </a:lnTo>
                  <a:lnTo>
                    <a:pt x="2425" y="7505"/>
                  </a:lnTo>
                  <a:lnTo>
                    <a:pt x="2194" y="8544"/>
                  </a:lnTo>
                  <a:lnTo>
                    <a:pt x="2078" y="9583"/>
                  </a:lnTo>
                  <a:lnTo>
                    <a:pt x="2078" y="10623"/>
                  </a:lnTo>
                  <a:lnTo>
                    <a:pt x="2078" y="10623"/>
                  </a:lnTo>
                  <a:lnTo>
                    <a:pt x="2078" y="11431"/>
                  </a:lnTo>
                  <a:lnTo>
                    <a:pt x="2309" y="12354"/>
                  </a:lnTo>
                  <a:lnTo>
                    <a:pt x="2309" y="12354"/>
                  </a:lnTo>
                  <a:lnTo>
                    <a:pt x="2425" y="13162"/>
                  </a:lnTo>
                  <a:lnTo>
                    <a:pt x="2425" y="13971"/>
                  </a:lnTo>
                  <a:lnTo>
                    <a:pt x="2309" y="14663"/>
                  </a:lnTo>
                  <a:lnTo>
                    <a:pt x="2078" y="15472"/>
                  </a:lnTo>
                  <a:lnTo>
                    <a:pt x="1847" y="16164"/>
                  </a:lnTo>
                  <a:lnTo>
                    <a:pt x="1501" y="16857"/>
                  </a:lnTo>
                  <a:lnTo>
                    <a:pt x="1039" y="17434"/>
                  </a:lnTo>
                  <a:lnTo>
                    <a:pt x="462" y="18012"/>
                  </a:lnTo>
                  <a:lnTo>
                    <a:pt x="462" y="18012"/>
                  </a:lnTo>
                  <a:lnTo>
                    <a:pt x="462" y="18012"/>
                  </a:lnTo>
                  <a:lnTo>
                    <a:pt x="231" y="18473"/>
                  </a:lnTo>
                  <a:lnTo>
                    <a:pt x="0" y="18820"/>
                  </a:lnTo>
                  <a:lnTo>
                    <a:pt x="0" y="19282"/>
                  </a:lnTo>
                  <a:lnTo>
                    <a:pt x="116" y="19743"/>
                  </a:lnTo>
                  <a:lnTo>
                    <a:pt x="116" y="19743"/>
                  </a:lnTo>
                  <a:lnTo>
                    <a:pt x="346" y="20205"/>
                  </a:lnTo>
                  <a:lnTo>
                    <a:pt x="693" y="20436"/>
                  </a:lnTo>
                  <a:lnTo>
                    <a:pt x="1155" y="20667"/>
                  </a:lnTo>
                  <a:lnTo>
                    <a:pt x="1616" y="20667"/>
                  </a:lnTo>
                  <a:lnTo>
                    <a:pt x="12469" y="20667"/>
                  </a:lnTo>
                  <a:lnTo>
                    <a:pt x="12469" y="20667"/>
                  </a:lnTo>
                  <a:lnTo>
                    <a:pt x="13508" y="20667"/>
                  </a:lnTo>
                  <a:lnTo>
                    <a:pt x="14547" y="20552"/>
                  </a:lnTo>
                  <a:lnTo>
                    <a:pt x="15471" y="20321"/>
                  </a:lnTo>
                  <a:lnTo>
                    <a:pt x="16395" y="19974"/>
                  </a:lnTo>
                  <a:lnTo>
                    <a:pt x="17318" y="19512"/>
                  </a:lnTo>
                  <a:lnTo>
                    <a:pt x="18242" y="19051"/>
                  </a:lnTo>
                  <a:lnTo>
                    <a:pt x="19050" y="18358"/>
                  </a:lnTo>
                  <a:lnTo>
                    <a:pt x="19858" y="17665"/>
                  </a:lnTo>
                  <a:lnTo>
                    <a:pt x="19858" y="17665"/>
                  </a:lnTo>
                  <a:lnTo>
                    <a:pt x="20551" y="16972"/>
                  </a:lnTo>
                  <a:lnTo>
                    <a:pt x="21128" y="16164"/>
                  </a:lnTo>
                  <a:lnTo>
                    <a:pt x="21706" y="15241"/>
                  </a:lnTo>
                  <a:lnTo>
                    <a:pt x="22167" y="14432"/>
                  </a:lnTo>
                  <a:lnTo>
                    <a:pt x="22514" y="13393"/>
                  </a:lnTo>
                  <a:lnTo>
                    <a:pt x="22745" y="12470"/>
                  </a:lnTo>
                  <a:lnTo>
                    <a:pt x="22860" y="11431"/>
                  </a:lnTo>
                  <a:lnTo>
                    <a:pt x="22976" y="10392"/>
                  </a:lnTo>
                  <a:lnTo>
                    <a:pt x="22976" y="10392"/>
                  </a:lnTo>
                  <a:lnTo>
                    <a:pt x="22976" y="9353"/>
                  </a:lnTo>
                  <a:lnTo>
                    <a:pt x="22745" y="8429"/>
                  </a:lnTo>
                  <a:lnTo>
                    <a:pt x="22514" y="7390"/>
                  </a:lnTo>
                  <a:lnTo>
                    <a:pt x="22167" y="6466"/>
                  </a:lnTo>
                  <a:lnTo>
                    <a:pt x="21821" y="5543"/>
                  </a:lnTo>
                  <a:lnTo>
                    <a:pt x="21244" y="4619"/>
                  </a:lnTo>
                  <a:lnTo>
                    <a:pt x="20666" y="3811"/>
                  </a:lnTo>
                  <a:lnTo>
                    <a:pt x="19974" y="3003"/>
                  </a:lnTo>
                  <a:lnTo>
                    <a:pt x="19974" y="300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a:extLst>
                <a:ext uri="{FF2B5EF4-FFF2-40B4-BE49-F238E27FC236}">
                  <a16:creationId xmlns:a16="http://schemas.microsoft.com/office/drawing/2014/main" id="{E5EE6860-2E92-2002-953F-A625A6EB03E8}"/>
                </a:ext>
              </a:extLst>
            </p:cNvPr>
            <p:cNvSpPr/>
            <p:nvPr/>
          </p:nvSpPr>
          <p:spPr>
            <a:xfrm>
              <a:off x="611900" y="6457675"/>
              <a:ext cx="60625" cy="83725"/>
            </a:xfrm>
            <a:custGeom>
              <a:avLst/>
              <a:gdLst/>
              <a:ahLst/>
              <a:cxnLst/>
              <a:rect l="l" t="t" r="r" b="b"/>
              <a:pathLst>
                <a:path w="2425" h="3349" fill="none" extrusionOk="0">
                  <a:moveTo>
                    <a:pt x="2425" y="2194"/>
                  </a:moveTo>
                  <a:lnTo>
                    <a:pt x="2425" y="2194"/>
                  </a:lnTo>
                  <a:lnTo>
                    <a:pt x="2309" y="2656"/>
                  </a:lnTo>
                  <a:lnTo>
                    <a:pt x="2079" y="3002"/>
                  </a:lnTo>
                  <a:lnTo>
                    <a:pt x="1732" y="3349"/>
                  </a:lnTo>
                  <a:lnTo>
                    <a:pt x="1270" y="3349"/>
                  </a:lnTo>
                  <a:lnTo>
                    <a:pt x="1270" y="3349"/>
                  </a:lnTo>
                  <a:lnTo>
                    <a:pt x="809" y="3349"/>
                  </a:lnTo>
                  <a:lnTo>
                    <a:pt x="347" y="3002"/>
                  </a:lnTo>
                  <a:lnTo>
                    <a:pt x="116" y="2656"/>
                  </a:lnTo>
                  <a:lnTo>
                    <a:pt x="0" y="2194"/>
                  </a:lnTo>
                  <a:lnTo>
                    <a:pt x="0" y="1155"/>
                  </a:lnTo>
                  <a:lnTo>
                    <a:pt x="0" y="1155"/>
                  </a:lnTo>
                  <a:lnTo>
                    <a:pt x="116" y="693"/>
                  </a:lnTo>
                  <a:lnTo>
                    <a:pt x="347" y="347"/>
                  </a:lnTo>
                  <a:lnTo>
                    <a:pt x="809" y="1"/>
                  </a:lnTo>
                  <a:lnTo>
                    <a:pt x="1270" y="1"/>
                  </a:lnTo>
                  <a:lnTo>
                    <a:pt x="1270" y="1"/>
                  </a:lnTo>
                  <a:lnTo>
                    <a:pt x="1732" y="1"/>
                  </a:lnTo>
                  <a:lnTo>
                    <a:pt x="2079" y="347"/>
                  </a:lnTo>
                  <a:lnTo>
                    <a:pt x="2309" y="693"/>
                  </a:lnTo>
                  <a:lnTo>
                    <a:pt x="2425" y="1155"/>
                  </a:lnTo>
                  <a:lnTo>
                    <a:pt x="2425" y="219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a:extLst>
                <a:ext uri="{FF2B5EF4-FFF2-40B4-BE49-F238E27FC236}">
                  <a16:creationId xmlns:a16="http://schemas.microsoft.com/office/drawing/2014/main" id="{EDEE66A2-FF57-4B95-9AA1-D3DB601DF732}"/>
                </a:ext>
              </a:extLst>
            </p:cNvPr>
            <p:cNvSpPr/>
            <p:nvPr/>
          </p:nvSpPr>
          <p:spPr>
            <a:xfrm>
              <a:off x="669625" y="6371075"/>
              <a:ext cx="57750" cy="86625"/>
            </a:xfrm>
            <a:custGeom>
              <a:avLst/>
              <a:gdLst/>
              <a:ahLst/>
              <a:cxnLst/>
              <a:rect l="l" t="t" r="r" b="b"/>
              <a:pathLst>
                <a:path w="2310" h="3465" fill="none" extrusionOk="0">
                  <a:moveTo>
                    <a:pt x="1155" y="3465"/>
                  </a:moveTo>
                  <a:lnTo>
                    <a:pt x="1155" y="3465"/>
                  </a:lnTo>
                  <a:lnTo>
                    <a:pt x="693" y="3349"/>
                  </a:lnTo>
                  <a:lnTo>
                    <a:pt x="347" y="3118"/>
                  </a:lnTo>
                  <a:lnTo>
                    <a:pt x="116" y="2656"/>
                  </a:lnTo>
                  <a:lnTo>
                    <a:pt x="0" y="2195"/>
                  </a:lnTo>
                  <a:lnTo>
                    <a:pt x="0" y="1156"/>
                  </a:lnTo>
                  <a:lnTo>
                    <a:pt x="0" y="1156"/>
                  </a:lnTo>
                  <a:lnTo>
                    <a:pt x="116" y="694"/>
                  </a:lnTo>
                  <a:lnTo>
                    <a:pt x="347" y="347"/>
                  </a:lnTo>
                  <a:lnTo>
                    <a:pt x="693" y="116"/>
                  </a:lnTo>
                  <a:lnTo>
                    <a:pt x="1155" y="1"/>
                  </a:lnTo>
                  <a:lnTo>
                    <a:pt x="1155" y="1"/>
                  </a:lnTo>
                  <a:lnTo>
                    <a:pt x="1617" y="116"/>
                  </a:lnTo>
                  <a:lnTo>
                    <a:pt x="1963" y="347"/>
                  </a:lnTo>
                  <a:lnTo>
                    <a:pt x="2310" y="694"/>
                  </a:lnTo>
                  <a:lnTo>
                    <a:pt x="2310" y="1156"/>
                  </a:lnTo>
                  <a:lnTo>
                    <a:pt x="2310" y="2195"/>
                  </a:lnTo>
                  <a:lnTo>
                    <a:pt x="2310" y="2195"/>
                  </a:lnTo>
                  <a:lnTo>
                    <a:pt x="2310" y="2656"/>
                  </a:lnTo>
                  <a:lnTo>
                    <a:pt x="1963" y="3118"/>
                  </a:lnTo>
                  <a:lnTo>
                    <a:pt x="1617" y="3349"/>
                  </a:lnTo>
                  <a:lnTo>
                    <a:pt x="1155" y="3465"/>
                  </a:lnTo>
                  <a:lnTo>
                    <a:pt x="1155" y="346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a:extLst>
                <a:ext uri="{FF2B5EF4-FFF2-40B4-BE49-F238E27FC236}">
                  <a16:creationId xmlns:a16="http://schemas.microsoft.com/office/drawing/2014/main" id="{8EDF7CCF-789F-21BA-61B5-D37582660A2F}"/>
                </a:ext>
              </a:extLst>
            </p:cNvPr>
            <p:cNvSpPr/>
            <p:nvPr/>
          </p:nvSpPr>
          <p:spPr>
            <a:xfrm>
              <a:off x="721575" y="6457675"/>
              <a:ext cx="60650" cy="83725"/>
            </a:xfrm>
            <a:custGeom>
              <a:avLst/>
              <a:gdLst/>
              <a:ahLst/>
              <a:cxnLst/>
              <a:rect l="l" t="t" r="r" b="b"/>
              <a:pathLst>
                <a:path w="2426" h="3349" fill="none" extrusionOk="0">
                  <a:moveTo>
                    <a:pt x="2425" y="2194"/>
                  </a:moveTo>
                  <a:lnTo>
                    <a:pt x="2425" y="2194"/>
                  </a:lnTo>
                  <a:lnTo>
                    <a:pt x="2310" y="2656"/>
                  </a:lnTo>
                  <a:lnTo>
                    <a:pt x="2079" y="3002"/>
                  </a:lnTo>
                  <a:lnTo>
                    <a:pt x="1732" y="3349"/>
                  </a:lnTo>
                  <a:lnTo>
                    <a:pt x="1271" y="3349"/>
                  </a:lnTo>
                  <a:lnTo>
                    <a:pt x="1271" y="3349"/>
                  </a:lnTo>
                  <a:lnTo>
                    <a:pt x="809" y="3349"/>
                  </a:lnTo>
                  <a:lnTo>
                    <a:pt x="347" y="3002"/>
                  </a:lnTo>
                  <a:lnTo>
                    <a:pt x="116" y="2656"/>
                  </a:lnTo>
                  <a:lnTo>
                    <a:pt x="1" y="2194"/>
                  </a:lnTo>
                  <a:lnTo>
                    <a:pt x="1" y="1155"/>
                  </a:lnTo>
                  <a:lnTo>
                    <a:pt x="1" y="1155"/>
                  </a:lnTo>
                  <a:lnTo>
                    <a:pt x="116" y="693"/>
                  </a:lnTo>
                  <a:lnTo>
                    <a:pt x="347" y="347"/>
                  </a:lnTo>
                  <a:lnTo>
                    <a:pt x="809" y="1"/>
                  </a:lnTo>
                  <a:lnTo>
                    <a:pt x="1271" y="1"/>
                  </a:lnTo>
                  <a:lnTo>
                    <a:pt x="1271" y="1"/>
                  </a:lnTo>
                  <a:lnTo>
                    <a:pt x="1732" y="1"/>
                  </a:lnTo>
                  <a:lnTo>
                    <a:pt x="2079" y="347"/>
                  </a:lnTo>
                  <a:lnTo>
                    <a:pt x="2310" y="693"/>
                  </a:lnTo>
                  <a:lnTo>
                    <a:pt x="2425" y="1155"/>
                  </a:lnTo>
                  <a:lnTo>
                    <a:pt x="2425" y="219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a:extLst>
                <a:ext uri="{FF2B5EF4-FFF2-40B4-BE49-F238E27FC236}">
                  <a16:creationId xmlns:a16="http://schemas.microsoft.com/office/drawing/2014/main" id="{5D27BDAD-00C4-0663-E5D1-38E3C59B4086}"/>
                </a:ext>
              </a:extLst>
            </p:cNvPr>
            <p:cNvSpPr/>
            <p:nvPr/>
          </p:nvSpPr>
          <p:spPr>
            <a:xfrm>
              <a:off x="776425" y="6371075"/>
              <a:ext cx="57750" cy="86625"/>
            </a:xfrm>
            <a:custGeom>
              <a:avLst/>
              <a:gdLst/>
              <a:ahLst/>
              <a:cxnLst/>
              <a:rect l="l" t="t" r="r" b="b"/>
              <a:pathLst>
                <a:path w="2310" h="3465" fill="none" extrusionOk="0">
                  <a:moveTo>
                    <a:pt x="1155" y="3465"/>
                  </a:moveTo>
                  <a:lnTo>
                    <a:pt x="1155" y="3465"/>
                  </a:lnTo>
                  <a:lnTo>
                    <a:pt x="693" y="3349"/>
                  </a:lnTo>
                  <a:lnTo>
                    <a:pt x="347" y="3118"/>
                  </a:lnTo>
                  <a:lnTo>
                    <a:pt x="116" y="2656"/>
                  </a:lnTo>
                  <a:lnTo>
                    <a:pt x="0" y="2195"/>
                  </a:lnTo>
                  <a:lnTo>
                    <a:pt x="0" y="1156"/>
                  </a:lnTo>
                  <a:lnTo>
                    <a:pt x="0" y="1156"/>
                  </a:lnTo>
                  <a:lnTo>
                    <a:pt x="116" y="694"/>
                  </a:lnTo>
                  <a:lnTo>
                    <a:pt x="347" y="347"/>
                  </a:lnTo>
                  <a:lnTo>
                    <a:pt x="693" y="116"/>
                  </a:lnTo>
                  <a:lnTo>
                    <a:pt x="1155" y="1"/>
                  </a:lnTo>
                  <a:lnTo>
                    <a:pt x="1155" y="1"/>
                  </a:lnTo>
                  <a:lnTo>
                    <a:pt x="1617" y="116"/>
                  </a:lnTo>
                  <a:lnTo>
                    <a:pt x="1963" y="347"/>
                  </a:lnTo>
                  <a:lnTo>
                    <a:pt x="2309" y="694"/>
                  </a:lnTo>
                  <a:lnTo>
                    <a:pt x="2309" y="1156"/>
                  </a:lnTo>
                  <a:lnTo>
                    <a:pt x="2309" y="2195"/>
                  </a:lnTo>
                  <a:lnTo>
                    <a:pt x="2309" y="2195"/>
                  </a:lnTo>
                  <a:lnTo>
                    <a:pt x="2309" y="2656"/>
                  </a:lnTo>
                  <a:lnTo>
                    <a:pt x="1963" y="3118"/>
                  </a:lnTo>
                  <a:lnTo>
                    <a:pt x="1617" y="3349"/>
                  </a:lnTo>
                  <a:lnTo>
                    <a:pt x="1155" y="3465"/>
                  </a:lnTo>
                  <a:lnTo>
                    <a:pt x="1155" y="346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a:extLst>
                <a:ext uri="{FF2B5EF4-FFF2-40B4-BE49-F238E27FC236}">
                  <a16:creationId xmlns:a16="http://schemas.microsoft.com/office/drawing/2014/main" id="{129AE8A4-7F8C-7CCC-B27F-3261D7781EE6}"/>
                </a:ext>
              </a:extLst>
            </p:cNvPr>
            <p:cNvSpPr/>
            <p:nvPr/>
          </p:nvSpPr>
          <p:spPr>
            <a:xfrm>
              <a:off x="831250" y="6457675"/>
              <a:ext cx="60650" cy="83725"/>
            </a:xfrm>
            <a:custGeom>
              <a:avLst/>
              <a:gdLst/>
              <a:ahLst/>
              <a:cxnLst/>
              <a:rect l="l" t="t" r="r" b="b"/>
              <a:pathLst>
                <a:path w="2426" h="3349" fill="none" extrusionOk="0">
                  <a:moveTo>
                    <a:pt x="2425" y="2194"/>
                  </a:moveTo>
                  <a:lnTo>
                    <a:pt x="2425" y="2194"/>
                  </a:lnTo>
                  <a:lnTo>
                    <a:pt x="2310" y="2656"/>
                  </a:lnTo>
                  <a:lnTo>
                    <a:pt x="2079" y="3002"/>
                  </a:lnTo>
                  <a:lnTo>
                    <a:pt x="1733" y="3349"/>
                  </a:lnTo>
                  <a:lnTo>
                    <a:pt x="1271" y="3349"/>
                  </a:lnTo>
                  <a:lnTo>
                    <a:pt x="1271" y="3349"/>
                  </a:lnTo>
                  <a:lnTo>
                    <a:pt x="809" y="3349"/>
                  </a:lnTo>
                  <a:lnTo>
                    <a:pt x="347" y="3002"/>
                  </a:lnTo>
                  <a:lnTo>
                    <a:pt x="116" y="2656"/>
                  </a:lnTo>
                  <a:lnTo>
                    <a:pt x="1" y="2194"/>
                  </a:lnTo>
                  <a:lnTo>
                    <a:pt x="1" y="1155"/>
                  </a:lnTo>
                  <a:lnTo>
                    <a:pt x="1" y="1155"/>
                  </a:lnTo>
                  <a:lnTo>
                    <a:pt x="116" y="693"/>
                  </a:lnTo>
                  <a:lnTo>
                    <a:pt x="347" y="347"/>
                  </a:lnTo>
                  <a:lnTo>
                    <a:pt x="809" y="1"/>
                  </a:lnTo>
                  <a:lnTo>
                    <a:pt x="1271" y="1"/>
                  </a:lnTo>
                  <a:lnTo>
                    <a:pt x="1271" y="1"/>
                  </a:lnTo>
                  <a:lnTo>
                    <a:pt x="1733" y="1"/>
                  </a:lnTo>
                  <a:lnTo>
                    <a:pt x="2079" y="347"/>
                  </a:lnTo>
                  <a:lnTo>
                    <a:pt x="2310" y="693"/>
                  </a:lnTo>
                  <a:lnTo>
                    <a:pt x="2425" y="1155"/>
                  </a:lnTo>
                  <a:lnTo>
                    <a:pt x="2425" y="219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a:extLst>
                <a:ext uri="{FF2B5EF4-FFF2-40B4-BE49-F238E27FC236}">
                  <a16:creationId xmlns:a16="http://schemas.microsoft.com/office/drawing/2014/main" id="{51A4E043-0E7C-417D-0C91-9B65D9F0716D}"/>
                </a:ext>
              </a:extLst>
            </p:cNvPr>
            <p:cNvSpPr/>
            <p:nvPr/>
          </p:nvSpPr>
          <p:spPr>
            <a:xfrm>
              <a:off x="891875" y="651252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19">
            <a:extLst>
              <a:ext uri="{FF2B5EF4-FFF2-40B4-BE49-F238E27FC236}">
                <a16:creationId xmlns:a16="http://schemas.microsoft.com/office/drawing/2014/main" id="{74EDEB6B-A207-8921-489E-4B5EC46F27EA}"/>
              </a:ext>
            </a:extLst>
          </p:cNvPr>
          <p:cNvGrpSpPr/>
          <p:nvPr/>
        </p:nvGrpSpPr>
        <p:grpSpPr>
          <a:xfrm>
            <a:off x="664267" y="3461098"/>
            <a:ext cx="365755" cy="365747"/>
            <a:chOff x="1896325" y="6157500"/>
            <a:chExt cx="1065100" cy="1065075"/>
          </a:xfrm>
        </p:grpSpPr>
        <p:sp>
          <p:nvSpPr>
            <p:cNvPr id="456" name="Google Shape;456;p19">
              <a:extLst>
                <a:ext uri="{FF2B5EF4-FFF2-40B4-BE49-F238E27FC236}">
                  <a16:creationId xmlns:a16="http://schemas.microsoft.com/office/drawing/2014/main" id="{6D67789E-9777-111C-503A-B60236BD368D}"/>
                </a:ext>
              </a:extLst>
            </p:cNvPr>
            <p:cNvSpPr/>
            <p:nvPr/>
          </p:nvSpPr>
          <p:spPr>
            <a:xfrm>
              <a:off x="1896325" y="6708800"/>
              <a:ext cx="1065100" cy="513775"/>
            </a:xfrm>
            <a:custGeom>
              <a:avLst/>
              <a:gdLst/>
              <a:ahLst/>
              <a:cxnLst/>
              <a:rect l="l" t="t" r="r" b="b"/>
              <a:pathLst>
                <a:path w="42604" h="20551" extrusionOk="0">
                  <a:moveTo>
                    <a:pt x="21360" y="0"/>
                  </a:moveTo>
                  <a:lnTo>
                    <a:pt x="20321" y="116"/>
                  </a:lnTo>
                  <a:lnTo>
                    <a:pt x="19397" y="462"/>
                  </a:lnTo>
                  <a:lnTo>
                    <a:pt x="18473" y="924"/>
                  </a:lnTo>
                  <a:lnTo>
                    <a:pt x="17781" y="1501"/>
                  </a:lnTo>
                  <a:lnTo>
                    <a:pt x="17088" y="2309"/>
                  </a:lnTo>
                  <a:lnTo>
                    <a:pt x="16626" y="3117"/>
                  </a:lnTo>
                  <a:lnTo>
                    <a:pt x="16395" y="4041"/>
                  </a:lnTo>
                  <a:lnTo>
                    <a:pt x="16280" y="5080"/>
                  </a:lnTo>
                  <a:lnTo>
                    <a:pt x="16280" y="5657"/>
                  </a:lnTo>
                  <a:lnTo>
                    <a:pt x="16395" y="6235"/>
                  </a:lnTo>
                  <a:lnTo>
                    <a:pt x="16626" y="6812"/>
                  </a:lnTo>
                  <a:lnTo>
                    <a:pt x="16857" y="7389"/>
                  </a:lnTo>
                  <a:lnTo>
                    <a:pt x="8891" y="12123"/>
                  </a:lnTo>
                  <a:lnTo>
                    <a:pt x="8082" y="11430"/>
                  </a:lnTo>
                  <a:lnTo>
                    <a:pt x="7159" y="10853"/>
                  </a:lnTo>
                  <a:lnTo>
                    <a:pt x="6235" y="10506"/>
                  </a:lnTo>
                  <a:lnTo>
                    <a:pt x="5081" y="10391"/>
                  </a:lnTo>
                  <a:lnTo>
                    <a:pt x="4042" y="10506"/>
                  </a:lnTo>
                  <a:lnTo>
                    <a:pt x="3118" y="10853"/>
                  </a:lnTo>
                  <a:lnTo>
                    <a:pt x="2310" y="11315"/>
                  </a:lnTo>
                  <a:lnTo>
                    <a:pt x="1502" y="11892"/>
                  </a:lnTo>
                  <a:lnTo>
                    <a:pt x="924" y="12700"/>
                  </a:lnTo>
                  <a:lnTo>
                    <a:pt x="462" y="13508"/>
                  </a:lnTo>
                  <a:lnTo>
                    <a:pt x="116" y="14432"/>
                  </a:lnTo>
                  <a:lnTo>
                    <a:pt x="1" y="15471"/>
                  </a:lnTo>
                  <a:lnTo>
                    <a:pt x="116" y="16510"/>
                  </a:lnTo>
                  <a:lnTo>
                    <a:pt x="462" y="17434"/>
                  </a:lnTo>
                  <a:lnTo>
                    <a:pt x="924" y="18357"/>
                  </a:lnTo>
                  <a:lnTo>
                    <a:pt x="1502" y="19050"/>
                  </a:lnTo>
                  <a:lnTo>
                    <a:pt x="2310" y="19627"/>
                  </a:lnTo>
                  <a:lnTo>
                    <a:pt x="3118" y="20089"/>
                  </a:lnTo>
                  <a:lnTo>
                    <a:pt x="4042" y="20436"/>
                  </a:lnTo>
                  <a:lnTo>
                    <a:pt x="5081" y="20551"/>
                  </a:lnTo>
                  <a:lnTo>
                    <a:pt x="6120" y="20436"/>
                  </a:lnTo>
                  <a:lnTo>
                    <a:pt x="7043" y="20089"/>
                  </a:lnTo>
                  <a:lnTo>
                    <a:pt x="7967" y="19627"/>
                  </a:lnTo>
                  <a:lnTo>
                    <a:pt x="8660" y="19050"/>
                  </a:lnTo>
                  <a:lnTo>
                    <a:pt x="9352" y="18357"/>
                  </a:lnTo>
                  <a:lnTo>
                    <a:pt x="9814" y="17434"/>
                  </a:lnTo>
                  <a:lnTo>
                    <a:pt x="10045" y="16510"/>
                  </a:lnTo>
                  <a:lnTo>
                    <a:pt x="10161" y="15471"/>
                  </a:lnTo>
                  <a:lnTo>
                    <a:pt x="10161" y="14894"/>
                  </a:lnTo>
                  <a:lnTo>
                    <a:pt x="10045" y="14316"/>
                  </a:lnTo>
                  <a:lnTo>
                    <a:pt x="18473" y="9236"/>
                  </a:lnTo>
                  <a:lnTo>
                    <a:pt x="19166" y="9583"/>
                  </a:lnTo>
                  <a:lnTo>
                    <a:pt x="19859" y="9929"/>
                  </a:lnTo>
                  <a:lnTo>
                    <a:pt x="20552" y="10045"/>
                  </a:lnTo>
                  <a:lnTo>
                    <a:pt x="21360" y="10160"/>
                  </a:lnTo>
                  <a:lnTo>
                    <a:pt x="22052" y="10045"/>
                  </a:lnTo>
                  <a:lnTo>
                    <a:pt x="22861" y="9929"/>
                  </a:lnTo>
                  <a:lnTo>
                    <a:pt x="23553" y="9583"/>
                  </a:lnTo>
                  <a:lnTo>
                    <a:pt x="24131" y="9236"/>
                  </a:lnTo>
                  <a:lnTo>
                    <a:pt x="32674" y="14201"/>
                  </a:lnTo>
                  <a:lnTo>
                    <a:pt x="32559" y="14778"/>
                  </a:lnTo>
                  <a:lnTo>
                    <a:pt x="32443" y="15471"/>
                  </a:lnTo>
                  <a:lnTo>
                    <a:pt x="32559" y="16510"/>
                  </a:lnTo>
                  <a:lnTo>
                    <a:pt x="32905" y="17434"/>
                  </a:lnTo>
                  <a:lnTo>
                    <a:pt x="33367" y="18357"/>
                  </a:lnTo>
                  <a:lnTo>
                    <a:pt x="33944" y="19050"/>
                  </a:lnTo>
                  <a:lnTo>
                    <a:pt x="34752" y="19627"/>
                  </a:lnTo>
                  <a:lnTo>
                    <a:pt x="35561" y="20089"/>
                  </a:lnTo>
                  <a:lnTo>
                    <a:pt x="36484" y="20436"/>
                  </a:lnTo>
                  <a:lnTo>
                    <a:pt x="37523" y="20551"/>
                  </a:lnTo>
                  <a:lnTo>
                    <a:pt x="38562" y="20436"/>
                  </a:lnTo>
                  <a:lnTo>
                    <a:pt x="39486" y="20089"/>
                  </a:lnTo>
                  <a:lnTo>
                    <a:pt x="40410" y="19627"/>
                  </a:lnTo>
                  <a:lnTo>
                    <a:pt x="41102" y="19050"/>
                  </a:lnTo>
                  <a:lnTo>
                    <a:pt x="41795" y="18357"/>
                  </a:lnTo>
                  <a:lnTo>
                    <a:pt x="42257" y="17434"/>
                  </a:lnTo>
                  <a:lnTo>
                    <a:pt x="42488" y="16510"/>
                  </a:lnTo>
                  <a:lnTo>
                    <a:pt x="42603" y="15471"/>
                  </a:lnTo>
                  <a:lnTo>
                    <a:pt x="42488" y="14432"/>
                  </a:lnTo>
                  <a:lnTo>
                    <a:pt x="42257" y="13508"/>
                  </a:lnTo>
                  <a:lnTo>
                    <a:pt x="41795" y="12700"/>
                  </a:lnTo>
                  <a:lnTo>
                    <a:pt x="41102" y="11892"/>
                  </a:lnTo>
                  <a:lnTo>
                    <a:pt x="40410" y="11315"/>
                  </a:lnTo>
                  <a:lnTo>
                    <a:pt x="39486" y="10853"/>
                  </a:lnTo>
                  <a:lnTo>
                    <a:pt x="38562" y="10506"/>
                  </a:lnTo>
                  <a:lnTo>
                    <a:pt x="37523" y="10391"/>
                  </a:lnTo>
                  <a:lnTo>
                    <a:pt x="36484" y="10506"/>
                  </a:lnTo>
                  <a:lnTo>
                    <a:pt x="35561" y="10853"/>
                  </a:lnTo>
                  <a:lnTo>
                    <a:pt x="34637" y="11315"/>
                  </a:lnTo>
                  <a:lnTo>
                    <a:pt x="33944" y="12007"/>
                  </a:lnTo>
                  <a:lnTo>
                    <a:pt x="25862" y="7389"/>
                  </a:lnTo>
                  <a:lnTo>
                    <a:pt x="26093" y="6812"/>
                  </a:lnTo>
                  <a:lnTo>
                    <a:pt x="26209" y="6235"/>
                  </a:lnTo>
                  <a:lnTo>
                    <a:pt x="26324" y="5657"/>
                  </a:lnTo>
                  <a:lnTo>
                    <a:pt x="26440" y="5080"/>
                  </a:lnTo>
                  <a:lnTo>
                    <a:pt x="26324" y="4041"/>
                  </a:lnTo>
                  <a:lnTo>
                    <a:pt x="25978" y="3117"/>
                  </a:lnTo>
                  <a:lnTo>
                    <a:pt x="25516" y="2309"/>
                  </a:lnTo>
                  <a:lnTo>
                    <a:pt x="24939" y="1501"/>
                  </a:lnTo>
                  <a:lnTo>
                    <a:pt x="24131" y="924"/>
                  </a:lnTo>
                  <a:lnTo>
                    <a:pt x="23322" y="462"/>
                  </a:lnTo>
                  <a:lnTo>
                    <a:pt x="22399" y="116"/>
                  </a:lnTo>
                  <a:lnTo>
                    <a:pt x="213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a:extLst>
                <a:ext uri="{FF2B5EF4-FFF2-40B4-BE49-F238E27FC236}">
                  <a16:creationId xmlns:a16="http://schemas.microsoft.com/office/drawing/2014/main" id="{826A84F6-5067-FBE0-1D0F-758ED500E6DC}"/>
                </a:ext>
              </a:extLst>
            </p:cNvPr>
            <p:cNvSpPr/>
            <p:nvPr/>
          </p:nvSpPr>
          <p:spPr>
            <a:xfrm>
              <a:off x="1896325" y="6708800"/>
              <a:ext cx="1065100" cy="513775"/>
            </a:xfrm>
            <a:custGeom>
              <a:avLst/>
              <a:gdLst/>
              <a:ahLst/>
              <a:cxnLst/>
              <a:rect l="l" t="t" r="r" b="b"/>
              <a:pathLst>
                <a:path w="42604" h="20551" fill="none" extrusionOk="0">
                  <a:moveTo>
                    <a:pt x="37523" y="10391"/>
                  </a:moveTo>
                  <a:lnTo>
                    <a:pt x="37523" y="10391"/>
                  </a:lnTo>
                  <a:lnTo>
                    <a:pt x="36484" y="10506"/>
                  </a:lnTo>
                  <a:lnTo>
                    <a:pt x="35561" y="10853"/>
                  </a:lnTo>
                  <a:lnTo>
                    <a:pt x="34637" y="11315"/>
                  </a:lnTo>
                  <a:lnTo>
                    <a:pt x="33944" y="12007"/>
                  </a:lnTo>
                  <a:lnTo>
                    <a:pt x="25862" y="7389"/>
                  </a:lnTo>
                  <a:lnTo>
                    <a:pt x="25862" y="7389"/>
                  </a:lnTo>
                  <a:lnTo>
                    <a:pt x="26093" y="6812"/>
                  </a:lnTo>
                  <a:lnTo>
                    <a:pt x="26209" y="6235"/>
                  </a:lnTo>
                  <a:lnTo>
                    <a:pt x="26324" y="5657"/>
                  </a:lnTo>
                  <a:lnTo>
                    <a:pt x="26440" y="5080"/>
                  </a:lnTo>
                  <a:lnTo>
                    <a:pt x="26440" y="5080"/>
                  </a:lnTo>
                  <a:lnTo>
                    <a:pt x="26324" y="4041"/>
                  </a:lnTo>
                  <a:lnTo>
                    <a:pt x="25978" y="3117"/>
                  </a:lnTo>
                  <a:lnTo>
                    <a:pt x="25516" y="2309"/>
                  </a:lnTo>
                  <a:lnTo>
                    <a:pt x="24939" y="1501"/>
                  </a:lnTo>
                  <a:lnTo>
                    <a:pt x="24131" y="924"/>
                  </a:lnTo>
                  <a:lnTo>
                    <a:pt x="23322" y="462"/>
                  </a:lnTo>
                  <a:lnTo>
                    <a:pt x="22399" y="116"/>
                  </a:lnTo>
                  <a:lnTo>
                    <a:pt x="21360" y="0"/>
                  </a:lnTo>
                  <a:lnTo>
                    <a:pt x="21360" y="0"/>
                  </a:lnTo>
                  <a:lnTo>
                    <a:pt x="20321" y="116"/>
                  </a:lnTo>
                  <a:lnTo>
                    <a:pt x="19397" y="462"/>
                  </a:lnTo>
                  <a:lnTo>
                    <a:pt x="18473" y="924"/>
                  </a:lnTo>
                  <a:lnTo>
                    <a:pt x="17781" y="1501"/>
                  </a:lnTo>
                  <a:lnTo>
                    <a:pt x="17088" y="2309"/>
                  </a:lnTo>
                  <a:lnTo>
                    <a:pt x="16626" y="3117"/>
                  </a:lnTo>
                  <a:lnTo>
                    <a:pt x="16395" y="4041"/>
                  </a:lnTo>
                  <a:lnTo>
                    <a:pt x="16280" y="5080"/>
                  </a:lnTo>
                  <a:lnTo>
                    <a:pt x="16280" y="5080"/>
                  </a:lnTo>
                  <a:lnTo>
                    <a:pt x="16280" y="5657"/>
                  </a:lnTo>
                  <a:lnTo>
                    <a:pt x="16395" y="6235"/>
                  </a:lnTo>
                  <a:lnTo>
                    <a:pt x="16626" y="6812"/>
                  </a:lnTo>
                  <a:lnTo>
                    <a:pt x="16857" y="7389"/>
                  </a:lnTo>
                  <a:lnTo>
                    <a:pt x="8891" y="12123"/>
                  </a:lnTo>
                  <a:lnTo>
                    <a:pt x="8891" y="12123"/>
                  </a:lnTo>
                  <a:lnTo>
                    <a:pt x="8082" y="11430"/>
                  </a:lnTo>
                  <a:lnTo>
                    <a:pt x="7159" y="10853"/>
                  </a:lnTo>
                  <a:lnTo>
                    <a:pt x="6235" y="10506"/>
                  </a:lnTo>
                  <a:lnTo>
                    <a:pt x="5081" y="10391"/>
                  </a:lnTo>
                  <a:lnTo>
                    <a:pt x="5081" y="10391"/>
                  </a:lnTo>
                  <a:lnTo>
                    <a:pt x="4042" y="10506"/>
                  </a:lnTo>
                  <a:lnTo>
                    <a:pt x="3118" y="10853"/>
                  </a:lnTo>
                  <a:lnTo>
                    <a:pt x="2310" y="11315"/>
                  </a:lnTo>
                  <a:lnTo>
                    <a:pt x="1502" y="11892"/>
                  </a:lnTo>
                  <a:lnTo>
                    <a:pt x="924" y="12700"/>
                  </a:lnTo>
                  <a:lnTo>
                    <a:pt x="462" y="13508"/>
                  </a:lnTo>
                  <a:lnTo>
                    <a:pt x="116" y="14432"/>
                  </a:lnTo>
                  <a:lnTo>
                    <a:pt x="1" y="15471"/>
                  </a:lnTo>
                  <a:lnTo>
                    <a:pt x="1" y="15471"/>
                  </a:lnTo>
                  <a:lnTo>
                    <a:pt x="116" y="16510"/>
                  </a:lnTo>
                  <a:lnTo>
                    <a:pt x="462" y="17434"/>
                  </a:lnTo>
                  <a:lnTo>
                    <a:pt x="924" y="18357"/>
                  </a:lnTo>
                  <a:lnTo>
                    <a:pt x="1502" y="19050"/>
                  </a:lnTo>
                  <a:lnTo>
                    <a:pt x="2310" y="19627"/>
                  </a:lnTo>
                  <a:lnTo>
                    <a:pt x="3118" y="20089"/>
                  </a:lnTo>
                  <a:lnTo>
                    <a:pt x="4042" y="20436"/>
                  </a:lnTo>
                  <a:lnTo>
                    <a:pt x="5081" y="20551"/>
                  </a:lnTo>
                  <a:lnTo>
                    <a:pt x="5081" y="20551"/>
                  </a:lnTo>
                  <a:lnTo>
                    <a:pt x="6120" y="20436"/>
                  </a:lnTo>
                  <a:lnTo>
                    <a:pt x="7043" y="20089"/>
                  </a:lnTo>
                  <a:lnTo>
                    <a:pt x="7967" y="19627"/>
                  </a:lnTo>
                  <a:lnTo>
                    <a:pt x="8660" y="19050"/>
                  </a:lnTo>
                  <a:lnTo>
                    <a:pt x="9352" y="18357"/>
                  </a:lnTo>
                  <a:lnTo>
                    <a:pt x="9814" y="17434"/>
                  </a:lnTo>
                  <a:lnTo>
                    <a:pt x="10045" y="16510"/>
                  </a:lnTo>
                  <a:lnTo>
                    <a:pt x="10161" y="15471"/>
                  </a:lnTo>
                  <a:lnTo>
                    <a:pt x="10161" y="15471"/>
                  </a:lnTo>
                  <a:lnTo>
                    <a:pt x="10161" y="14894"/>
                  </a:lnTo>
                  <a:lnTo>
                    <a:pt x="10045" y="14316"/>
                  </a:lnTo>
                  <a:lnTo>
                    <a:pt x="18473" y="9236"/>
                  </a:lnTo>
                  <a:lnTo>
                    <a:pt x="18473" y="9236"/>
                  </a:lnTo>
                  <a:lnTo>
                    <a:pt x="19166" y="9583"/>
                  </a:lnTo>
                  <a:lnTo>
                    <a:pt x="19859" y="9929"/>
                  </a:lnTo>
                  <a:lnTo>
                    <a:pt x="20552" y="10045"/>
                  </a:lnTo>
                  <a:lnTo>
                    <a:pt x="21360" y="10160"/>
                  </a:lnTo>
                  <a:lnTo>
                    <a:pt x="21360" y="10160"/>
                  </a:lnTo>
                  <a:lnTo>
                    <a:pt x="22052" y="10045"/>
                  </a:lnTo>
                  <a:lnTo>
                    <a:pt x="22861" y="9929"/>
                  </a:lnTo>
                  <a:lnTo>
                    <a:pt x="23553" y="9583"/>
                  </a:lnTo>
                  <a:lnTo>
                    <a:pt x="24131" y="9236"/>
                  </a:lnTo>
                  <a:lnTo>
                    <a:pt x="32674" y="14201"/>
                  </a:lnTo>
                  <a:lnTo>
                    <a:pt x="32674" y="14201"/>
                  </a:lnTo>
                  <a:lnTo>
                    <a:pt x="32559" y="14778"/>
                  </a:lnTo>
                  <a:lnTo>
                    <a:pt x="32443" y="15471"/>
                  </a:lnTo>
                  <a:lnTo>
                    <a:pt x="32443" y="15471"/>
                  </a:lnTo>
                  <a:lnTo>
                    <a:pt x="32559" y="16510"/>
                  </a:lnTo>
                  <a:lnTo>
                    <a:pt x="32905" y="17434"/>
                  </a:lnTo>
                  <a:lnTo>
                    <a:pt x="33367" y="18357"/>
                  </a:lnTo>
                  <a:lnTo>
                    <a:pt x="33944" y="19050"/>
                  </a:lnTo>
                  <a:lnTo>
                    <a:pt x="34752" y="19627"/>
                  </a:lnTo>
                  <a:lnTo>
                    <a:pt x="35561" y="20089"/>
                  </a:lnTo>
                  <a:lnTo>
                    <a:pt x="36484" y="20436"/>
                  </a:lnTo>
                  <a:lnTo>
                    <a:pt x="37523" y="20551"/>
                  </a:lnTo>
                  <a:lnTo>
                    <a:pt x="37523" y="20551"/>
                  </a:lnTo>
                  <a:lnTo>
                    <a:pt x="38562" y="20436"/>
                  </a:lnTo>
                  <a:lnTo>
                    <a:pt x="39486" y="20089"/>
                  </a:lnTo>
                  <a:lnTo>
                    <a:pt x="40410" y="19627"/>
                  </a:lnTo>
                  <a:lnTo>
                    <a:pt x="41102" y="19050"/>
                  </a:lnTo>
                  <a:lnTo>
                    <a:pt x="41795" y="18357"/>
                  </a:lnTo>
                  <a:lnTo>
                    <a:pt x="42257" y="17434"/>
                  </a:lnTo>
                  <a:lnTo>
                    <a:pt x="42488" y="16510"/>
                  </a:lnTo>
                  <a:lnTo>
                    <a:pt x="42603" y="15471"/>
                  </a:lnTo>
                  <a:lnTo>
                    <a:pt x="42603" y="15471"/>
                  </a:lnTo>
                  <a:lnTo>
                    <a:pt x="42488" y="14432"/>
                  </a:lnTo>
                  <a:lnTo>
                    <a:pt x="42257" y="13508"/>
                  </a:lnTo>
                  <a:lnTo>
                    <a:pt x="41795" y="12700"/>
                  </a:lnTo>
                  <a:lnTo>
                    <a:pt x="41102" y="11892"/>
                  </a:lnTo>
                  <a:lnTo>
                    <a:pt x="40410" y="11315"/>
                  </a:lnTo>
                  <a:lnTo>
                    <a:pt x="39486" y="10853"/>
                  </a:lnTo>
                  <a:lnTo>
                    <a:pt x="38562" y="10506"/>
                  </a:lnTo>
                  <a:lnTo>
                    <a:pt x="37523" y="10391"/>
                  </a:lnTo>
                  <a:lnTo>
                    <a:pt x="37523" y="1039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a:extLst>
                <a:ext uri="{FF2B5EF4-FFF2-40B4-BE49-F238E27FC236}">
                  <a16:creationId xmlns:a16="http://schemas.microsoft.com/office/drawing/2014/main" id="{744609D5-F870-6603-DB12-B47D86495C14}"/>
                </a:ext>
              </a:extLst>
            </p:cNvPr>
            <p:cNvSpPr/>
            <p:nvPr/>
          </p:nvSpPr>
          <p:spPr>
            <a:xfrm>
              <a:off x="2834400" y="6968575"/>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a:extLst>
                <a:ext uri="{FF2B5EF4-FFF2-40B4-BE49-F238E27FC236}">
                  <a16:creationId xmlns:a16="http://schemas.microsoft.com/office/drawing/2014/main" id="{03401C5A-8833-19AD-3477-2E0C0B6E5AD6}"/>
                </a:ext>
              </a:extLst>
            </p:cNvPr>
            <p:cNvSpPr/>
            <p:nvPr/>
          </p:nvSpPr>
          <p:spPr>
            <a:xfrm>
              <a:off x="2392775" y="6327800"/>
              <a:ext cx="72200" cy="72175"/>
            </a:xfrm>
            <a:custGeom>
              <a:avLst/>
              <a:gdLst/>
              <a:ahLst/>
              <a:cxnLst/>
              <a:rect l="l" t="t" r="r" b="b"/>
              <a:pathLst>
                <a:path w="2888" h="2887" extrusionOk="0">
                  <a:moveTo>
                    <a:pt x="1502" y="0"/>
                  </a:moveTo>
                  <a:lnTo>
                    <a:pt x="924" y="116"/>
                  </a:lnTo>
                  <a:lnTo>
                    <a:pt x="463" y="347"/>
                  </a:lnTo>
                  <a:lnTo>
                    <a:pt x="116" y="808"/>
                  </a:lnTo>
                  <a:lnTo>
                    <a:pt x="1" y="1386"/>
                  </a:lnTo>
                  <a:lnTo>
                    <a:pt x="116" y="1963"/>
                  </a:lnTo>
                  <a:lnTo>
                    <a:pt x="463" y="2425"/>
                  </a:lnTo>
                  <a:lnTo>
                    <a:pt x="924" y="2771"/>
                  </a:lnTo>
                  <a:lnTo>
                    <a:pt x="1502" y="2887"/>
                  </a:lnTo>
                  <a:lnTo>
                    <a:pt x="2079" y="2771"/>
                  </a:lnTo>
                  <a:lnTo>
                    <a:pt x="2425" y="2425"/>
                  </a:lnTo>
                  <a:lnTo>
                    <a:pt x="2772" y="1963"/>
                  </a:lnTo>
                  <a:lnTo>
                    <a:pt x="2887" y="1386"/>
                  </a:lnTo>
                  <a:lnTo>
                    <a:pt x="2772" y="808"/>
                  </a:lnTo>
                  <a:lnTo>
                    <a:pt x="2425" y="347"/>
                  </a:lnTo>
                  <a:lnTo>
                    <a:pt x="2079" y="116"/>
                  </a:lnTo>
                  <a:lnTo>
                    <a:pt x="15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a:extLst>
                <a:ext uri="{FF2B5EF4-FFF2-40B4-BE49-F238E27FC236}">
                  <a16:creationId xmlns:a16="http://schemas.microsoft.com/office/drawing/2014/main" id="{CE4D8237-571B-1C8D-3EBA-693275219A5C}"/>
                </a:ext>
              </a:extLst>
            </p:cNvPr>
            <p:cNvSpPr/>
            <p:nvPr/>
          </p:nvSpPr>
          <p:spPr>
            <a:xfrm>
              <a:off x="2392775" y="6327800"/>
              <a:ext cx="72200" cy="72175"/>
            </a:xfrm>
            <a:custGeom>
              <a:avLst/>
              <a:gdLst/>
              <a:ahLst/>
              <a:cxnLst/>
              <a:rect l="l" t="t" r="r" b="b"/>
              <a:pathLst>
                <a:path w="2888" h="2887" fill="none" extrusionOk="0">
                  <a:moveTo>
                    <a:pt x="2887" y="1386"/>
                  </a:moveTo>
                  <a:lnTo>
                    <a:pt x="2887" y="1386"/>
                  </a:lnTo>
                  <a:lnTo>
                    <a:pt x="2772" y="808"/>
                  </a:lnTo>
                  <a:lnTo>
                    <a:pt x="2425" y="347"/>
                  </a:lnTo>
                  <a:lnTo>
                    <a:pt x="2079" y="116"/>
                  </a:lnTo>
                  <a:lnTo>
                    <a:pt x="1502" y="0"/>
                  </a:lnTo>
                  <a:lnTo>
                    <a:pt x="1502" y="0"/>
                  </a:lnTo>
                  <a:lnTo>
                    <a:pt x="924" y="116"/>
                  </a:lnTo>
                  <a:lnTo>
                    <a:pt x="463" y="347"/>
                  </a:lnTo>
                  <a:lnTo>
                    <a:pt x="116" y="808"/>
                  </a:lnTo>
                  <a:lnTo>
                    <a:pt x="1" y="1386"/>
                  </a:lnTo>
                  <a:lnTo>
                    <a:pt x="1" y="1386"/>
                  </a:lnTo>
                  <a:lnTo>
                    <a:pt x="116" y="1963"/>
                  </a:lnTo>
                  <a:lnTo>
                    <a:pt x="463" y="2425"/>
                  </a:lnTo>
                  <a:lnTo>
                    <a:pt x="924" y="2771"/>
                  </a:lnTo>
                  <a:lnTo>
                    <a:pt x="1502" y="2887"/>
                  </a:lnTo>
                  <a:lnTo>
                    <a:pt x="1502" y="2887"/>
                  </a:lnTo>
                  <a:lnTo>
                    <a:pt x="2079" y="2771"/>
                  </a:lnTo>
                  <a:lnTo>
                    <a:pt x="2425" y="2425"/>
                  </a:lnTo>
                  <a:lnTo>
                    <a:pt x="2772" y="1963"/>
                  </a:lnTo>
                  <a:lnTo>
                    <a:pt x="2887" y="1386"/>
                  </a:lnTo>
                  <a:lnTo>
                    <a:pt x="2887" y="138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a:extLst>
                <a:ext uri="{FF2B5EF4-FFF2-40B4-BE49-F238E27FC236}">
                  <a16:creationId xmlns:a16="http://schemas.microsoft.com/office/drawing/2014/main" id="{9E8EB857-0925-AA8B-1C74-3A684C08632A}"/>
                </a:ext>
              </a:extLst>
            </p:cNvPr>
            <p:cNvSpPr/>
            <p:nvPr/>
          </p:nvSpPr>
          <p:spPr>
            <a:xfrm>
              <a:off x="2464950" y="636242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a:extLst>
                <a:ext uri="{FF2B5EF4-FFF2-40B4-BE49-F238E27FC236}">
                  <a16:creationId xmlns:a16="http://schemas.microsoft.com/office/drawing/2014/main" id="{B5406263-9A29-81B4-5BE4-07A219E0BDC2}"/>
                </a:ext>
              </a:extLst>
            </p:cNvPr>
            <p:cNvSpPr/>
            <p:nvPr/>
          </p:nvSpPr>
          <p:spPr>
            <a:xfrm>
              <a:off x="2225375" y="6157500"/>
              <a:ext cx="407000" cy="508025"/>
            </a:xfrm>
            <a:custGeom>
              <a:avLst/>
              <a:gdLst/>
              <a:ahLst/>
              <a:cxnLst/>
              <a:rect l="l" t="t" r="r" b="b"/>
              <a:pathLst>
                <a:path w="16280" h="20321" extrusionOk="0">
                  <a:moveTo>
                    <a:pt x="8198" y="4272"/>
                  </a:moveTo>
                  <a:lnTo>
                    <a:pt x="9006" y="4388"/>
                  </a:lnTo>
                  <a:lnTo>
                    <a:pt x="9699" y="4619"/>
                  </a:lnTo>
                  <a:lnTo>
                    <a:pt x="10391" y="4965"/>
                  </a:lnTo>
                  <a:lnTo>
                    <a:pt x="10969" y="5427"/>
                  </a:lnTo>
                  <a:lnTo>
                    <a:pt x="11430" y="6004"/>
                  </a:lnTo>
                  <a:lnTo>
                    <a:pt x="11777" y="6697"/>
                  </a:lnTo>
                  <a:lnTo>
                    <a:pt x="12008" y="7389"/>
                  </a:lnTo>
                  <a:lnTo>
                    <a:pt x="12123" y="8198"/>
                  </a:lnTo>
                  <a:lnTo>
                    <a:pt x="12008" y="9006"/>
                  </a:lnTo>
                  <a:lnTo>
                    <a:pt x="11777" y="9699"/>
                  </a:lnTo>
                  <a:lnTo>
                    <a:pt x="11430" y="10391"/>
                  </a:lnTo>
                  <a:lnTo>
                    <a:pt x="10969" y="10969"/>
                  </a:lnTo>
                  <a:lnTo>
                    <a:pt x="10391" y="11430"/>
                  </a:lnTo>
                  <a:lnTo>
                    <a:pt x="9699" y="11777"/>
                  </a:lnTo>
                  <a:lnTo>
                    <a:pt x="9006" y="12008"/>
                  </a:lnTo>
                  <a:lnTo>
                    <a:pt x="8198" y="12123"/>
                  </a:lnTo>
                  <a:lnTo>
                    <a:pt x="7390" y="12008"/>
                  </a:lnTo>
                  <a:lnTo>
                    <a:pt x="6697" y="11777"/>
                  </a:lnTo>
                  <a:lnTo>
                    <a:pt x="6004" y="11430"/>
                  </a:lnTo>
                  <a:lnTo>
                    <a:pt x="5427" y="10969"/>
                  </a:lnTo>
                  <a:lnTo>
                    <a:pt x="4965" y="10391"/>
                  </a:lnTo>
                  <a:lnTo>
                    <a:pt x="4503" y="9699"/>
                  </a:lnTo>
                  <a:lnTo>
                    <a:pt x="4272" y="9006"/>
                  </a:lnTo>
                  <a:lnTo>
                    <a:pt x="4272" y="8198"/>
                  </a:lnTo>
                  <a:lnTo>
                    <a:pt x="4272" y="7389"/>
                  </a:lnTo>
                  <a:lnTo>
                    <a:pt x="4503" y="6697"/>
                  </a:lnTo>
                  <a:lnTo>
                    <a:pt x="4965" y="6004"/>
                  </a:lnTo>
                  <a:lnTo>
                    <a:pt x="5427" y="5427"/>
                  </a:lnTo>
                  <a:lnTo>
                    <a:pt x="6004" y="4965"/>
                  </a:lnTo>
                  <a:lnTo>
                    <a:pt x="6697" y="4619"/>
                  </a:lnTo>
                  <a:lnTo>
                    <a:pt x="7390" y="4388"/>
                  </a:lnTo>
                  <a:lnTo>
                    <a:pt x="8198" y="4272"/>
                  </a:lnTo>
                  <a:close/>
                  <a:moveTo>
                    <a:pt x="7390" y="0"/>
                  </a:moveTo>
                  <a:lnTo>
                    <a:pt x="6581" y="116"/>
                  </a:lnTo>
                  <a:lnTo>
                    <a:pt x="5773" y="347"/>
                  </a:lnTo>
                  <a:lnTo>
                    <a:pt x="4965" y="578"/>
                  </a:lnTo>
                  <a:lnTo>
                    <a:pt x="4272" y="924"/>
                  </a:lnTo>
                  <a:lnTo>
                    <a:pt x="3580" y="1386"/>
                  </a:lnTo>
                  <a:lnTo>
                    <a:pt x="3002" y="1848"/>
                  </a:lnTo>
                  <a:lnTo>
                    <a:pt x="2425" y="2425"/>
                  </a:lnTo>
                  <a:lnTo>
                    <a:pt x="1848" y="3002"/>
                  </a:lnTo>
                  <a:lnTo>
                    <a:pt x="1386" y="3579"/>
                  </a:lnTo>
                  <a:lnTo>
                    <a:pt x="1040" y="4272"/>
                  </a:lnTo>
                  <a:lnTo>
                    <a:pt x="693" y="4965"/>
                  </a:lnTo>
                  <a:lnTo>
                    <a:pt x="462" y="5658"/>
                  </a:lnTo>
                  <a:lnTo>
                    <a:pt x="231" y="6466"/>
                  </a:lnTo>
                  <a:lnTo>
                    <a:pt x="116" y="7274"/>
                  </a:lnTo>
                  <a:lnTo>
                    <a:pt x="0" y="8082"/>
                  </a:lnTo>
                  <a:lnTo>
                    <a:pt x="116" y="9006"/>
                  </a:lnTo>
                  <a:lnTo>
                    <a:pt x="231" y="9814"/>
                  </a:lnTo>
                  <a:lnTo>
                    <a:pt x="462" y="10622"/>
                  </a:lnTo>
                  <a:lnTo>
                    <a:pt x="693" y="11430"/>
                  </a:lnTo>
                  <a:lnTo>
                    <a:pt x="1501" y="13047"/>
                  </a:lnTo>
                  <a:lnTo>
                    <a:pt x="2425" y="14548"/>
                  </a:lnTo>
                  <a:lnTo>
                    <a:pt x="3349" y="15818"/>
                  </a:lnTo>
                  <a:lnTo>
                    <a:pt x="4388" y="17088"/>
                  </a:lnTo>
                  <a:lnTo>
                    <a:pt x="6235" y="19050"/>
                  </a:lnTo>
                  <a:lnTo>
                    <a:pt x="6928" y="19743"/>
                  </a:lnTo>
                  <a:lnTo>
                    <a:pt x="7159" y="19974"/>
                  </a:lnTo>
                  <a:lnTo>
                    <a:pt x="7505" y="20089"/>
                  </a:lnTo>
                  <a:lnTo>
                    <a:pt x="7851" y="20205"/>
                  </a:lnTo>
                  <a:lnTo>
                    <a:pt x="8198" y="20320"/>
                  </a:lnTo>
                  <a:lnTo>
                    <a:pt x="8544" y="20205"/>
                  </a:lnTo>
                  <a:lnTo>
                    <a:pt x="8890" y="20089"/>
                  </a:lnTo>
                  <a:lnTo>
                    <a:pt x="9121" y="19974"/>
                  </a:lnTo>
                  <a:lnTo>
                    <a:pt x="9468" y="19743"/>
                  </a:lnTo>
                  <a:lnTo>
                    <a:pt x="9930" y="19166"/>
                  </a:lnTo>
                  <a:lnTo>
                    <a:pt x="11777" y="17088"/>
                  </a:lnTo>
                  <a:lnTo>
                    <a:pt x="12931" y="15818"/>
                  </a:lnTo>
                  <a:lnTo>
                    <a:pt x="13855" y="14432"/>
                  </a:lnTo>
                  <a:lnTo>
                    <a:pt x="14779" y="12931"/>
                  </a:lnTo>
                  <a:lnTo>
                    <a:pt x="15587" y="11315"/>
                  </a:lnTo>
                  <a:lnTo>
                    <a:pt x="15933" y="10507"/>
                  </a:lnTo>
                  <a:lnTo>
                    <a:pt x="16164" y="9699"/>
                  </a:lnTo>
                  <a:lnTo>
                    <a:pt x="16280" y="8890"/>
                  </a:lnTo>
                  <a:lnTo>
                    <a:pt x="16280" y="8082"/>
                  </a:lnTo>
                  <a:lnTo>
                    <a:pt x="16280" y="7274"/>
                  </a:lnTo>
                  <a:lnTo>
                    <a:pt x="16164" y="6466"/>
                  </a:lnTo>
                  <a:lnTo>
                    <a:pt x="15933" y="5658"/>
                  </a:lnTo>
                  <a:lnTo>
                    <a:pt x="15702" y="4965"/>
                  </a:lnTo>
                  <a:lnTo>
                    <a:pt x="15356" y="4272"/>
                  </a:lnTo>
                  <a:lnTo>
                    <a:pt x="14894" y="3579"/>
                  </a:lnTo>
                  <a:lnTo>
                    <a:pt x="14432" y="3002"/>
                  </a:lnTo>
                  <a:lnTo>
                    <a:pt x="13855" y="2425"/>
                  </a:lnTo>
                  <a:lnTo>
                    <a:pt x="13278" y="1848"/>
                  </a:lnTo>
                  <a:lnTo>
                    <a:pt x="12700" y="1386"/>
                  </a:lnTo>
                  <a:lnTo>
                    <a:pt x="12008" y="924"/>
                  </a:lnTo>
                  <a:lnTo>
                    <a:pt x="11315" y="578"/>
                  </a:lnTo>
                  <a:lnTo>
                    <a:pt x="10622" y="347"/>
                  </a:lnTo>
                  <a:lnTo>
                    <a:pt x="9814" y="116"/>
                  </a:lnTo>
                  <a:lnTo>
                    <a:pt x="90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a:extLst>
                <a:ext uri="{FF2B5EF4-FFF2-40B4-BE49-F238E27FC236}">
                  <a16:creationId xmlns:a16="http://schemas.microsoft.com/office/drawing/2014/main" id="{301C5998-9C6E-66D5-A893-EB36CAE3E2DE}"/>
                </a:ext>
              </a:extLst>
            </p:cNvPr>
            <p:cNvSpPr/>
            <p:nvPr/>
          </p:nvSpPr>
          <p:spPr>
            <a:xfrm>
              <a:off x="2225375" y="6157500"/>
              <a:ext cx="407000" cy="508025"/>
            </a:xfrm>
            <a:custGeom>
              <a:avLst/>
              <a:gdLst/>
              <a:ahLst/>
              <a:cxnLst/>
              <a:rect l="l" t="t" r="r" b="b"/>
              <a:pathLst>
                <a:path w="16280" h="20321" fill="none" extrusionOk="0">
                  <a:moveTo>
                    <a:pt x="6928" y="19743"/>
                  </a:moveTo>
                  <a:lnTo>
                    <a:pt x="6928" y="19743"/>
                  </a:lnTo>
                  <a:lnTo>
                    <a:pt x="7159" y="19974"/>
                  </a:lnTo>
                  <a:lnTo>
                    <a:pt x="7505" y="20089"/>
                  </a:lnTo>
                  <a:lnTo>
                    <a:pt x="7851" y="20205"/>
                  </a:lnTo>
                  <a:lnTo>
                    <a:pt x="8198" y="20320"/>
                  </a:lnTo>
                  <a:lnTo>
                    <a:pt x="8198" y="20320"/>
                  </a:lnTo>
                  <a:lnTo>
                    <a:pt x="8544" y="20205"/>
                  </a:lnTo>
                  <a:lnTo>
                    <a:pt x="8890" y="20089"/>
                  </a:lnTo>
                  <a:lnTo>
                    <a:pt x="9121" y="19974"/>
                  </a:lnTo>
                  <a:lnTo>
                    <a:pt x="9468" y="19743"/>
                  </a:lnTo>
                  <a:lnTo>
                    <a:pt x="9468" y="19743"/>
                  </a:lnTo>
                  <a:lnTo>
                    <a:pt x="9930" y="19166"/>
                  </a:lnTo>
                  <a:lnTo>
                    <a:pt x="9930" y="19166"/>
                  </a:lnTo>
                  <a:lnTo>
                    <a:pt x="11777" y="17088"/>
                  </a:lnTo>
                  <a:lnTo>
                    <a:pt x="12931" y="15818"/>
                  </a:lnTo>
                  <a:lnTo>
                    <a:pt x="13855" y="14432"/>
                  </a:lnTo>
                  <a:lnTo>
                    <a:pt x="14779" y="12931"/>
                  </a:lnTo>
                  <a:lnTo>
                    <a:pt x="15587" y="11315"/>
                  </a:lnTo>
                  <a:lnTo>
                    <a:pt x="15933" y="10507"/>
                  </a:lnTo>
                  <a:lnTo>
                    <a:pt x="16164" y="9699"/>
                  </a:lnTo>
                  <a:lnTo>
                    <a:pt x="16280" y="8890"/>
                  </a:lnTo>
                  <a:lnTo>
                    <a:pt x="16280" y="8082"/>
                  </a:lnTo>
                  <a:lnTo>
                    <a:pt x="16280" y="8082"/>
                  </a:lnTo>
                  <a:lnTo>
                    <a:pt x="16280" y="7274"/>
                  </a:lnTo>
                  <a:lnTo>
                    <a:pt x="16164" y="6466"/>
                  </a:lnTo>
                  <a:lnTo>
                    <a:pt x="15933" y="5658"/>
                  </a:lnTo>
                  <a:lnTo>
                    <a:pt x="15702" y="4965"/>
                  </a:lnTo>
                  <a:lnTo>
                    <a:pt x="15356" y="4272"/>
                  </a:lnTo>
                  <a:lnTo>
                    <a:pt x="14894" y="3579"/>
                  </a:lnTo>
                  <a:lnTo>
                    <a:pt x="14432" y="3002"/>
                  </a:lnTo>
                  <a:lnTo>
                    <a:pt x="13855" y="2425"/>
                  </a:lnTo>
                  <a:lnTo>
                    <a:pt x="13278" y="1848"/>
                  </a:lnTo>
                  <a:lnTo>
                    <a:pt x="12700" y="1386"/>
                  </a:lnTo>
                  <a:lnTo>
                    <a:pt x="12008" y="924"/>
                  </a:lnTo>
                  <a:lnTo>
                    <a:pt x="11315" y="578"/>
                  </a:lnTo>
                  <a:lnTo>
                    <a:pt x="10622" y="347"/>
                  </a:lnTo>
                  <a:lnTo>
                    <a:pt x="9814" y="116"/>
                  </a:lnTo>
                  <a:lnTo>
                    <a:pt x="9006" y="0"/>
                  </a:lnTo>
                  <a:lnTo>
                    <a:pt x="8198" y="0"/>
                  </a:lnTo>
                  <a:lnTo>
                    <a:pt x="8198" y="0"/>
                  </a:lnTo>
                  <a:lnTo>
                    <a:pt x="7390" y="0"/>
                  </a:lnTo>
                  <a:lnTo>
                    <a:pt x="6581" y="116"/>
                  </a:lnTo>
                  <a:lnTo>
                    <a:pt x="5773" y="347"/>
                  </a:lnTo>
                  <a:lnTo>
                    <a:pt x="4965" y="578"/>
                  </a:lnTo>
                  <a:lnTo>
                    <a:pt x="4272" y="924"/>
                  </a:lnTo>
                  <a:lnTo>
                    <a:pt x="3580" y="1386"/>
                  </a:lnTo>
                  <a:lnTo>
                    <a:pt x="3002" y="1848"/>
                  </a:lnTo>
                  <a:lnTo>
                    <a:pt x="2425" y="2425"/>
                  </a:lnTo>
                  <a:lnTo>
                    <a:pt x="1848" y="3002"/>
                  </a:lnTo>
                  <a:lnTo>
                    <a:pt x="1386" y="3579"/>
                  </a:lnTo>
                  <a:lnTo>
                    <a:pt x="1040" y="4272"/>
                  </a:lnTo>
                  <a:lnTo>
                    <a:pt x="693" y="4965"/>
                  </a:lnTo>
                  <a:lnTo>
                    <a:pt x="462" y="5658"/>
                  </a:lnTo>
                  <a:lnTo>
                    <a:pt x="231" y="6466"/>
                  </a:lnTo>
                  <a:lnTo>
                    <a:pt x="116" y="7274"/>
                  </a:lnTo>
                  <a:lnTo>
                    <a:pt x="0" y="8082"/>
                  </a:lnTo>
                  <a:lnTo>
                    <a:pt x="0" y="8082"/>
                  </a:lnTo>
                  <a:lnTo>
                    <a:pt x="116" y="9006"/>
                  </a:lnTo>
                  <a:lnTo>
                    <a:pt x="231" y="9814"/>
                  </a:lnTo>
                  <a:lnTo>
                    <a:pt x="462" y="10622"/>
                  </a:lnTo>
                  <a:lnTo>
                    <a:pt x="693" y="11430"/>
                  </a:lnTo>
                  <a:lnTo>
                    <a:pt x="1501" y="13047"/>
                  </a:lnTo>
                  <a:lnTo>
                    <a:pt x="2425" y="14548"/>
                  </a:lnTo>
                  <a:lnTo>
                    <a:pt x="3349" y="15818"/>
                  </a:lnTo>
                  <a:lnTo>
                    <a:pt x="4388" y="17088"/>
                  </a:lnTo>
                  <a:lnTo>
                    <a:pt x="6235" y="19050"/>
                  </a:lnTo>
                  <a:lnTo>
                    <a:pt x="6235" y="19050"/>
                  </a:lnTo>
                  <a:lnTo>
                    <a:pt x="6928" y="19743"/>
                  </a:lnTo>
                  <a:lnTo>
                    <a:pt x="6928" y="1974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a:extLst>
                <a:ext uri="{FF2B5EF4-FFF2-40B4-BE49-F238E27FC236}">
                  <a16:creationId xmlns:a16="http://schemas.microsoft.com/office/drawing/2014/main" id="{5AFCAD75-F582-D6B5-8145-43617FFE615A}"/>
                </a:ext>
              </a:extLst>
            </p:cNvPr>
            <p:cNvSpPr/>
            <p:nvPr/>
          </p:nvSpPr>
          <p:spPr>
            <a:xfrm>
              <a:off x="2332175" y="6264300"/>
              <a:ext cx="196300" cy="196300"/>
            </a:xfrm>
            <a:custGeom>
              <a:avLst/>
              <a:gdLst/>
              <a:ahLst/>
              <a:cxnLst/>
              <a:rect l="l" t="t" r="r" b="b"/>
              <a:pathLst>
                <a:path w="7852" h="7852" fill="none" extrusionOk="0">
                  <a:moveTo>
                    <a:pt x="0" y="3926"/>
                  </a:moveTo>
                  <a:lnTo>
                    <a:pt x="0" y="3926"/>
                  </a:lnTo>
                  <a:lnTo>
                    <a:pt x="0" y="3117"/>
                  </a:lnTo>
                  <a:lnTo>
                    <a:pt x="231" y="2425"/>
                  </a:lnTo>
                  <a:lnTo>
                    <a:pt x="693" y="1732"/>
                  </a:lnTo>
                  <a:lnTo>
                    <a:pt x="1155" y="1155"/>
                  </a:lnTo>
                  <a:lnTo>
                    <a:pt x="1732" y="693"/>
                  </a:lnTo>
                  <a:lnTo>
                    <a:pt x="2425" y="347"/>
                  </a:lnTo>
                  <a:lnTo>
                    <a:pt x="3118" y="116"/>
                  </a:lnTo>
                  <a:lnTo>
                    <a:pt x="3926" y="0"/>
                  </a:lnTo>
                  <a:lnTo>
                    <a:pt x="3926" y="0"/>
                  </a:lnTo>
                  <a:lnTo>
                    <a:pt x="4734" y="116"/>
                  </a:lnTo>
                  <a:lnTo>
                    <a:pt x="5427" y="347"/>
                  </a:lnTo>
                  <a:lnTo>
                    <a:pt x="6119" y="693"/>
                  </a:lnTo>
                  <a:lnTo>
                    <a:pt x="6697" y="1155"/>
                  </a:lnTo>
                  <a:lnTo>
                    <a:pt x="7158" y="1732"/>
                  </a:lnTo>
                  <a:lnTo>
                    <a:pt x="7505" y="2425"/>
                  </a:lnTo>
                  <a:lnTo>
                    <a:pt x="7736" y="3117"/>
                  </a:lnTo>
                  <a:lnTo>
                    <a:pt x="7851" y="3926"/>
                  </a:lnTo>
                  <a:lnTo>
                    <a:pt x="7851" y="3926"/>
                  </a:lnTo>
                  <a:lnTo>
                    <a:pt x="7736" y="4734"/>
                  </a:lnTo>
                  <a:lnTo>
                    <a:pt x="7505" y="5427"/>
                  </a:lnTo>
                  <a:lnTo>
                    <a:pt x="7158" y="6119"/>
                  </a:lnTo>
                  <a:lnTo>
                    <a:pt x="6697" y="6697"/>
                  </a:lnTo>
                  <a:lnTo>
                    <a:pt x="6119" y="7158"/>
                  </a:lnTo>
                  <a:lnTo>
                    <a:pt x="5427" y="7505"/>
                  </a:lnTo>
                  <a:lnTo>
                    <a:pt x="4734" y="7736"/>
                  </a:lnTo>
                  <a:lnTo>
                    <a:pt x="3926" y="7851"/>
                  </a:lnTo>
                  <a:lnTo>
                    <a:pt x="3926" y="7851"/>
                  </a:lnTo>
                  <a:lnTo>
                    <a:pt x="3118" y="7736"/>
                  </a:lnTo>
                  <a:lnTo>
                    <a:pt x="2425" y="7505"/>
                  </a:lnTo>
                  <a:lnTo>
                    <a:pt x="1732" y="7158"/>
                  </a:lnTo>
                  <a:lnTo>
                    <a:pt x="1155" y="6697"/>
                  </a:lnTo>
                  <a:lnTo>
                    <a:pt x="693" y="6119"/>
                  </a:lnTo>
                  <a:lnTo>
                    <a:pt x="231" y="5427"/>
                  </a:lnTo>
                  <a:lnTo>
                    <a:pt x="0" y="4734"/>
                  </a:lnTo>
                  <a:lnTo>
                    <a:pt x="0" y="3926"/>
                  </a:lnTo>
                  <a:lnTo>
                    <a:pt x="0" y="392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a:extLst>
                <a:ext uri="{FF2B5EF4-FFF2-40B4-BE49-F238E27FC236}">
                  <a16:creationId xmlns:a16="http://schemas.microsoft.com/office/drawing/2014/main" id="{6168C78B-5A7D-B347-3B81-7C2433128337}"/>
                </a:ext>
              </a:extLst>
            </p:cNvPr>
            <p:cNvSpPr/>
            <p:nvPr/>
          </p:nvSpPr>
          <p:spPr>
            <a:xfrm>
              <a:off x="2332175" y="6362425"/>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19">
            <a:extLst>
              <a:ext uri="{FF2B5EF4-FFF2-40B4-BE49-F238E27FC236}">
                <a16:creationId xmlns:a16="http://schemas.microsoft.com/office/drawing/2014/main" id="{064A9B45-4428-B63A-835E-39C5E526D14A}"/>
              </a:ext>
            </a:extLst>
          </p:cNvPr>
          <p:cNvGrpSpPr/>
          <p:nvPr/>
        </p:nvGrpSpPr>
        <p:grpSpPr>
          <a:xfrm>
            <a:off x="8090702" y="1458689"/>
            <a:ext cx="420577" cy="365762"/>
            <a:chOff x="3558875" y="6212325"/>
            <a:chExt cx="1047775" cy="912125"/>
          </a:xfrm>
        </p:grpSpPr>
        <p:sp>
          <p:nvSpPr>
            <p:cNvPr id="467" name="Google Shape;467;p19">
              <a:extLst>
                <a:ext uri="{FF2B5EF4-FFF2-40B4-BE49-F238E27FC236}">
                  <a16:creationId xmlns:a16="http://schemas.microsoft.com/office/drawing/2014/main" id="{6ACD94A8-8CF1-30CD-03E2-1CB56038BFDE}"/>
                </a:ext>
              </a:extLst>
            </p:cNvPr>
            <p:cNvSpPr/>
            <p:nvPr/>
          </p:nvSpPr>
          <p:spPr>
            <a:xfrm>
              <a:off x="3913900" y="6212325"/>
              <a:ext cx="334850" cy="323300"/>
            </a:xfrm>
            <a:custGeom>
              <a:avLst/>
              <a:gdLst/>
              <a:ahLst/>
              <a:cxnLst/>
              <a:rect l="l" t="t" r="r" b="b"/>
              <a:pathLst>
                <a:path w="13394" h="12932" extrusionOk="0">
                  <a:moveTo>
                    <a:pt x="6697" y="1"/>
                  </a:moveTo>
                  <a:lnTo>
                    <a:pt x="6119" y="116"/>
                  </a:lnTo>
                  <a:lnTo>
                    <a:pt x="5542" y="347"/>
                  </a:lnTo>
                  <a:lnTo>
                    <a:pt x="5080" y="809"/>
                  </a:lnTo>
                  <a:lnTo>
                    <a:pt x="4734" y="1502"/>
                  </a:lnTo>
                  <a:lnTo>
                    <a:pt x="4157" y="3349"/>
                  </a:lnTo>
                  <a:lnTo>
                    <a:pt x="2194" y="3349"/>
                  </a:lnTo>
                  <a:lnTo>
                    <a:pt x="1501" y="3465"/>
                  </a:lnTo>
                  <a:lnTo>
                    <a:pt x="924" y="3696"/>
                  </a:lnTo>
                  <a:lnTo>
                    <a:pt x="462" y="4157"/>
                  </a:lnTo>
                  <a:lnTo>
                    <a:pt x="116" y="4735"/>
                  </a:lnTo>
                  <a:lnTo>
                    <a:pt x="0" y="5427"/>
                  </a:lnTo>
                  <a:lnTo>
                    <a:pt x="116" y="6120"/>
                  </a:lnTo>
                  <a:lnTo>
                    <a:pt x="462" y="6697"/>
                  </a:lnTo>
                  <a:lnTo>
                    <a:pt x="924" y="7159"/>
                  </a:lnTo>
                  <a:lnTo>
                    <a:pt x="2540" y="8314"/>
                  </a:lnTo>
                  <a:lnTo>
                    <a:pt x="1848" y="10161"/>
                  </a:lnTo>
                  <a:lnTo>
                    <a:pt x="1848" y="10854"/>
                  </a:lnTo>
                  <a:lnTo>
                    <a:pt x="1848" y="11431"/>
                  </a:lnTo>
                  <a:lnTo>
                    <a:pt x="2194" y="12008"/>
                  </a:lnTo>
                  <a:lnTo>
                    <a:pt x="2656" y="12470"/>
                  </a:lnTo>
                  <a:lnTo>
                    <a:pt x="3233" y="12816"/>
                  </a:lnTo>
                  <a:lnTo>
                    <a:pt x="3926" y="12932"/>
                  </a:lnTo>
                  <a:lnTo>
                    <a:pt x="4503" y="12816"/>
                  </a:lnTo>
                  <a:lnTo>
                    <a:pt x="5196" y="12470"/>
                  </a:lnTo>
                  <a:lnTo>
                    <a:pt x="6697" y="11316"/>
                  </a:lnTo>
                  <a:lnTo>
                    <a:pt x="8313" y="12470"/>
                  </a:lnTo>
                  <a:lnTo>
                    <a:pt x="8890" y="12816"/>
                  </a:lnTo>
                  <a:lnTo>
                    <a:pt x="9583" y="12932"/>
                  </a:lnTo>
                  <a:lnTo>
                    <a:pt x="10276" y="12816"/>
                  </a:lnTo>
                  <a:lnTo>
                    <a:pt x="10853" y="12470"/>
                  </a:lnTo>
                  <a:lnTo>
                    <a:pt x="11315" y="12008"/>
                  </a:lnTo>
                  <a:lnTo>
                    <a:pt x="11546" y="11431"/>
                  </a:lnTo>
                  <a:lnTo>
                    <a:pt x="11661" y="10854"/>
                  </a:lnTo>
                  <a:lnTo>
                    <a:pt x="11546" y="10161"/>
                  </a:lnTo>
                  <a:lnTo>
                    <a:pt x="10969" y="8314"/>
                  </a:lnTo>
                  <a:lnTo>
                    <a:pt x="12585" y="7159"/>
                  </a:lnTo>
                  <a:lnTo>
                    <a:pt x="13047" y="6697"/>
                  </a:lnTo>
                  <a:lnTo>
                    <a:pt x="13393" y="6120"/>
                  </a:lnTo>
                  <a:lnTo>
                    <a:pt x="13393" y="5427"/>
                  </a:lnTo>
                  <a:lnTo>
                    <a:pt x="13393" y="4735"/>
                  </a:lnTo>
                  <a:lnTo>
                    <a:pt x="13047" y="4157"/>
                  </a:lnTo>
                  <a:lnTo>
                    <a:pt x="12585" y="3696"/>
                  </a:lnTo>
                  <a:lnTo>
                    <a:pt x="12008" y="3465"/>
                  </a:lnTo>
                  <a:lnTo>
                    <a:pt x="11315" y="3349"/>
                  </a:lnTo>
                  <a:lnTo>
                    <a:pt x="9352" y="3349"/>
                  </a:lnTo>
                  <a:lnTo>
                    <a:pt x="8775" y="1502"/>
                  </a:lnTo>
                  <a:lnTo>
                    <a:pt x="8429" y="809"/>
                  </a:lnTo>
                  <a:lnTo>
                    <a:pt x="7967" y="347"/>
                  </a:lnTo>
                  <a:lnTo>
                    <a:pt x="7389" y="116"/>
                  </a:lnTo>
                  <a:lnTo>
                    <a:pt x="66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a:extLst>
                <a:ext uri="{FF2B5EF4-FFF2-40B4-BE49-F238E27FC236}">
                  <a16:creationId xmlns:a16="http://schemas.microsoft.com/office/drawing/2014/main" id="{23967A28-D8A8-FE25-CAAE-DBA5F5FBEA05}"/>
                </a:ext>
              </a:extLst>
            </p:cNvPr>
            <p:cNvSpPr/>
            <p:nvPr/>
          </p:nvSpPr>
          <p:spPr>
            <a:xfrm>
              <a:off x="3913900" y="6212325"/>
              <a:ext cx="334850" cy="323300"/>
            </a:xfrm>
            <a:custGeom>
              <a:avLst/>
              <a:gdLst/>
              <a:ahLst/>
              <a:cxnLst/>
              <a:rect l="l" t="t" r="r" b="b"/>
              <a:pathLst>
                <a:path w="13394" h="12932" fill="none" extrusionOk="0">
                  <a:moveTo>
                    <a:pt x="924" y="7159"/>
                  </a:moveTo>
                  <a:lnTo>
                    <a:pt x="2540" y="8314"/>
                  </a:lnTo>
                  <a:lnTo>
                    <a:pt x="1848" y="10161"/>
                  </a:lnTo>
                  <a:lnTo>
                    <a:pt x="1848" y="10161"/>
                  </a:lnTo>
                  <a:lnTo>
                    <a:pt x="1848" y="10854"/>
                  </a:lnTo>
                  <a:lnTo>
                    <a:pt x="1848" y="11431"/>
                  </a:lnTo>
                  <a:lnTo>
                    <a:pt x="2194" y="12008"/>
                  </a:lnTo>
                  <a:lnTo>
                    <a:pt x="2656" y="12470"/>
                  </a:lnTo>
                  <a:lnTo>
                    <a:pt x="2656" y="12470"/>
                  </a:lnTo>
                  <a:lnTo>
                    <a:pt x="3233" y="12816"/>
                  </a:lnTo>
                  <a:lnTo>
                    <a:pt x="3926" y="12932"/>
                  </a:lnTo>
                  <a:lnTo>
                    <a:pt x="4503" y="12816"/>
                  </a:lnTo>
                  <a:lnTo>
                    <a:pt x="5196" y="12470"/>
                  </a:lnTo>
                  <a:lnTo>
                    <a:pt x="6697" y="11316"/>
                  </a:lnTo>
                  <a:lnTo>
                    <a:pt x="8313" y="12470"/>
                  </a:lnTo>
                  <a:lnTo>
                    <a:pt x="8313" y="12470"/>
                  </a:lnTo>
                  <a:lnTo>
                    <a:pt x="8890" y="12816"/>
                  </a:lnTo>
                  <a:lnTo>
                    <a:pt x="9583" y="12932"/>
                  </a:lnTo>
                  <a:lnTo>
                    <a:pt x="9583" y="12932"/>
                  </a:lnTo>
                  <a:lnTo>
                    <a:pt x="10276" y="12816"/>
                  </a:lnTo>
                  <a:lnTo>
                    <a:pt x="10853" y="12470"/>
                  </a:lnTo>
                  <a:lnTo>
                    <a:pt x="10853" y="12470"/>
                  </a:lnTo>
                  <a:lnTo>
                    <a:pt x="11315" y="12008"/>
                  </a:lnTo>
                  <a:lnTo>
                    <a:pt x="11546" y="11431"/>
                  </a:lnTo>
                  <a:lnTo>
                    <a:pt x="11661" y="10854"/>
                  </a:lnTo>
                  <a:lnTo>
                    <a:pt x="11546" y="10161"/>
                  </a:lnTo>
                  <a:lnTo>
                    <a:pt x="10969" y="8314"/>
                  </a:lnTo>
                  <a:lnTo>
                    <a:pt x="12585" y="7159"/>
                  </a:lnTo>
                  <a:lnTo>
                    <a:pt x="12585" y="7159"/>
                  </a:lnTo>
                  <a:lnTo>
                    <a:pt x="13047" y="6697"/>
                  </a:lnTo>
                  <a:lnTo>
                    <a:pt x="13393" y="6120"/>
                  </a:lnTo>
                  <a:lnTo>
                    <a:pt x="13393" y="5427"/>
                  </a:lnTo>
                  <a:lnTo>
                    <a:pt x="13393" y="4735"/>
                  </a:lnTo>
                  <a:lnTo>
                    <a:pt x="13393" y="4735"/>
                  </a:lnTo>
                  <a:lnTo>
                    <a:pt x="13047" y="4157"/>
                  </a:lnTo>
                  <a:lnTo>
                    <a:pt x="12585" y="3696"/>
                  </a:lnTo>
                  <a:lnTo>
                    <a:pt x="12008" y="3465"/>
                  </a:lnTo>
                  <a:lnTo>
                    <a:pt x="11315" y="3349"/>
                  </a:lnTo>
                  <a:lnTo>
                    <a:pt x="9352" y="3349"/>
                  </a:lnTo>
                  <a:lnTo>
                    <a:pt x="8775" y="1502"/>
                  </a:lnTo>
                  <a:lnTo>
                    <a:pt x="8775" y="1502"/>
                  </a:lnTo>
                  <a:lnTo>
                    <a:pt x="8429" y="809"/>
                  </a:lnTo>
                  <a:lnTo>
                    <a:pt x="7967" y="347"/>
                  </a:lnTo>
                  <a:lnTo>
                    <a:pt x="7389" y="116"/>
                  </a:lnTo>
                  <a:lnTo>
                    <a:pt x="6697" y="1"/>
                  </a:lnTo>
                  <a:lnTo>
                    <a:pt x="6697" y="1"/>
                  </a:lnTo>
                  <a:lnTo>
                    <a:pt x="6119" y="116"/>
                  </a:lnTo>
                  <a:lnTo>
                    <a:pt x="5542" y="347"/>
                  </a:lnTo>
                  <a:lnTo>
                    <a:pt x="5080" y="809"/>
                  </a:lnTo>
                  <a:lnTo>
                    <a:pt x="4734" y="1502"/>
                  </a:lnTo>
                  <a:lnTo>
                    <a:pt x="4157" y="3349"/>
                  </a:lnTo>
                  <a:lnTo>
                    <a:pt x="2194" y="3349"/>
                  </a:lnTo>
                  <a:lnTo>
                    <a:pt x="2194" y="3349"/>
                  </a:lnTo>
                  <a:lnTo>
                    <a:pt x="1501" y="3465"/>
                  </a:lnTo>
                  <a:lnTo>
                    <a:pt x="924" y="3696"/>
                  </a:lnTo>
                  <a:lnTo>
                    <a:pt x="462" y="4157"/>
                  </a:lnTo>
                  <a:lnTo>
                    <a:pt x="116" y="4735"/>
                  </a:lnTo>
                  <a:lnTo>
                    <a:pt x="116" y="4735"/>
                  </a:lnTo>
                  <a:lnTo>
                    <a:pt x="0" y="5427"/>
                  </a:lnTo>
                  <a:lnTo>
                    <a:pt x="116" y="6120"/>
                  </a:lnTo>
                  <a:lnTo>
                    <a:pt x="462" y="6697"/>
                  </a:lnTo>
                  <a:lnTo>
                    <a:pt x="924" y="7159"/>
                  </a:lnTo>
                  <a:lnTo>
                    <a:pt x="924" y="715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a:extLst>
                <a:ext uri="{FF2B5EF4-FFF2-40B4-BE49-F238E27FC236}">
                  <a16:creationId xmlns:a16="http://schemas.microsoft.com/office/drawing/2014/main" id="{5574B70A-84D7-8E7F-5EEC-A9C85E78D482}"/>
                </a:ext>
              </a:extLst>
            </p:cNvPr>
            <p:cNvSpPr/>
            <p:nvPr/>
          </p:nvSpPr>
          <p:spPr>
            <a:xfrm>
              <a:off x="3937000" y="6391300"/>
              <a:ext cx="0" cy="25"/>
            </a:xfrm>
            <a:custGeom>
              <a:avLst/>
              <a:gdLst/>
              <a:ahLst/>
              <a:cxnLst/>
              <a:rect l="l" t="t" r="r" b="b"/>
              <a:pathLst>
                <a:path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a:extLst>
                <a:ext uri="{FF2B5EF4-FFF2-40B4-BE49-F238E27FC236}">
                  <a16:creationId xmlns:a16="http://schemas.microsoft.com/office/drawing/2014/main" id="{E80DDBAE-35FF-30AE-0B6D-C333F6D338AB}"/>
                </a:ext>
              </a:extLst>
            </p:cNvPr>
            <p:cNvSpPr/>
            <p:nvPr/>
          </p:nvSpPr>
          <p:spPr>
            <a:xfrm>
              <a:off x="3558875" y="6212325"/>
              <a:ext cx="334850" cy="323300"/>
            </a:xfrm>
            <a:custGeom>
              <a:avLst/>
              <a:gdLst/>
              <a:ahLst/>
              <a:cxnLst/>
              <a:rect l="l" t="t" r="r" b="b"/>
              <a:pathLst>
                <a:path w="13394" h="12932" extrusionOk="0">
                  <a:moveTo>
                    <a:pt x="6697" y="1"/>
                  </a:moveTo>
                  <a:lnTo>
                    <a:pt x="6004" y="116"/>
                  </a:lnTo>
                  <a:lnTo>
                    <a:pt x="5427" y="347"/>
                  </a:lnTo>
                  <a:lnTo>
                    <a:pt x="4965" y="809"/>
                  </a:lnTo>
                  <a:lnTo>
                    <a:pt x="4734" y="1502"/>
                  </a:lnTo>
                  <a:lnTo>
                    <a:pt x="4041" y="3349"/>
                  </a:lnTo>
                  <a:lnTo>
                    <a:pt x="2079" y="3349"/>
                  </a:lnTo>
                  <a:lnTo>
                    <a:pt x="1386" y="3465"/>
                  </a:lnTo>
                  <a:lnTo>
                    <a:pt x="809" y="3696"/>
                  </a:lnTo>
                  <a:lnTo>
                    <a:pt x="347" y="4157"/>
                  </a:lnTo>
                  <a:lnTo>
                    <a:pt x="116" y="4735"/>
                  </a:lnTo>
                  <a:lnTo>
                    <a:pt x="0" y="5427"/>
                  </a:lnTo>
                  <a:lnTo>
                    <a:pt x="116" y="6120"/>
                  </a:lnTo>
                  <a:lnTo>
                    <a:pt x="347" y="6697"/>
                  </a:lnTo>
                  <a:lnTo>
                    <a:pt x="809" y="7159"/>
                  </a:lnTo>
                  <a:lnTo>
                    <a:pt x="2425" y="8314"/>
                  </a:lnTo>
                  <a:lnTo>
                    <a:pt x="1848" y="10161"/>
                  </a:lnTo>
                  <a:lnTo>
                    <a:pt x="1732" y="10854"/>
                  </a:lnTo>
                  <a:lnTo>
                    <a:pt x="1848" y="11431"/>
                  </a:lnTo>
                  <a:lnTo>
                    <a:pt x="2079" y="12008"/>
                  </a:lnTo>
                  <a:lnTo>
                    <a:pt x="2656" y="12470"/>
                  </a:lnTo>
                  <a:lnTo>
                    <a:pt x="3233" y="12816"/>
                  </a:lnTo>
                  <a:lnTo>
                    <a:pt x="3810" y="12932"/>
                  </a:lnTo>
                  <a:lnTo>
                    <a:pt x="4503" y="12816"/>
                  </a:lnTo>
                  <a:lnTo>
                    <a:pt x="5080" y="12470"/>
                  </a:lnTo>
                  <a:lnTo>
                    <a:pt x="6697" y="11316"/>
                  </a:lnTo>
                  <a:lnTo>
                    <a:pt x="8313" y="12470"/>
                  </a:lnTo>
                  <a:lnTo>
                    <a:pt x="8890" y="12816"/>
                  </a:lnTo>
                  <a:lnTo>
                    <a:pt x="9583" y="12932"/>
                  </a:lnTo>
                  <a:lnTo>
                    <a:pt x="10160" y="12816"/>
                  </a:lnTo>
                  <a:lnTo>
                    <a:pt x="10738" y="12470"/>
                  </a:lnTo>
                  <a:lnTo>
                    <a:pt x="11200" y="12008"/>
                  </a:lnTo>
                  <a:lnTo>
                    <a:pt x="11546" y="11431"/>
                  </a:lnTo>
                  <a:lnTo>
                    <a:pt x="11661" y="10854"/>
                  </a:lnTo>
                  <a:lnTo>
                    <a:pt x="11546" y="10161"/>
                  </a:lnTo>
                  <a:lnTo>
                    <a:pt x="10969" y="8314"/>
                  </a:lnTo>
                  <a:lnTo>
                    <a:pt x="12470" y="7159"/>
                  </a:lnTo>
                  <a:lnTo>
                    <a:pt x="13047" y="6697"/>
                  </a:lnTo>
                  <a:lnTo>
                    <a:pt x="13278" y="6120"/>
                  </a:lnTo>
                  <a:lnTo>
                    <a:pt x="13393" y="5427"/>
                  </a:lnTo>
                  <a:lnTo>
                    <a:pt x="13278" y="4735"/>
                  </a:lnTo>
                  <a:lnTo>
                    <a:pt x="13047" y="4157"/>
                  </a:lnTo>
                  <a:lnTo>
                    <a:pt x="12585" y="3696"/>
                  </a:lnTo>
                  <a:lnTo>
                    <a:pt x="11892" y="3465"/>
                  </a:lnTo>
                  <a:lnTo>
                    <a:pt x="11315" y="3349"/>
                  </a:lnTo>
                  <a:lnTo>
                    <a:pt x="9352" y="3349"/>
                  </a:lnTo>
                  <a:lnTo>
                    <a:pt x="8660" y="1502"/>
                  </a:lnTo>
                  <a:lnTo>
                    <a:pt x="8429" y="809"/>
                  </a:lnTo>
                  <a:lnTo>
                    <a:pt x="7967" y="347"/>
                  </a:lnTo>
                  <a:lnTo>
                    <a:pt x="7390" y="116"/>
                  </a:lnTo>
                  <a:lnTo>
                    <a:pt x="66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9">
              <a:extLst>
                <a:ext uri="{FF2B5EF4-FFF2-40B4-BE49-F238E27FC236}">
                  <a16:creationId xmlns:a16="http://schemas.microsoft.com/office/drawing/2014/main" id="{E711016B-E758-F5DF-7C84-BEABAB7AF534}"/>
                </a:ext>
              </a:extLst>
            </p:cNvPr>
            <p:cNvSpPr/>
            <p:nvPr/>
          </p:nvSpPr>
          <p:spPr>
            <a:xfrm>
              <a:off x="3558875" y="6212325"/>
              <a:ext cx="334850" cy="323300"/>
            </a:xfrm>
            <a:custGeom>
              <a:avLst/>
              <a:gdLst/>
              <a:ahLst/>
              <a:cxnLst/>
              <a:rect l="l" t="t" r="r" b="b"/>
              <a:pathLst>
                <a:path w="13394" h="12932" fill="none" extrusionOk="0">
                  <a:moveTo>
                    <a:pt x="809" y="7159"/>
                  </a:moveTo>
                  <a:lnTo>
                    <a:pt x="2425" y="8314"/>
                  </a:lnTo>
                  <a:lnTo>
                    <a:pt x="1848" y="10161"/>
                  </a:lnTo>
                  <a:lnTo>
                    <a:pt x="1848" y="10161"/>
                  </a:lnTo>
                  <a:lnTo>
                    <a:pt x="1732" y="10854"/>
                  </a:lnTo>
                  <a:lnTo>
                    <a:pt x="1848" y="11431"/>
                  </a:lnTo>
                  <a:lnTo>
                    <a:pt x="2079" y="12008"/>
                  </a:lnTo>
                  <a:lnTo>
                    <a:pt x="2656" y="12470"/>
                  </a:lnTo>
                  <a:lnTo>
                    <a:pt x="2656" y="12470"/>
                  </a:lnTo>
                  <a:lnTo>
                    <a:pt x="3233" y="12816"/>
                  </a:lnTo>
                  <a:lnTo>
                    <a:pt x="3810" y="12932"/>
                  </a:lnTo>
                  <a:lnTo>
                    <a:pt x="3810" y="12932"/>
                  </a:lnTo>
                  <a:lnTo>
                    <a:pt x="4503" y="12816"/>
                  </a:lnTo>
                  <a:lnTo>
                    <a:pt x="5080" y="12470"/>
                  </a:lnTo>
                  <a:lnTo>
                    <a:pt x="6697" y="11316"/>
                  </a:lnTo>
                  <a:lnTo>
                    <a:pt x="8313" y="12470"/>
                  </a:lnTo>
                  <a:lnTo>
                    <a:pt x="8313" y="12470"/>
                  </a:lnTo>
                  <a:lnTo>
                    <a:pt x="8890" y="12816"/>
                  </a:lnTo>
                  <a:lnTo>
                    <a:pt x="9583" y="12932"/>
                  </a:lnTo>
                  <a:lnTo>
                    <a:pt x="10160" y="12816"/>
                  </a:lnTo>
                  <a:lnTo>
                    <a:pt x="10738" y="12470"/>
                  </a:lnTo>
                  <a:lnTo>
                    <a:pt x="10738" y="12470"/>
                  </a:lnTo>
                  <a:lnTo>
                    <a:pt x="11200" y="12008"/>
                  </a:lnTo>
                  <a:lnTo>
                    <a:pt x="11546" y="11431"/>
                  </a:lnTo>
                  <a:lnTo>
                    <a:pt x="11661" y="10854"/>
                  </a:lnTo>
                  <a:lnTo>
                    <a:pt x="11546" y="10161"/>
                  </a:lnTo>
                  <a:lnTo>
                    <a:pt x="10969" y="8314"/>
                  </a:lnTo>
                  <a:lnTo>
                    <a:pt x="12470" y="7159"/>
                  </a:lnTo>
                  <a:lnTo>
                    <a:pt x="12470" y="7159"/>
                  </a:lnTo>
                  <a:lnTo>
                    <a:pt x="13047" y="6697"/>
                  </a:lnTo>
                  <a:lnTo>
                    <a:pt x="13278" y="6120"/>
                  </a:lnTo>
                  <a:lnTo>
                    <a:pt x="13393" y="5427"/>
                  </a:lnTo>
                  <a:lnTo>
                    <a:pt x="13278" y="4735"/>
                  </a:lnTo>
                  <a:lnTo>
                    <a:pt x="13278" y="4735"/>
                  </a:lnTo>
                  <a:lnTo>
                    <a:pt x="13047" y="4157"/>
                  </a:lnTo>
                  <a:lnTo>
                    <a:pt x="12585" y="3696"/>
                  </a:lnTo>
                  <a:lnTo>
                    <a:pt x="11892" y="3465"/>
                  </a:lnTo>
                  <a:lnTo>
                    <a:pt x="11315" y="3349"/>
                  </a:lnTo>
                  <a:lnTo>
                    <a:pt x="9352" y="3349"/>
                  </a:lnTo>
                  <a:lnTo>
                    <a:pt x="8660" y="1502"/>
                  </a:lnTo>
                  <a:lnTo>
                    <a:pt x="8660" y="1502"/>
                  </a:lnTo>
                  <a:lnTo>
                    <a:pt x="8660" y="1502"/>
                  </a:lnTo>
                  <a:lnTo>
                    <a:pt x="8429" y="809"/>
                  </a:lnTo>
                  <a:lnTo>
                    <a:pt x="7967" y="347"/>
                  </a:lnTo>
                  <a:lnTo>
                    <a:pt x="7390" y="116"/>
                  </a:lnTo>
                  <a:lnTo>
                    <a:pt x="6697" y="1"/>
                  </a:lnTo>
                  <a:lnTo>
                    <a:pt x="6697" y="1"/>
                  </a:lnTo>
                  <a:lnTo>
                    <a:pt x="6004" y="116"/>
                  </a:lnTo>
                  <a:lnTo>
                    <a:pt x="5427" y="347"/>
                  </a:lnTo>
                  <a:lnTo>
                    <a:pt x="4965" y="809"/>
                  </a:lnTo>
                  <a:lnTo>
                    <a:pt x="4734" y="1502"/>
                  </a:lnTo>
                  <a:lnTo>
                    <a:pt x="4041" y="3349"/>
                  </a:lnTo>
                  <a:lnTo>
                    <a:pt x="2079" y="3349"/>
                  </a:lnTo>
                  <a:lnTo>
                    <a:pt x="2079" y="3349"/>
                  </a:lnTo>
                  <a:lnTo>
                    <a:pt x="1386" y="3465"/>
                  </a:lnTo>
                  <a:lnTo>
                    <a:pt x="809" y="3696"/>
                  </a:lnTo>
                  <a:lnTo>
                    <a:pt x="347" y="4157"/>
                  </a:lnTo>
                  <a:lnTo>
                    <a:pt x="116" y="4735"/>
                  </a:lnTo>
                  <a:lnTo>
                    <a:pt x="116" y="4735"/>
                  </a:lnTo>
                  <a:lnTo>
                    <a:pt x="0" y="5427"/>
                  </a:lnTo>
                  <a:lnTo>
                    <a:pt x="116" y="6120"/>
                  </a:lnTo>
                  <a:lnTo>
                    <a:pt x="347" y="6697"/>
                  </a:lnTo>
                  <a:lnTo>
                    <a:pt x="809" y="7159"/>
                  </a:lnTo>
                  <a:lnTo>
                    <a:pt x="809" y="715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9">
              <a:extLst>
                <a:ext uri="{FF2B5EF4-FFF2-40B4-BE49-F238E27FC236}">
                  <a16:creationId xmlns:a16="http://schemas.microsoft.com/office/drawing/2014/main" id="{C210A63A-DC6D-3E00-91A9-D1E9D5F58610}"/>
                </a:ext>
              </a:extLst>
            </p:cNvPr>
            <p:cNvSpPr/>
            <p:nvPr/>
          </p:nvSpPr>
          <p:spPr>
            <a:xfrm>
              <a:off x="3579075" y="6391300"/>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a:extLst>
                <a:ext uri="{FF2B5EF4-FFF2-40B4-BE49-F238E27FC236}">
                  <a16:creationId xmlns:a16="http://schemas.microsoft.com/office/drawing/2014/main" id="{A4591BAD-55FF-1B74-53C3-CD8A6F118E11}"/>
                </a:ext>
              </a:extLst>
            </p:cNvPr>
            <p:cNvSpPr/>
            <p:nvPr/>
          </p:nvSpPr>
          <p:spPr>
            <a:xfrm>
              <a:off x="4271800" y="6212325"/>
              <a:ext cx="334850" cy="323300"/>
            </a:xfrm>
            <a:custGeom>
              <a:avLst/>
              <a:gdLst/>
              <a:ahLst/>
              <a:cxnLst/>
              <a:rect l="l" t="t" r="r" b="b"/>
              <a:pathLst>
                <a:path w="13394" h="12932" extrusionOk="0">
                  <a:moveTo>
                    <a:pt x="6697" y="1"/>
                  </a:moveTo>
                  <a:lnTo>
                    <a:pt x="6120" y="116"/>
                  </a:lnTo>
                  <a:lnTo>
                    <a:pt x="5427" y="347"/>
                  </a:lnTo>
                  <a:lnTo>
                    <a:pt x="4965" y="809"/>
                  </a:lnTo>
                  <a:lnTo>
                    <a:pt x="4734" y="1502"/>
                  </a:lnTo>
                  <a:lnTo>
                    <a:pt x="4157" y="3349"/>
                  </a:lnTo>
                  <a:lnTo>
                    <a:pt x="2079" y="3349"/>
                  </a:lnTo>
                  <a:lnTo>
                    <a:pt x="1502" y="3465"/>
                  </a:lnTo>
                  <a:lnTo>
                    <a:pt x="924" y="3696"/>
                  </a:lnTo>
                  <a:lnTo>
                    <a:pt x="463" y="4157"/>
                  </a:lnTo>
                  <a:lnTo>
                    <a:pt x="116" y="4735"/>
                  </a:lnTo>
                  <a:lnTo>
                    <a:pt x="1" y="5427"/>
                  </a:lnTo>
                  <a:lnTo>
                    <a:pt x="116" y="6120"/>
                  </a:lnTo>
                  <a:lnTo>
                    <a:pt x="463" y="6697"/>
                  </a:lnTo>
                  <a:lnTo>
                    <a:pt x="924" y="7159"/>
                  </a:lnTo>
                  <a:lnTo>
                    <a:pt x="2541" y="8314"/>
                  </a:lnTo>
                  <a:lnTo>
                    <a:pt x="1848" y="10161"/>
                  </a:lnTo>
                  <a:lnTo>
                    <a:pt x="1733" y="10854"/>
                  </a:lnTo>
                  <a:lnTo>
                    <a:pt x="1848" y="11431"/>
                  </a:lnTo>
                  <a:lnTo>
                    <a:pt x="2194" y="12008"/>
                  </a:lnTo>
                  <a:lnTo>
                    <a:pt x="2656" y="12470"/>
                  </a:lnTo>
                  <a:lnTo>
                    <a:pt x="3233" y="12816"/>
                  </a:lnTo>
                  <a:lnTo>
                    <a:pt x="3926" y="12932"/>
                  </a:lnTo>
                  <a:lnTo>
                    <a:pt x="4503" y="12816"/>
                  </a:lnTo>
                  <a:lnTo>
                    <a:pt x="5081" y="12470"/>
                  </a:lnTo>
                  <a:lnTo>
                    <a:pt x="6697" y="11316"/>
                  </a:lnTo>
                  <a:lnTo>
                    <a:pt x="8313" y="12470"/>
                  </a:lnTo>
                  <a:lnTo>
                    <a:pt x="8891" y="12816"/>
                  </a:lnTo>
                  <a:lnTo>
                    <a:pt x="9583" y="12932"/>
                  </a:lnTo>
                  <a:lnTo>
                    <a:pt x="10161" y="12816"/>
                  </a:lnTo>
                  <a:lnTo>
                    <a:pt x="10853" y="12470"/>
                  </a:lnTo>
                  <a:lnTo>
                    <a:pt x="11315" y="12008"/>
                  </a:lnTo>
                  <a:lnTo>
                    <a:pt x="11546" y="11431"/>
                  </a:lnTo>
                  <a:lnTo>
                    <a:pt x="11662" y="10854"/>
                  </a:lnTo>
                  <a:lnTo>
                    <a:pt x="11546" y="10161"/>
                  </a:lnTo>
                  <a:lnTo>
                    <a:pt x="10969" y="8314"/>
                  </a:lnTo>
                  <a:lnTo>
                    <a:pt x="12585" y="7159"/>
                  </a:lnTo>
                  <a:lnTo>
                    <a:pt x="13047" y="6697"/>
                  </a:lnTo>
                  <a:lnTo>
                    <a:pt x="13278" y="6120"/>
                  </a:lnTo>
                  <a:lnTo>
                    <a:pt x="13393" y="5427"/>
                  </a:lnTo>
                  <a:lnTo>
                    <a:pt x="13278" y="4735"/>
                  </a:lnTo>
                  <a:lnTo>
                    <a:pt x="13047" y="4157"/>
                  </a:lnTo>
                  <a:lnTo>
                    <a:pt x="12585" y="3696"/>
                  </a:lnTo>
                  <a:lnTo>
                    <a:pt x="12008" y="3465"/>
                  </a:lnTo>
                  <a:lnTo>
                    <a:pt x="11315" y="3349"/>
                  </a:lnTo>
                  <a:lnTo>
                    <a:pt x="9353" y="3349"/>
                  </a:lnTo>
                  <a:lnTo>
                    <a:pt x="8775" y="1502"/>
                  </a:lnTo>
                  <a:lnTo>
                    <a:pt x="8429" y="809"/>
                  </a:lnTo>
                  <a:lnTo>
                    <a:pt x="7967" y="347"/>
                  </a:lnTo>
                  <a:lnTo>
                    <a:pt x="7390" y="116"/>
                  </a:lnTo>
                  <a:lnTo>
                    <a:pt x="66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a:extLst>
                <a:ext uri="{FF2B5EF4-FFF2-40B4-BE49-F238E27FC236}">
                  <a16:creationId xmlns:a16="http://schemas.microsoft.com/office/drawing/2014/main" id="{F04FEE78-A0C8-188B-841E-0026A15B3A3A}"/>
                </a:ext>
              </a:extLst>
            </p:cNvPr>
            <p:cNvSpPr/>
            <p:nvPr/>
          </p:nvSpPr>
          <p:spPr>
            <a:xfrm>
              <a:off x="4271800" y="6212325"/>
              <a:ext cx="334850" cy="323300"/>
            </a:xfrm>
            <a:custGeom>
              <a:avLst/>
              <a:gdLst/>
              <a:ahLst/>
              <a:cxnLst/>
              <a:rect l="l" t="t" r="r" b="b"/>
              <a:pathLst>
                <a:path w="13394" h="12932" fill="none" extrusionOk="0">
                  <a:moveTo>
                    <a:pt x="924" y="7159"/>
                  </a:moveTo>
                  <a:lnTo>
                    <a:pt x="2541" y="8314"/>
                  </a:lnTo>
                  <a:lnTo>
                    <a:pt x="1848" y="10161"/>
                  </a:lnTo>
                  <a:lnTo>
                    <a:pt x="1848" y="10161"/>
                  </a:lnTo>
                  <a:lnTo>
                    <a:pt x="1733" y="10854"/>
                  </a:lnTo>
                  <a:lnTo>
                    <a:pt x="1848" y="11431"/>
                  </a:lnTo>
                  <a:lnTo>
                    <a:pt x="2194" y="12008"/>
                  </a:lnTo>
                  <a:lnTo>
                    <a:pt x="2656" y="12470"/>
                  </a:lnTo>
                  <a:lnTo>
                    <a:pt x="2656" y="12470"/>
                  </a:lnTo>
                  <a:lnTo>
                    <a:pt x="3233" y="12816"/>
                  </a:lnTo>
                  <a:lnTo>
                    <a:pt x="3926" y="12932"/>
                  </a:lnTo>
                  <a:lnTo>
                    <a:pt x="4503" y="12816"/>
                  </a:lnTo>
                  <a:lnTo>
                    <a:pt x="5081" y="12470"/>
                  </a:lnTo>
                  <a:lnTo>
                    <a:pt x="6697" y="11316"/>
                  </a:lnTo>
                  <a:lnTo>
                    <a:pt x="8313" y="12470"/>
                  </a:lnTo>
                  <a:lnTo>
                    <a:pt x="8313" y="12470"/>
                  </a:lnTo>
                  <a:lnTo>
                    <a:pt x="8891" y="12816"/>
                  </a:lnTo>
                  <a:lnTo>
                    <a:pt x="9583" y="12932"/>
                  </a:lnTo>
                  <a:lnTo>
                    <a:pt x="9583" y="12932"/>
                  </a:lnTo>
                  <a:lnTo>
                    <a:pt x="10161" y="12816"/>
                  </a:lnTo>
                  <a:lnTo>
                    <a:pt x="10853" y="12470"/>
                  </a:lnTo>
                  <a:lnTo>
                    <a:pt x="10853" y="12470"/>
                  </a:lnTo>
                  <a:lnTo>
                    <a:pt x="11315" y="12008"/>
                  </a:lnTo>
                  <a:lnTo>
                    <a:pt x="11546" y="11431"/>
                  </a:lnTo>
                  <a:lnTo>
                    <a:pt x="11662" y="10854"/>
                  </a:lnTo>
                  <a:lnTo>
                    <a:pt x="11546" y="10161"/>
                  </a:lnTo>
                  <a:lnTo>
                    <a:pt x="10969" y="8314"/>
                  </a:lnTo>
                  <a:lnTo>
                    <a:pt x="12585" y="7159"/>
                  </a:lnTo>
                  <a:lnTo>
                    <a:pt x="12585" y="7159"/>
                  </a:lnTo>
                  <a:lnTo>
                    <a:pt x="13047" y="6697"/>
                  </a:lnTo>
                  <a:lnTo>
                    <a:pt x="13278" y="6120"/>
                  </a:lnTo>
                  <a:lnTo>
                    <a:pt x="13393" y="5427"/>
                  </a:lnTo>
                  <a:lnTo>
                    <a:pt x="13278" y="4735"/>
                  </a:lnTo>
                  <a:lnTo>
                    <a:pt x="13278" y="4735"/>
                  </a:lnTo>
                  <a:lnTo>
                    <a:pt x="13047" y="4157"/>
                  </a:lnTo>
                  <a:lnTo>
                    <a:pt x="12585" y="3696"/>
                  </a:lnTo>
                  <a:lnTo>
                    <a:pt x="12008" y="3465"/>
                  </a:lnTo>
                  <a:lnTo>
                    <a:pt x="11315" y="3349"/>
                  </a:lnTo>
                  <a:lnTo>
                    <a:pt x="9353" y="3349"/>
                  </a:lnTo>
                  <a:lnTo>
                    <a:pt x="8775" y="1502"/>
                  </a:lnTo>
                  <a:lnTo>
                    <a:pt x="8775" y="1502"/>
                  </a:lnTo>
                  <a:lnTo>
                    <a:pt x="8775" y="1502"/>
                  </a:lnTo>
                  <a:lnTo>
                    <a:pt x="8429" y="809"/>
                  </a:lnTo>
                  <a:lnTo>
                    <a:pt x="7967" y="347"/>
                  </a:lnTo>
                  <a:lnTo>
                    <a:pt x="7390" y="116"/>
                  </a:lnTo>
                  <a:lnTo>
                    <a:pt x="6697" y="1"/>
                  </a:lnTo>
                  <a:lnTo>
                    <a:pt x="6697" y="1"/>
                  </a:lnTo>
                  <a:lnTo>
                    <a:pt x="6120" y="116"/>
                  </a:lnTo>
                  <a:lnTo>
                    <a:pt x="5427" y="347"/>
                  </a:lnTo>
                  <a:lnTo>
                    <a:pt x="4965" y="809"/>
                  </a:lnTo>
                  <a:lnTo>
                    <a:pt x="4734" y="1502"/>
                  </a:lnTo>
                  <a:lnTo>
                    <a:pt x="4157" y="3349"/>
                  </a:lnTo>
                  <a:lnTo>
                    <a:pt x="2079" y="3349"/>
                  </a:lnTo>
                  <a:lnTo>
                    <a:pt x="2079" y="3349"/>
                  </a:lnTo>
                  <a:lnTo>
                    <a:pt x="1502" y="3465"/>
                  </a:lnTo>
                  <a:lnTo>
                    <a:pt x="924" y="3696"/>
                  </a:lnTo>
                  <a:lnTo>
                    <a:pt x="463" y="4157"/>
                  </a:lnTo>
                  <a:lnTo>
                    <a:pt x="116" y="4735"/>
                  </a:lnTo>
                  <a:lnTo>
                    <a:pt x="116" y="4735"/>
                  </a:lnTo>
                  <a:lnTo>
                    <a:pt x="1" y="5427"/>
                  </a:lnTo>
                  <a:lnTo>
                    <a:pt x="116" y="6120"/>
                  </a:lnTo>
                  <a:lnTo>
                    <a:pt x="463" y="6697"/>
                  </a:lnTo>
                  <a:lnTo>
                    <a:pt x="924" y="7159"/>
                  </a:lnTo>
                  <a:lnTo>
                    <a:pt x="924" y="715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a:extLst>
                <a:ext uri="{FF2B5EF4-FFF2-40B4-BE49-F238E27FC236}">
                  <a16:creationId xmlns:a16="http://schemas.microsoft.com/office/drawing/2014/main" id="{316BDF73-E4D9-6B7D-C773-3C0B00D8AF61}"/>
                </a:ext>
              </a:extLst>
            </p:cNvPr>
            <p:cNvSpPr/>
            <p:nvPr/>
          </p:nvSpPr>
          <p:spPr>
            <a:xfrm>
              <a:off x="4294900" y="639130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a:extLst>
                <a:ext uri="{FF2B5EF4-FFF2-40B4-BE49-F238E27FC236}">
                  <a16:creationId xmlns:a16="http://schemas.microsoft.com/office/drawing/2014/main" id="{3D83C889-D52C-847D-24AB-3A13A5E4FE27}"/>
                </a:ext>
              </a:extLst>
            </p:cNvPr>
            <p:cNvSpPr/>
            <p:nvPr/>
          </p:nvSpPr>
          <p:spPr>
            <a:xfrm>
              <a:off x="3714750" y="6951250"/>
              <a:ext cx="285750" cy="173200"/>
            </a:xfrm>
            <a:custGeom>
              <a:avLst/>
              <a:gdLst/>
              <a:ahLst/>
              <a:cxnLst/>
              <a:rect l="l" t="t" r="r" b="b"/>
              <a:pathLst>
                <a:path w="11430" h="6928" extrusionOk="0">
                  <a:moveTo>
                    <a:pt x="5657" y="0"/>
                  </a:moveTo>
                  <a:lnTo>
                    <a:pt x="4503" y="116"/>
                  </a:lnTo>
                  <a:lnTo>
                    <a:pt x="3464" y="347"/>
                  </a:lnTo>
                  <a:lnTo>
                    <a:pt x="2540" y="924"/>
                  </a:lnTo>
                  <a:lnTo>
                    <a:pt x="1616" y="1617"/>
                  </a:lnTo>
                  <a:lnTo>
                    <a:pt x="924" y="2425"/>
                  </a:lnTo>
                  <a:lnTo>
                    <a:pt x="462" y="3464"/>
                  </a:lnTo>
                  <a:lnTo>
                    <a:pt x="115" y="4503"/>
                  </a:lnTo>
                  <a:lnTo>
                    <a:pt x="0" y="5658"/>
                  </a:lnTo>
                  <a:lnTo>
                    <a:pt x="115" y="6928"/>
                  </a:lnTo>
                  <a:lnTo>
                    <a:pt x="11315" y="6928"/>
                  </a:lnTo>
                  <a:lnTo>
                    <a:pt x="11430" y="5658"/>
                  </a:lnTo>
                  <a:lnTo>
                    <a:pt x="11315" y="4503"/>
                  </a:lnTo>
                  <a:lnTo>
                    <a:pt x="10968" y="3464"/>
                  </a:lnTo>
                  <a:lnTo>
                    <a:pt x="10391" y="2425"/>
                  </a:lnTo>
                  <a:lnTo>
                    <a:pt x="9698" y="1617"/>
                  </a:lnTo>
                  <a:lnTo>
                    <a:pt x="8890" y="924"/>
                  </a:lnTo>
                  <a:lnTo>
                    <a:pt x="7966" y="347"/>
                  </a:lnTo>
                  <a:lnTo>
                    <a:pt x="6812" y="116"/>
                  </a:lnTo>
                  <a:lnTo>
                    <a:pt x="56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a:extLst>
                <a:ext uri="{FF2B5EF4-FFF2-40B4-BE49-F238E27FC236}">
                  <a16:creationId xmlns:a16="http://schemas.microsoft.com/office/drawing/2014/main" id="{D9F35118-DF06-0440-3A10-4905A2E17A50}"/>
                </a:ext>
              </a:extLst>
            </p:cNvPr>
            <p:cNvSpPr/>
            <p:nvPr/>
          </p:nvSpPr>
          <p:spPr>
            <a:xfrm>
              <a:off x="3714750" y="6951250"/>
              <a:ext cx="285750" cy="173200"/>
            </a:xfrm>
            <a:custGeom>
              <a:avLst/>
              <a:gdLst/>
              <a:ahLst/>
              <a:cxnLst/>
              <a:rect l="l" t="t" r="r" b="b"/>
              <a:pathLst>
                <a:path w="11430" h="6928" fill="none" extrusionOk="0">
                  <a:moveTo>
                    <a:pt x="5657" y="0"/>
                  </a:moveTo>
                  <a:lnTo>
                    <a:pt x="5657" y="0"/>
                  </a:lnTo>
                  <a:lnTo>
                    <a:pt x="4503" y="116"/>
                  </a:lnTo>
                  <a:lnTo>
                    <a:pt x="3464" y="347"/>
                  </a:lnTo>
                  <a:lnTo>
                    <a:pt x="2540" y="924"/>
                  </a:lnTo>
                  <a:lnTo>
                    <a:pt x="1616" y="1617"/>
                  </a:lnTo>
                  <a:lnTo>
                    <a:pt x="924" y="2425"/>
                  </a:lnTo>
                  <a:lnTo>
                    <a:pt x="462" y="3464"/>
                  </a:lnTo>
                  <a:lnTo>
                    <a:pt x="115" y="4503"/>
                  </a:lnTo>
                  <a:lnTo>
                    <a:pt x="0" y="5658"/>
                  </a:lnTo>
                  <a:lnTo>
                    <a:pt x="0" y="5658"/>
                  </a:lnTo>
                  <a:lnTo>
                    <a:pt x="115" y="6928"/>
                  </a:lnTo>
                  <a:lnTo>
                    <a:pt x="11315" y="6928"/>
                  </a:lnTo>
                  <a:lnTo>
                    <a:pt x="11315" y="6928"/>
                  </a:lnTo>
                  <a:lnTo>
                    <a:pt x="11430" y="5658"/>
                  </a:lnTo>
                  <a:lnTo>
                    <a:pt x="11430" y="5658"/>
                  </a:lnTo>
                  <a:lnTo>
                    <a:pt x="11315" y="4503"/>
                  </a:lnTo>
                  <a:lnTo>
                    <a:pt x="10968" y="3464"/>
                  </a:lnTo>
                  <a:lnTo>
                    <a:pt x="10391" y="2425"/>
                  </a:lnTo>
                  <a:lnTo>
                    <a:pt x="9698" y="1617"/>
                  </a:lnTo>
                  <a:lnTo>
                    <a:pt x="8890" y="924"/>
                  </a:lnTo>
                  <a:lnTo>
                    <a:pt x="7966" y="347"/>
                  </a:lnTo>
                  <a:lnTo>
                    <a:pt x="6812" y="116"/>
                  </a:lnTo>
                  <a:lnTo>
                    <a:pt x="5657" y="0"/>
                  </a:lnTo>
                  <a:lnTo>
                    <a:pt x="5657"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a:extLst>
                <a:ext uri="{FF2B5EF4-FFF2-40B4-BE49-F238E27FC236}">
                  <a16:creationId xmlns:a16="http://schemas.microsoft.com/office/drawing/2014/main" id="{580F8C07-316C-24C0-785E-66A10A64E16B}"/>
                </a:ext>
              </a:extLst>
            </p:cNvPr>
            <p:cNvSpPr/>
            <p:nvPr/>
          </p:nvSpPr>
          <p:spPr>
            <a:xfrm>
              <a:off x="3856175" y="695125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a:extLst>
                <a:ext uri="{FF2B5EF4-FFF2-40B4-BE49-F238E27FC236}">
                  <a16:creationId xmlns:a16="http://schemas.microsoft.com/office/drawing/2014/main" id="{A69B6BC6-44FE-FFB2-1511-26267C36DC22}"/>
                </a:ext>
              </a:extLst>
            </p:cNvPr>
            <p:cNvSpPr/>
            <p:nvPr/>
          </p:nvSpPr>
          <p:spPr>
            <a:xfrm>
              <a:off x="3798450" y="6769400"/>
              <a:ext cx="118350" cy="118375"/>
            </a:xfrm>
            <a:custGeom>
              <a:avLst/>
              <a:gdLst/>
              <a:ahLst/>
              <a:cxnLst/>
              <a:rect l="l" t="t" r="r" b="b"/>
              <a:pathLst>
                <a:path w="4734" h="4735" extrusionOk="0">
                  <a:moveTo>
                    <a:pt x="2309" y="1"/>
                  </a:moveTo>
                  <a:lnTo>
                    <a:pt x="1847" y="116"/>
                  </a:lnTo>
                  <a:lnTo>
                    <a:pt x="1386" y="232"/>
                  </a:lnTo>
                  <a:lnTo>
                    <a:pt x="1039" y="462"/>
                  </a:lnTo>
                  <a:lnTo>
                    <a:pt x="693" y="693"/>
                  </a:lnTo>
                  <a:lnTo>
                    <a:pt x="347" y="1040"/>
                  </a:lnTo>
                  <a:lnTo>
                    <a:pt x="231" y="1502"/>
                  </a:lnTo>
                  <a:lnTo>
                    <a:pt x="0" y="1963"/>
                  </a:lnTo>
                  <a:lnTo>
                    <a:pt x="0" y="2425"/>
                  </a:lnTo>
                  <a:lnTo>
                    <a:pt x="0" y="2887"/>
                  </a:lnTo>
                  <a:lnTo>
                    <a:pt x="231" y="3349"/>
                  </a:lnTo>
                  <a:lnTo>
                    <a:pt x="347" y="3695"/>
                  </a:lnTo>
                  <a:lnTo>
                    <a:pt x="693" y="4042"/>
                  </a:lnTo>
                  <a:lnTo>
                    <a:pt x="1039" y="4388"/>
                  </a:lnTo>
                  <a:lnTo>
                    <a:pt x="1386" y="4619"/>
                  </a:lnTo>
                  <a:lnTo>
                    <a:pt x="1847" y="4734"/>
                  </a:lnTo>
                  <a:lnTo>
                    <a:pt x="2771" y="4734"/>
                  </a:lnTo>
                  <a:lnTo>
                    <a:pt x="3233" y="4619"/>
                  </a:lnTo>
                  <a:lnTo>
                    <a:pt x="3695" y="4388"/>
                  </a:lnTo>
                  <a:lnTo>
                    <a:pt x="4041" y="4042"/>
                  </a:lnTo>
                  <a:lnTo>
                    <a:pt x="4272" y="3695"/>
                  </a:lnTo>
                  <a:lnTo>
                    <a:pt x="4503" y="3349"/>
                  </a:lnTo>
                  <a:lnTo>
                    <a:pt x="4618" y="2887"/>
                  </a:lnTo>
                  <a:lnTo>
                    <a:pt x="4734" y="2425"/>
                  </a:lnTo>
                  <a:lnTo>
                    <a:pt x="4618" y="1963"/>
                  </a:lnTo>
                  <a:lnTo>
                    <a:pt x="4503" y="1502"/>
                  </a:lnTo>
                  <a:lnTo>
                    <a:pt x="4272" y="1040"/>
                  </a:lnTo>
                  <a:lnTo>
                    <a:pt x="4041" y="693"/>
                  </a:lnTo>
                  <a:lnTo>
                    <a:pt x="3695" y="462"/>
                  </a:lnTo>
                  <a:lnTo>
                    <a:pt x="3233" y="232"/>
                  </a:lnTo>
                  <a:lnTo>
                    <a:pt x="2771" y="116"/>
                  </a:lnTo>
                  <a:lnTo>
                    <a:pt x="23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a:extLst>
                <a:ext uri="{FF2B5EF4-FFF2-40B4-BE49-F238E27FC236}">
                  <a16:creationId xmlns:a16="http://schemas.microsoft.com/office/drawing/2014/main" id="{AC361AD3-2048-170A-6B67-1FA749C4476D}"/>
                </a:ext>
              </a:extLst>
            </p:cNvPr>
            <p:cNvSpPr/>
            <p:nvPr/>
          </p:nvSpPr>
          <p:spPr>
            <a:xfrm>
              <a:off x="3798450" y="6769400"/>
              <a:ext cx="118350" cy="118375"/>
            </a:xfrm>
            <a:custGeom>
              <a:avLst/>
              <a:gdLst/>
              <a:ahLst/>
              <a:cxnLst/>
              <a:rect l="l" t="t" r="r" b="b"/>
              <a:pathLst>
                <a:path w="4734" h="4735" fill="none" extrusionOk="0">
                  <a:moveTo>
                    <a:pt x="4734" y="2425"/>
                  </a:moveTo>
                  <a:lnTo>
                    <a:pt x="4734" y="2425"/>
                  </a:lnTo>
                  <a:lnTo>
                    <a:pt x="4618" y="1963"/>
                  </a:lnTo>
                  <a:lnTo>
                    <a:pt x="4503" y="1502"/>
                  </a:lnTo>
                  <a:lnTo>
                    <a:pt x="4272" y="1040"/>
                  </a:lnTo>
                  <a:lnTo>
                    <a:pt x="4041" y="693"/>
                  </a:lnTo>
                  <a:lnTo>
                    <a:pt x="3695" y="462"/>
                  </a:lnTo>
                  <a:lnTo>
                    <a:pt x="3233" y="232"/>
                  </a:lnTo>
                  <a:lnTo>
                    <a:pt x="2771" y="116"/>
                  </a:lnTo>
                  <a:lnTo>
                    <a:pt x="2309" y="1"/>
                  </a:lnTo>
                  <a:lnTo>
                    <a:pt x="2309" y="1"/>
                  </a:lnTo>
                  <a:lnTo>
                    <a:pt x="1847" y="116"/>
                  </a:lnTo>
                  <a:lnTo>
                    <a:pt x="1386" y="232"/>
                  </a:lnTo>
                  <a:lnTo>
                    <a:pt x="1039" y="462"/>
                  </a:lnTo>
                  <a:lnTo>
                    <a:pt x="693" y="693"/>
                  </a:lnTo>
                  <a:lnTo>
                    <a:pt x="347" y="1040"/>
                  </a:lnTo>
                  <a:lnTo>
                    <a:pt x="231" y="1502"/>
                  </a:lnTo>
                  <a:lnTo>
                    <a:pt x="0" y="1963"/>
                  </a:lnTo>
                  <a:lnTo>
                    <a:pt x="0" y="2425"/>
                  </a:lnTo>
                  <a:lnTo>
                    <a:pt x="0" y="2425"/>
                  </a:lnTo>
                  <a:lnTo>
                    <a:pt x="0" y="2887"/>
                  </a:lnTo>
                  <a:lnTo>
                    <a:pt x="231" y="3349"/>
                  </a:lnTo>
                  <a:lnTo>
                    <a:pt x="347" y="3695"/>
                  </a:lnTo>
                  <a:lnTo>
                    <a:pt x="693" y="4042"/>
                  </a:lnTo>
                  <a:lnTo>
                    <a:pt x="1039" y="4388"/>
                  </a:lnTo>
                  <a:lnTo>
                    <a:pt x="1386" y="4619"/>
                  </a:lnTo>
                  <a:lnTo>
                    <a:pt x="1847" y="4734"/>
                  </a:lnTo>
                  <a:lnTo>
                    <a:pt x="2309" y="4734"/>
                  </a:lnTo>
                  <a:lnTo>
                    <a:pt x="2309" y="4734"/>
                  </a:lnTo>
                  <a:lnTo>
                    <a:pt x="2771" y="4734"/>
                  </a:lnTo>
                  <a:lnTo>
                    <a:pt x="3233" y="4619"/>
                  </a:lnTo>
                  <a:lnTo>
                    <a:pt x="3695" y="4388"/>
                  </a:lnTo>
                  <a:lnTo>
                    <a:pt x="4041" y="4042"/>
                  </a:lnTo>
                  <a:lnTo>
                    <a:pt x="4272" y="3695"/>
                  </a:lnTo>
                  <a:lnTo>
                    <a:pt x="4503" y="3349"/>
                  </a:lnTo>
                  <a:lnTo>
                    <a:pt x="4618" y="2887"/>
                  </a:lnTo>
                  <a:lnTo>
                    <a:pt x="4734" y="2425"/>
                  </a:lnTo>
                  <a:lnTo>
                    <a:pt x="4734" y="242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a:extLst>
                <a:ext uri="{FF2B5EF4-FFF2-40B4-BE49-F238E27FC236}">
                  <a16:creationId xmlns:a16="http://schemas.microsoft.com/office/drawing/2014/main" id="{DFF2AC09-0EB1-FAAB-3698-F7DA057A80D9}"/>
                </a:ext>
              </a:extLst>
            </p:cNvPr>
            <p:cNvSpPr/>
            <p:nvPr/>
          </p:nvSpPr>
          <p:spPr>
            <a:xfrm>
              <a:off x="3916775" y="683002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a:extLst>
                <a:ext uri="{FF2B5EF4-FFF2-40B4-BE49-F238E27FC236}">
                  <a16:creationId xmlns:a16="http://schemas.microsoft.com/office/drawing/2014/main" id="{DCE99100-BE62-D967-D226-147A1A18885F}"/>
                </a:ext>
              </a:extLst>
            </p:cNvPr>
            <p:cNvSpPr/>
            <p:nvPr/>
          </p:nvSpPr>
          <p:spPr>
            <a:xfrm>
              <a:off x="3558875" y="6599100"/>
              <a:ext cx="1047775" cy="525350"/>
            </a:xfrm>
            <a:custGeom>
              <a:avLst/>
              <a:gdLst/>
              <a:ahLst/>
              <a:cxnLst/>
              <a:rect l="l" t="t" r="r" b="b"/>
              <a:pathLst>
                <a:path w="41911" h="21014" extrusionOk="0">
                  <a:moveTo>
                    <a:pt x="36022" y="4388"/>
                  </a:moveTo>
                  <a:lnTo>
                    <a:pt x="36600" y="4504"/>
                  </a:lnTo>
                  <a:lnTo>
                    <a:pt x="36946" y="4734"/>
                  </a:lnTo>
                  <a:lnTo>
                    <a:pt x="37177" y="5196"/>
                  </a:lnTo>
                  <a:lnTo>
                    <a:pt x="37292" y="5658"/>
                  </a:lnTo>
                  <a:lnTo>
                    <a:pt x="37177" y="6120"/>
                  </a:lnTo>
                  <a:lnTo>
                    <a:pt x="36946" y="6466"/>
                  </a:lnTo>
                  <a:lnTo>
                    <a:pt x="36600" y="6813"/>
                  </a:lnTo>
                  <a:lnTo>
                    <a:pt x="24246" y="6813"/>
                  </a:lnTo>
                  <a:lnTo>
                    <a:pt x="23784" y="6466"/>
                  </a:lnTo>
                  <a:lnTo>
                    <a:pt x="23553" y="6120"/>
                  </a:lnTo>
                  <a:lnTo>
                    <a:pt x="23438" y="5658"/>
                  </a:lnTo>
                  <a:lnTo>
                    <a:pt x="23553" y="5196"/>
                  </a:lnTo>
                  <a:lnTo>
                    <a:pt x="23784" y="4734"/>
                  </a:lnTo>
                  <a:lnTo>
                    <a:pt x="24246" y="4504"/>
                  </a:lnTo>
                  <a:lnTo>
                    <a:pt x="24708" y="4388"/>
                  </a:lnTo>
                  <a:close/>
                  <a:moveTo>
                    <a:pt x="30596" y="8544"/>
                  </a:moveTo>
                  <a:lnTo>
                    <a:pt x="31058" y="8891"/>
                  </a:lnTo>
                  <a:lnTo>
                    <a:pt x="31289" y="9237"/>
                  </a:lnTo>
                  <a:lnTo>
                    <a:pt x="31404" y="9699"/>
                  </a:lnTo>
                  <a:lnTo>
                    <a:pt x="31289" y="10161"/>
                  </a:lnTo>
                  <a:lnTo>
                    <a:pt x="31058" y="10623"/>
                  </a:lnTo>
                  <a:lnTo>
                    <a:pt x="30596" y="10854"/>
                  </a:lnTo>
                  <a:lnTo>
                    <a:pt x="30134" y="10969"/>
                  </a:lnTo>
                  <a:lnTo>
                    <a:pt x="24708" y="10969"/>
                  </a:lnTo>
                  <a:lnTo>
                    <a:pt x="24246" y="10854"/>
                  </a:lnTo>
                  <a:lnTo>
                    <a:pt x="23900" y="10623"/>
                  </a:lnTo>
                  <a:lnTo>
                    <a:pt x="23553" y="10161"/>
                  </a:lnTo>
                  <a:lnTo>
                    <a:pt x="23438" y="9699"/>
                  </a:lnTo>
                  <a:lnTo>
                    <a:pt x="23553" y="9237"/>
                  </a:lnTo>
                  <a:lnTo>
                    <a:pt x="23900" y="8891"/>
                  </a:lnTo>
                  <a:lnTo>
                    <a:pt x="24246" y="8544"/>
                  </a:lnTo>
                  <a:close/>
                  <a:moveTo>
                    <a:pt x="4041" y="1"/>
                  </a:moveTo>
                  <a:lnTo>
                    <a:pt x="3118" y="347"/>
                  </a:lnTo>
                  <a:lnTo>
                    <a:pt x="2194" y="809"/>
                  </a:lnTo>
                  <a:lnTo>
                    <a:pt x="1501" y="1502"/>
                  </a:lnTo>
                  <a:lnTo>
                    <a:pt x="809" y="2194"/>
                  </a:lnTo>
                  <a:lnTo>
                    <a:pt x="347" y="3118"/>
                  </a:lnTo>
                  <a:lnTo>
                    <a:pt x="116" y="4042"/>
                  </a:lnTo>
                  <a:lnTo>
                    <a:pt x="0" y="5081"/>
                  </a:lnTo>
                  <a:lnTo>
                    <a:pt x="0" y="15934"/>
                  </a:lnTo>
                  <a:lnTo>
                    <a:pt x="0" y="16742"/>
                  </a:lnTo>
                  <a:lnTo>
                    <a:pt x="231" y="17550"/>
                  </a:lnTo>
                  <a:lnTo>
                    <a:pt x="578" y="18358"/>
                  </a:lnTo>
                  <a:lnTo>
                    <a:pt x="1040" y="19051"/>
                  </a:lnTo>
                  <a:lnTo>
                    <a:pt x="1617" y="19628"/>
                  </a:lnTo>
                  <a:lnTo>
                    <a:pt x="2310" y="20205"/>
                  </a:lnTo>
                  <a:lnTo>
                    <a:pt x="3002" y="20552"/>
                  </a:lnTo>
                  <a:lnTo>
                    <a:pt x="3810" y="20783"/>
                  </a:lnTo>
                  <a:lnTo>
                    <a:pt x="3695" y="19744"/>
                  </a:lnTo>
                  <a:lnTo>
                    <a:pt x="3810" y="18589"/>
                  </a:lnTo>
                  <a:lnTo>
                    <a:pt x="4041" y="17434"/>
                  </a:lnTo>
                  <a:lnTo>
                    <a:pt x="4503" y="16395"/>
                  </a:lnTo>
                  <a:lnTo>
                    <a:pt x="4965" y="15356"/>
                  </a:lnTo>
                  <a:lnTo>
                    <a:pt x="5658" y="14433"/>
                  </a:lnTo>
                  <a:lnTo>
                    <a:pt x="6466" y="13624"/>
                  </a:lnTo>
                  <a:lnTo>
                    <a:pt x="7390" y="12932"/>
                  </a:lnTo>
                  <a:lnTo>
                    <a:pt x="8313" y="12470"/>
                  </a:lnTo>
                  <a:lnTo>
                    <a:pt x="7851" y="11777"/>
                  </a:lnTo>
                  <a:lnTo>
                    <a:pt x="7390" y="10969"/>
                  </a:lnTo>
                  <a:lnTo>
                    <a:pt x="7159" y="10161"/>
                  </a:lnTo>
                  <a:lnTo>
                    <a:pt x="7159" y="9237"/>
                  </a:lnTo>
                  <a:lnTo>
                    <a:pt x="7159" y="8198"/>
                  </a:lnTo>
                  <a:lnTo>
                    <a:pt x="7505" y="7390"/>
                  </a:lnTo>
                  <a:lnTo>
                    <a:pt x="7967" y="6582"/>
                  </a:lnTo>
                  <a:lnTo>
                    <a:pt x="8544" y="5774"/>
                  </a:lnTo>
                  <a:lnTo>
                    <a:pt x="9237" y="5196"/>
                  </a:lnTo>
                  <a:lnTo>
                    <a:pt x="10045" y="4734"/>
                  </a:lnTo>
                  <a:lnTo>
                    <a:pt x="10969" y="4504"/>
                  </a:lnTo>
                  <a:lnTo>
                    <a:pt x="11892" y="4388"/>
                  </a:lnTo>
                  <a:lnTo>
                    <a:pt x="12931" y="4504"/>
                  </a:lnTo>
                  <a:lnTo>
                    <a:pt x="13855" y="4734"/>
                  </a:lnTo>
                  <a:lnTo>
                    <a:pt x="14663" y="5196"/>
                  </a:lnTo>
                  <a:lnTo>
                    <a:pt x="15356" y="5774"/>
                  </a:lnTo>
                  <a:lnTo>
                    <a:pt x="15933" y="6582"/>
                  </a:lnTo>
                  <a:lnTo>
                    <a:pt x="16395" y="7390"/>
                  </a:lnTo>
                  <a:lnTo>
                    <a:pt x="16626" y="8198"/>
                  </a:lnTo>
                  <a:lnTo>
                    <a:pt x="16741" y="9237"/>
                  </a:lnTo>
                  <a:lnTo>
                    <a:pt x="16626" y="10161"/>
                  </a:lnTo>
                  <a:lnTo>
                    <a:pt x="16395" y="10969"/>
                  </a:lnTo>
                  <a:lnTo>
                    <a:pt x="16049" y="11777"/>
                  </a:lnTo>
                  <a:lnTo>
                    <a:pt x="15587" y="12470"/>
                  </a:lnTo>
                  <a:lnTo>
                    <a:pt x="16510" y="12932"/>
                  </a:lnTo>
                  <a:lnTo>
                    <a:pt x="17434" y="13624"/>
                  </a:lnTo>
                  <a:lnTo>
                    <a:pt x="18127" y="14433"/>
                  </a:lnTo>
                  <a:lnTo>
                    <a:pt x="18820" y="15356"/>
                  </a:lnTo>
                  <a:lnTo>
                    <a:pt x="19397" y="16395"/>
                  </a:lnTo>
                  <a:lnTo>
                    <a:pt x="19743" y="17434"/>
                  </a:lnTo>
                  <a:lnTo>
                    <a:pt x="20090" y="18589"/>
                  </a:lnTo>
                  <a:lnTo>
                    <a:pt x="20090" y="19744"/>
                  </a:lnTo>
                  <a:lnTo>
                    <a:pt x="19974" y="21014"/>
                  </a:lnTo>
                  <a:lnTo>
                    <a:pt x="36830" y="21014"/>
                  </a:lnTo>
                  <a:lnTo>
                    <a:pt x="37870" y="20898"/>
                  </a:lnTo>
                  <a:lnTo>
                    <a:pt x="38793" y="20552"/>
                  </a:lnTo>
                  <a:lnTo>
                    <a:pt x="39717" y="20090"/>
                  </a:lnTo>
                  <a:lnTo>
                    <a:pt x="40410" y="19513"/>
                  </a:lnTo>
                  <a:lnTo>
                    <a:pt x="41102" y="18704"/>
                  </a:lnTo>
                  <a:lnTo>
                    <a:pt x="41564" y="17896"/>
                  </a:lnTo>
                  <a:lnTo>
                    <a:pt x="41795" y="16857"/>
                  </a:lnTo>
                  <a:lnTo>
                    <a:pt x="41910" y="15934"/>
                  </a:lnTo>
                  <a:lnTo>
                    <a:pt x="41910" y="5081"/>
                  </a:lnTo>
                  <a:lnTo>
                    <a:pt x="41795" y="4042"/>
                  </a:lnTo>
                  <a:lnTo>
                    <a:pt x="41564" y="3118"/>
                  </a:lnTo>
                  <a:lnTo>
                    <a:pt x="41102" y="2194"/>
                  </a:lnTo>
                  <a:lnTo>
                    <a:pt x="40410" y="1502"/>
                  </a:lnTo>
                  <a:lnTo>
                    <a:pt x="39717" y="809"/>
                  </a:lnTo>
                  <a:lnTo>
                    <a:pt x="38793" y="347"/>
                  </a:lnTo>
                  <a:lnTo>
                    <a:pt x="378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a:extLst>
                <a:ext uri="{FF2B5EF4-FFF2-40B4-BE49-F238E27FC236}">
                  <a16:creationId xmlns:a16="http://schemas.microsoft.com/office/drawing/2014/main" id="{25661293-A6B0-714F-C553-23FFAEA6C0D0}"/>
                </a:ext>
              </a:extLst>
            </p:cNvPr>
            <p:cNvSpPr/>
            <p:nvPr/>
          </p:nvSpPr>
          <p:spPr>
            <a:xfrm>
              <a:off x="3558875" y="6599100"/>
              <a:ext cx="1047775" cy="525350"/>
            </a:xfrm>
            <a:custGeom>
              <a:avLst/>
              <a:gdLst/>
              <a:ahLst/>
              <a:cxnLst/>
              <a:rect l="l" t="t" r="r" b="b"/>
              <a:pathLst>
                <a:path w="41911" h="21014" fill="none" extrusionOk="0">
                  <a:moveTo>
                    <a:pt x="36830" y="1"/>
                  </a:moveTo>
                  <a:lnTo>
                    <a:pt x="5080" y="1"/>
                  </a:lnTo>
                  <a:lnTo>
                    <a:pt x="5080" y="1"/>
                  </a:lnTo>
                  <a:lnTo>
                    <a:pt x="4041" y="1"/>
                  </a:lnTo>
                  <a:lnTo>
                    <a:pt x="3118" y="347"/>
                  </a:lnTo>
                  <a:lnTo>
                    <a:pt x="2194" y="809"/>
                  </a:lnTo>
                  <a:lnTo>
                    <a:pt x="1501" y="1502"/>
                  </a:lnTo>
                  <a:lnTo>
                    <a:pt x="809" y="2194"/>
                  </a:lnTo>
                  <a:lnTo>
                    <a:pt x="347" y="3118"/>
                  </a:lnTo>
                  <a:lnTo>
                    <a:pt x="116" y="4042"/>
                  </a:lnTo>
                  <a:lnTo>
                    <a:pt x="0" y="5081"/>
                  </a:lnTo>
                  <a:lnTo>
                    <a:pt x="0" y="15934"/>
                  </a:lnTo>
                  <a:lnTo>
                    <a:pt x="0" y="15934"/>
                  </a:lnTo>
                  <a:lnTo>
                    <a:pt x="0" y="16742"/>
                  </a:lnTo>
                  <a:lnTo>
                    <a:pt x="231" y="17550"/>
                  </a:lnTo>
                  <a:lnTo>
                    <a:pt x="578" y="18358"/>
                  </a:lnTo>
                  <a:lnTo>
                    <a:pt x="1040" y="19051"/>
                  </a:lnTo>
                  <a:lnTo>
                    <a:pt x="1617" y="19628"/>
                  </a:lnTo>
                  <a:lnTo>
                    <a:pt x="2310" y="20205"/>
                  </a:lnTo>
                  <a:lnTo>
                    <a:pt x="3002" y="20552"/>
                  </a:lnTo>
                  <a:lnTo>
                    <a:pt x="3810" y="20783"/>
                  </a:lnTo>
                  <a:lnTo>
                    <a:pt x="3810" y="20783"/>
                  </a:lnTo>
                  <a:lnTo>
                    <a:pt x="3695" y="19744"/>
                  </a:lnTo>
                  <a:lnTo>
                    <a:pt x="3695" y="19744"/>
                  </a:lnTo>
                  <a:lnTo>
                    <a:pt x="3810" y="18589"/>
                  </a:lnTo>
                  <a:lnTo>
                    <a:pt x="4041" y="17434"/>
                  </a:lnTo>
                  <a:lnTo>
                    <a:pt x="4503" y="16395"/>
                  </a:lnTo>
                  <a:lnTo>
                    <a:pt x="4965" y="15356"/>
                  </a:lnTo>
                  <a:lnTo>
                    <a:pt x="5658" y="14433"/>
                  </a:lnTo>
                  <a:lnTo>
                    <a:pt x="6466" y="13624"/>
                  </a:lnTo>
                  <a:lnTo>
                    <a:pt x="7390" y="12932"/>
                  </a:lnTo>
                  <a:lnTo>
                    <a:pt x="8313" y="12470"/>
                  </a:lnTo>
                  <a:lnTo>
                    <a:pt x="8313" y="12470"/>
                  </a:lnTo>
                  <a:lnTo>
                    <a:pt x="7851" y="11777"/>
                  </a:lnTo>
                  <a:lnTo>
                    <a:pt x="7390" y="10969"/>
                  </a:lnTo>
                  <a:lnTo>
                    <a:pt x="7159" y="10161"/>
                  </a:lnTo>
                  <a:lnTo>
                    <a:pt x="7159" y="9237"/>
                  </a:lnTo>
                  <a:lnTo>
                    <a:pt x="7159" y="9237"/>
                  </a:lnTo>
                  <a:lnTo>
                    <a:pt x="7159" y="8198"/>
                  </a:lnTo>
                  <a:lnTo>
                    <a:pt x="7505" y="7390"/>
                  </a:lnTo>
                  <a:lnTo>
                    <a:pt x="7967" y="6582"/>
                  </a:lnTo>
                  <a:lnTo>
                    <a:pt x="8544" y="5774"/>
                  </a:lnTo>
                  <a:lnTo>
                    <a:pt x="9237" y="5196"/>
                  </a:lnTo>
                  <a:lnTo>
                    <a:pt x="10045" y="4734"/>
                  </a:lnTo>
                  <a:lnTo>
                    <a:pt x="10969" y="4504"/>
                  </a:lnTo>
                  <a:lnTo>
                    <a:pt x="11892" y="4388"/>
                  </a:lnTo>
                  <a:lnTo>
                    <a:pt x="11892" y="4388"/>
                  </a:lnTo>
                  <a:lnTo>
                    <a:pt x="12931" y="4504"/>
                  </a:lnTo>
                  <a:lnTo>
                    <a:pt x="13855" y="4734"/>
                  </a:lnTo>
                  <a:lnTo>
                    <a:pt x="14663" y="5196"/>
                  </a:lnTo>
                  <a:lnTo>
                    <a:pt x="15356" y="5774"/>
                  </a:lnTo>
                  <a:lnTo>
                    <a:pt x="15933" y="6582"/>
                  </a:lnTo>
                  <a:lnTo>
                    <a:pt x="16395" y="7390"/>
                  </a:lnTo>
                  <a:lnTo>
                    <a:pt x="16626" y="8198"/>
                  </a:lnTo>
                  <a:lnTo>
                    <a:pt x="16741" y="9237"/>
                  </a:lnTo>
                  <a:lnTo>
                    <a:pt x="16741" y="9237"/>
                  </a:lnTo>
                  <a:lnTo>
                    <a:pt x="16626" y="10161"/>
                  </a:lnTo>
                  <a:lnTo>
                    <a:pt x="16395" y="10969"/>
                  </a:lnTo>
                  <a:lnTo>
                    <a:pt x="16049" y="11777"/>
                  </a:lnTo>
                  <a:lnTo>
                    <a:pt x="15587" y="12470"/>
                  </a:lnTo>
                  <a:lnTo>
                    <a:pt x="15587" y="12470"/>
                  </a:lnTo>
                  <a:lnTo>
                    <a:pt x="16510" y="12932"/>
                  </a:lnTo>
                  <a:lnTo>
                    <a:pt x="17434" y="13624"/>
                  </a:lnTo>
                  <a:lnTo>
                    <a:pt x="18127" y="14433"/>
                  </a:lnTo>
                  <a:lnTo>
                    <a:pt x="18820" y="15356"/>
                  </a:lnTo>
                  <a:lnTo>
                    <a:pt x="19397" y="16395"/>
                  </a:lnTo>
                  <a:lnTo>
                    <a:pt x="19743" y="17434"/>
                  </a:lnTo>
                  <a:lnTo>
                    <a:pt x="20090" y="18589"/>
                  </a:lnTo>
                  <a:lnTo>
                    <a:pt x="20090" y="19744"/>
                  </a:lnTo>
                  <a:lnTo>
                    <a:pt x="20090" y="19744"/>
                  </a:lnTo>
                  <a:lnTo>
                    <a:pt x="19974" y="21014"/>
                  </a:lnTo>
                  <a:lnTo>
                    <a:pt x="36830" y="21014"/>
                  </a:lnTo>
                  <a:lnTo>
                    <a:pt x="36830" y="21014"/>
                  </a:lnTo>
                  <a:lnTo>
                    <a:pt x="37870" y="20898"/>
                  </a:lnTo>
                  <a:lnTo>
                    <a:pt x="38793" y="20552"/>
                  </a:lnTo>
                  <a:lnTo>
                    <a:pt x="39717" y="20090"/>
                  </a:lnTo>
                  <a:lnTo>
                    <a:pt x="40410" y="19513"/>
                  </a:lnTo>
                  <a:lnTo>
                    <a:pt x="41102" y="18704"/>
                  </a:lnTo>
                  <a:lnTo>
                    <a:pt x="41564" y="17896"/>
                  </a:lnTo>
                  <a:lnTo>
                    <a:pt x="41795" y="16857"/>
                  </a:lnTo>
                  <a:lnTo>
                    <a:pt x="41910" y="15934"/>
                  </a:lnTo>
                  <a:lnTo>
                    <a:pt x="41910" y="5081"/>
                  </a:lnTo>
                  <a:lnTo>
                    <a:pt x="41910" y="5081"/>
                  </a:lnTo>
                  <a:lnTo>
                    <a:pt x="41795" y="4042"/>
                  </a:lnTo>
                  <a:lnTo>
                    <a:pt x="41564" y="3118"/>
                  </a:lnTo>
                  <a:lnTo>
                    <a:pt x="41102" y="2194"/>
                  </a:lnTo>
                  <a:lnTo>
                    <a:pt x="40410" y="1502"/>
                  </a:lnTo>
                  <a:lnTo>
                    <a:pt x="39717" y="809"/>
                  </a:lnTo>
                  <a:lnTo>
                    <a:pt x="38793" y="347"/>
                  </a:lnTo>
                  <a:lnTo>
                    <a:pt x="37870" y="1"/>
                  </a:lnTo>
                  <a:lnTo>
                    <a:pt x="36830" y="1"/>
                  </a:lnTo>
                  <a:lnTo>
                    <a:pt x="3683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a:extLst>
                <a:ext uri="{FF2B5EF4-FFF2-40B4-BE49-F238E27FC236}">
                  <a16:creationId xmlns:a16="http://schemas.microsoft.com/office/drawing/2014/main" id="{DEB1D038-939D-F7C0-B5F6-0A5198B8183A}"/>
                </a:ext>
              </a:extLst>
            </p:cNvPr>
            <p:cNvSpPr/>
            <p:nvPr/>
          </p:nvSpPr>
          <p:spPr>
            <a:xfrm>
              <a:off x="4144800" y="6812700"/>
              <a:ext cx="199200" cy="60650"/>
            </a:xfrm>
            <a:custGeom>
              <a:avLst/>
              <a:gdLst/>
              <a:ahLst/>
              <a:cxnLst/>
              <a:rect l="l" t="t" r="r" b="b"/>
              <a:pathLst>
                <a:path w="7968" h="2426" fill="none" extrusionOk="0">
                  <a:moveTo>
                    <a:pt x="6697" y="2425"/>
                  </a:moveTo>
                  <a:lnTo>
                    <a:pt x="1271" y="2425"/>
                  </a:lnTo>
                  <a:lnTo>
                    <a:pt x="1271" y="2425"/>
                  </a:lnTo>
                  <a:lnTo>
                    <a:pt x="809" y="2310"/>
                  </a:lnTo>
                  <a:lnTo>
                    <a:pt x="463" y="2079"/>
                  </a:lnTo>
                  <a:lnTo>
                    <a:pt x="116" y="1617"/>
                  </a:lnTo>
                  <a:lnTo>
                    <a:pt x="1" y="1155"/>
                  </a:lnTo>
                  <a:lnTo>
                    <a:pt x="1" y="1155"/>
                  </a:lnTo>
                  <a:lnTo>
                    <a:pt x="116" y="693"/>
                  </a:lnTo>
                  <a:lnTo>
                    <a:pt x="463" y="347"/>
                  </a:lnTo>
                  <a:lnTo>
                    <a:pt x="809" y="0"/>
                  </a:lnTo>
                  <a:lnTo>
                    <a:pt x="1271" y="0"/>
                  </a:lnTo>
                  <a:lnTo>
                    <a:pt x="6697" y="0"/>
                  </a:lnTo>
                  <a:lnTo>
                    <a:pt x="6697" y="0"/>
                  </a:lnTo>
                  <a:lnTo>
                    <a:pt x="7159" y="0"/>
                  </a:lnTo>
                  <a:lnTo>
                    <a:pt x="7621" y="347"/>
                  </a:lnTo>
                  <a:lnTo>
                    <a:pt x="7852" y="693"/>
                  </a:lnTo>
                  <a:lnTo>
                    <a:pt x="7967" y="1155"/>
                  </a:lnTo>
                  <a:lnTo>
                    <a:pt x="7967" y="1155"/>
                  </a:lnTo>
                  <a:lnTo>
                    <a:pt x="7852" y="1617"/>
                  </a:lnTo>
                  <a:lnTo>
                    <a:pt x="7621" y="2079"/>
                  </a:lnTo>
                  <a:lnTo>
                    <a:pt x="7159" y="2310"/>
                  </a:lnTo>
                  <a:lnTo>
                    <a:pt x="6697" y="2425"/>
                  </a:lnTo>
                  <a:lnTo>
                    <a:pt x="6697" y="242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a:extLst>
                <a:ext uri="{FF2B5EF4-FFF2-40B4-BE49-F238E27FC236}">
                  <a16:creationId xmlns:a16="http://schemas.microsoft.com/office/drawing/2014/main" id="{E2D5B491-2015-9F84-E6B5-CEE697344013}"/>
                </a:ext>
              </a:extLst>
            </p:cNvPr>
            <p:cNvSpPr/>
            <p:nvPr/>
          </p:nvSpPr>
          <p:spPr>
            <a:xfrm>
              <a:off x="4144800" y="6708800"/>
              <a:ext cx="346400" cy="60625"/>
            </a:xfrm>
            <a:custGeom>
              <a:avLst/>
              <a:gdLst/>
              <a:ahLst/>
              <a:cxnLst/>
              <a:rect l="l" t="t" r="r" b="b"/>
              <a:pathLst>
                <a:path w="13856" h="2425" fill="none" extrusionOk="0">
                  <a:moveTo>
                    <a:pt x="12585" y="2425"/>
                  </a:moveTo>
                  <a:lnTo>
                    <a:pt x="1271" y="2425"/>
                  </a:lnTo>
                  <a:lnTo>
                    <a:pt x="1271" y="2425"/>
                  </a:lnTo>
                  <a:lnTo>
                    <a:pt x="809" y="2425"/>
                  </a:lnTo>
                  <a:lnTo>
                    <a:pt x="347" y="2078"/>
                  </a:lnTo>
                  <a:lnTo>
                    <a:pt x="116" y="1732"/>
                  </a:lnTo>
                  <a:lnTo>
                    <a:pt x="1" y="1270"/>
                  </a:lnTo>
                  <a:lnTo>
                    <a:pt x="1" y="1270"/>
                  </a:lnTo>
                  <a:lnTo>
                    <a:pt x="116" y="808"/>
                  </a:lnTo>
                  <a:lnTo>
                    <a:pt x="347" y="346"/>
                  </a:lnTo>
                  <a:lnTo>
                    <a:pt x="809" y="116"/>
                  </a:lnTo>
                  <a:lnTo>
                    <a:pt x="1271" y="0"/>
                  </a:lnTo>
                  <a:lnTo>
                    <a:pt x="12585" y="0"/>
                  </a:lnTo>
                  <a:lnTo>
                    <a:pt x="12585" y="0"/>
                  </a:lnTo>
                  <a:lnTo>
                    <a:pt x="13163" y="116"/>
                  </a:lnTo>
                  <a:lnTo>
                    <a:pt x="13509" y="346"/>
                  </a:lnTo>
                  <a:lnTo>
                    <a:pt x="13740" y="808"/>
                  </a:lnTo>
                  <a:lnTo>
                    <a:pt x="13855" y="1270"/>
                  </a:lnTo>
                  <a:lnTo>
                    <a:pt x="13855" y="1270"/>
                  </a:lnTo>
                  <a:lnTo>
                    <a:pt x="13740" y="1732"/>
                  </a:lnTo>
                  <a:lnTo>
                    <a:pt x="13509" y="2078"/>
                  </a:lnTo>
                  <a:lnTo>
                    <a:pt x="13163" y="2425"/>
                  </a:lnTo>
                  <a:lnTo>
                    <a:pt x="12585" y="2425"/>
                  </a:lnTo>
                  <a:lnTo>
                    <a:pt x="12585" y="2425"/>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a:extLst>
                <a:ext uri="{FF2B5EF4-FFF2-40B4-BE49-F238E27FC236}">
                  <a16:creationId xmlns:a16="http://schemas.microsoft.com/office/drawing/2014/main" id="{611B10AE-E9CB-E1EB-9ADF-E7429DA184A7}"/>
                </a:ext>
              </a:extLst>
            </p:cNvPr>
            <p:cNvSpPr/>
            <p:nvPr/>
          </p:nvSpPr>
          <p:spPr>
            <a:xfrm>
              <a:off x="4459425" y="676940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7" name="Google Shape;487;p19">
            <a:extLst>
              <a:ext uri="{FF2B5EF4-FFF2-40B4-BE49-F238E27FC236}">
                <a16:creationId xmlns:a16="http://schemas.microsoft.com/office/drawing/2014/main" id="{F55563AF-D83D-FBEF-AC64-F88C168DBAF4}"/>
              </a:ext>
            </a:extLst>
          </p:cNvPr>
          <p:cNvSpPr/>
          <p:nvPr/>
        </p:nvSpPr>
        <p:spPr>
          <a:xfrm>
            <a:off x="6098875" y="5727425"/>
            <a:ext cx="25" cy="25"/>
          </a:xfrm>
          <a:custGeom>
            <a:avLst/>
            <a:gdLst/>
            <a:ahLst/>
            <a:cxnLst/>
            <a:rect l="l" t="t" r="r" b="b"/>
            <a:pathLst>
              <a:path w="1" h="1" fill="none" extrusionOk="0">
                <a:moveTo>
                  <a:pt x="0" y="1"/>
                </a:move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a:extLst>
              <a:ext uri="{FF2B5EF4-FFF2-40B4-BE49-F238E27FC236}">
                <a16:creationId xmlns:a16="http://schemas.microsoft.com/office/drawing/2014/main" id="{35D3D17B-6343-6578-23DF-657C37A99589}"/>
              </a:ext>
            </a:extLst>
          </p:cNvPr>
          <p:cNvSpPr/>
          <p:nvPr/>
        </p:nvSpPr>
        <p:spPr>
          <a:xfrm>
            <a:off x="7915200" y="3258175"/>
            <a:ext cx="771600" cy="7716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490" name="Google Shape;490;p19">
            <a:extLst>
              <a:ext uri="{FF2B5EF4-FFF2-40B4-BE49-F238E27FC236}">
                <a16:creationId xmlns:a16="http://schemas.microsoft.com/office/drawing/2014/main" id="{CEDA8DB1-BB47-CC4A-F3A0-16986242EC7A}"/>
              </a:ext>
            </a:extLst>
          </p:cNvPr>
          <p:cNvSpPr txBox="1"/>
          <p:nvPr/>
        </p:nvSpPr>
        <p:spPr>
          <a:xfrm>
            <a:off x="5274154" y="3962168"/>
            <a:ext cx="2557900" cy="506700"/>
          </a:xfrm>
          <a:prstGeom prst="rect">
            <a:avLst/>
          </a:prstGeom>
          <a:noFill/>
          <a:ln>
            <a:noFill/>
          </a:ln>
        </p:spPr>
        <p:txBody>
          <a:bodyPr spcFirstLastPara="1" wrap="square" lIns="91425" tIns="91425" rIns="91425" bIns="91425" anchor="ctr" anchorCtr="0">
            <a:noAutofit/>
          </a:bodyPr>
          <a:lstStyle/>
          <a:p>
            <a:pPr marL="400050" indent="-171450" algn="r"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Ordinal Encoding:</a:t>
            </a:r>
            <a:r>
              <a:rPr lang="en-US" sz="1100" kern="100" dirty="0">
                <a:effectLst/>
                <a:latin typeface="Roboto" panose="02000000000000000000" pitchFamily="2" charset="0"/>
                <a:ea typeface="Roboto" panose="02000000000000000000" pitchFamily="2" charset="0"/>
                <a:cs typeface="Roboto" panose="02000000000000000000" pitchFamily="2" charset="0"/>
              </a:rPr>
              <a:t> Car Condition, Traffic Severity, Distance Bin.</a:t>
            </a:r>
          </a:p>
          <a:p>
            <a:pPr marL="400050" indent="-171450" algn="r" rtl="0">
              <a:lnSpc>
                <a:spcPct val="107000"/>
              </a:lnSpc>
              <a:spcAft>
                <a:spcPts val="800"/>
              </a:spcAft>
              <a:buFont typeface="Arial" panose="020B0604020202020204" pitchFamily="34" charset="0"/>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One-Hot Encoding:</a:t>
            </a:r>
            <a:r>
              <a:rPr lang="en-US" sz="1100" kern="100" dirty="0">
                <a:effectLst/>
                <a:latin typeface="Roboto" panose="02000000000000000000" pitchFamily="2" charset="0"/>
                <a:ea typeface="Roboto" panose="02000000000000000000" pitchFamily="2" charset="0"/>
                <a:cs typeface="Roboto" panose="02000000000000000000" pitchFamily="2" charset="0"/>
              </a:rPr>
              <a:t> Weather, Time of Day.</a:t>
            </a:r>
          </a:p>
        </p:txBody>
      </p:sp>
      <p:sp>
        <p:nvSpPr>
          <p:cNvPr id="491" name="Google Shape;491;p19">
            <a:extLst>
              <a:ext uri="{FF2B5EF4-FFF2-40B4-BE49-F238E27FC236}">
                <a16:creationId xmlns:a16="http://schemas.microsoft.com/office/drawing/2014/main" id="{6FC06467-0420-FA7B-5573-6B3030554C79}"/>
              </a:ext>
            </a:extLst>
          </p:cNvPr>
          <p:cNvSpPr txBox="1"/>
          <p:nvPr/>
        </p:nvSpPr>
        <p:spPr>
          <a:xfrm>
            <a:off x="6290754" y="3222999"/>
            <a:ext cx="1541300" cy="335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de-DE" sz="2000" dirty="0">
                <a:solidFill>
                  <a:srgbClr val="000000"/>
                </a:solidFill>
                <a:latin typeface="Fira Sans Extra Condensed ExtraBold"/>
                <a:ea typeface="Fira Sans Extra Condensed ExtraBold"/>
                <a:cs typeface="Fira Sans Extra Condensed ExtraBold"/>
                <a:sym typeface="Fira Sans Extra Condensed ExtraBold"/>
              </a:rPr>
              <a:t>Encoding</a:t>
            </a:r>
            <a:endParaRPr sz="2000" dirty="0">
              <a:solidFill>
                <a:srgbClr val="000000"/>
              </a:solidFill>
              <a:latin typeface="Fira Sans Extra Condensed ExtraBold"/>
              <a:ea typeface="Fira Sans Extra Condensed ExtraBold"/>
              <a:cs typeface="Fira Sans Extra Condensed ExtraBold"/>
              <a:sym typeface="Fira Sans Extra Condensed ExtraBold"/>
            </a:endParaRPr>
          </a:p>
        </p:txBody>
      </p:sp>
      <p:grpSp>
        <p:nvGrpSpPr>
          <p:cNvPr id="492" name="Google Shape;492;p19">
            <a:extLst>
              <a:ext uri="{FF2B5EF4-FFF2-40B4-BE49-F238E27FC236}">
                <a16:creationId xmlns:a16="http://schemas.microsoft.com/office/drawing/2014/main" id="{73DCD6FA-A565-0E28-4550-715BB0AAF5B9}"/>
              </a:ext>
            </a:extLst>
          </p:cNvPr>
          <p:cNvGrpSpPr/>
          <p:nvPr/>
        </p:nvGrpSpPr>
        <p:grpSpPr>
          <a:xfrm>
            <a:off x="8063352" y="3461080"/>
            <a:ext cx="475287" cy="365787"/>
            <a:chOff x="5279150" y="5672600"/>
            <a:chExt cx="1864600" cy="1431650"/>
          </a:xfrm>
        </p:grpSpPr>
        <p:sp>
          <p:nvSpPr>
            <p:cNvPr id="493" name="Google Shape;493;p19">
              <a:extLst>
                <a:ext uri="{FF2B5EF4-FFF2-40B4-BE49-F238E27FC236}">
                  <a16:creationId xmlns:a16="http://schemas.microsoft.com/office/drawing/2014/main" id="{BF9DA17D-D962-09D2-C762-7C4841C6AD42}"/>
                </a:ext>
              </a:extLst>
            </p:cNvPr>
            <p:cNvSpPr/>
            <p:nvPr/>
          </p:nvSpPr>
          <p:spPr>
            <a:xfrm>
              <a:off x="5279150" y="6154600"/>
              <a:ext cx="1864600" cy="785125"/>
            </a:xfrm>
            <a:custGeom>
              <a:avLst/>
              <a:gdLst/>
              <a:ahLst/>
              <a:cxnLst/>
              <a:rect l="l" t="t" r="r" b="b"/>
              <a:pathLst>
                <a:path w="74584" h="31405" extrusionOk="0">
                  <a:moveTo>
                    <a:pt x="27363" y="12816"/>
                  </a:moveTo>
                  <a:lnTo>
                    <a:pt x="27825" y="12932"/>
                  </a:lnTo>
                  <a:lnTo>
                    <a:pt x="28171" y="13047"/>
                  </a:lnTo>
                  <a:lnTo>
                    <a:pt x="28518" y="13163"/>
                  </a:lnTo>
                  <a:lnTo>
                    <a:pt x="28864" y="13509"/>
                  </a:lnTo>
                  <a:lnTo>
                    <a:pt x="29210" y="13855"/>
                  </a:lnTo>
                  <a:lnTo>
                    <a:pt x="29326" y="14202"/>
                  </a:lnTo>
                  <a:lnTo>
                    <a:pt x="29441" y="14548"/>
                  </a:lnTo>
                  <a:lnTo>
                    <a:pt x="29557" y="15010"/>
                  </a:lnTo>
                  <a:lnTo>
                    <a:pt x="29441" y="15472"/>
                  </a:lnTo>
                  <a:lnTo>
                    <a:pt x="29326" y="15934"/>
                  </a:lnTo>
                  <a:lnTo>
                    <a:pt x="29210" y="16280"/>
                  </a:lnTo>
                  <a:lnTo>
                    <a:pt x="28864" y="16626"/>
                  </a:lnTo>
                  <a:lnTo>
                    <a:pt x="28518" y="16857"/>
                  </a:lnTo>
                  <a:lnTo>
                    <a:pt x="28171" y="17088"/>
                  </a:lnTo>
                  <a:lnTo>
                    <a:pt x="27825" y="17204"/>
                  </a:lnTo>
                  <a:lnTo>
                    <a:pt x="21129" y="17204"/>
                  </a:lnTo>
                  <a:lnTo>
                    <a:pt x="20667" y="17088"/>
                  </a:lnTo>
                  <a:lnTo>
                    <a:pt x="20320" y="16857"/>
                  </a:lnTo>
                  <a:lnTo>
                    <a:pt x="19974" y="16626"/>
                  </a:lnTo>
                  <a:lnTo>
                    <a:pt x="19743" y="16280"/>
                  </a:lnTo>
                  <a:lnTo>
                    <a:pt x="19512" y="15934"/>
                  </a:lnTo>
                  <a:lnTo>
                    <a:pt x="19397" y="15472"/>
                  </a:lnTo>
                  <a:lnTo>
                    <a:pt x="19281" y="15010"/>
                  </a:lnTo>
                  <a:lnTo>
                    <a:pt x="19397" y="14548"/>
                  </a:lnTo>
                  <a:lnTo>
                    <a:pt x="19512" y="14202"/>
                  </a:lnTo>
                  <a:lnTo>
                    <a:pt x="19743" y="13855"/>
                  </a:lnTo>
                  <a:lnTo>
                    <a:pt x="19974" y="13509"/>
                  </a:lnTo>
                  <a:lnTo>
                    <a:pt x="20320" y="13163"/>
                  </a:lnTo>
                  <a:lnTo>
                    <a:pt x="20667" y="13047"/>
                  </a:lnTo>
                  <a:lnTo>
                    <a:pt x="21129" y="12932"/>
                  </a:lnTo>
                  <a:lnTo>
                    <a:pt x="21475" y="12816"/>
                  </a:lnTo>
                  <a:close/>
                  <a:moveTo>
                    <a:pt x="39024" y="12816"/>
                  </a:moveTo>
                  <a:lnTo>
                    <a:pt x="39486" y="12932"/>
                  </a:lnTo>
                  <a:lnTo>
                    <a:pt x="39832" y="13047"/>
                  </a:lnTo>
                  <a:lnTo>
                    <a:pt x="40179" y="13163"/>
                  </a:lnTo>
                  <a:lnTo>
                    <a:pt x="40525" y="13509"/>
                  </a:lnTo>
                  <a:lnTo>
                    <a:pt x="40871" y="13855"/>
                  </a:lnTo>
                  <a:lnTo>
                    <a:pt x="40987" y="14202"/>
                  </a:lnTo>
                  <a:lnTo>
                    <a:pt x="41102" y="14548"/>
                  </a:lnTo>
                  <a:lnTo>
                    <a:pt x="41218" y="15010"/>
                  </a:lnTo>
                  <a:lnTo>
                    <a:pt x="41102" y="15472"/>
                  </a:lnTo>
                  <a:lnTo>
                    <a:pt x="40987" y="15934"/>
                  </a:lnTo>
                  <a:lnTo>
                    <a:pt x="40871" y="16280"/>
                  </a:lnTo>
                  <a:lnTo>
                    <a:pt x="40525" y="16626"/>
                  </a:lnTo>
                  <a:lnTo>
                    <a:pt x="40179" y="16857"/>
                  </a:lnTo>
                  <a:lnTo>
                    <a:pt x="39832" y="17088"/>
                  </a:lnTo>
                  <a:lnTo>
                    <a:pt x="39486" y="17204"/>
                  </a:lnTo>
                  <a:lnTo>
                    <a:pt x="32789" y="17204"/>
                  </a:lnTo>
                  <a:lnTo>
                    <a:pt x="32328" y="17088"/>
                  </a:lnTo>
                  <a:lnTo>
                    <a:pt x="31981" y="16857"/>
                  </a:lnTo>
                  <a:lnTo>
                    <a:pt x="31635" y="16626"/>
                  </a:lnTo>
                  <a:lnTo>
                    <a:pt x="31404" y="16280"/>
                  </a:lnTo>
                  <a:lnTo>
                    <a:pt x="31173" y="15934"/>
                  </a:lnTo>
                  <a:lnTo>
                    <a:pt x="31058" y="15472"/>
                  </a:lnTo>
                  <a:lnTo>
                    <a:pt x="30942" y="15010"/>
                  </a:lnTo>
                  <a:lnTo>
                    <a:pt x="31058" y="14548"/>
                  </a:lnTo>
                  <a:lnTo>
                    <a:pt x="31173" y="14202"/>
                  </a:lnTo>
                  <a:lnTo>
                    <a:pt x="31404" y="13855"/>
                  </a:lnTo>
                  <a:lnTo>
                    <a:pt x="31635" y="13509"/>
                  </a:lnTo>
                  <a:lnTo>
                    <a:pt x="31981" y="13163"/>
                  </a:lnTo>
                  <a:lnTo>
                    <a:pt x="32328" y="13047"/>
                  </a:lnTo>
                  <a:lnTo>
                    <a:pt x="32789" y="12932"/>
                  </a:lnTo>
                  <a:lnTo>
                    <a:pt x="33136" y="12816"/>
                  </a:lnTo>
                  <a:close/>
                  <a:moveTo>
                    <a:pt x="50685" y="12816"/>
                  </a:moveTo>
                  <a:lnTo>
                    <a:pt x="51147" y="12932"/>
                  </a:lnTo>
                  <a:lnTo>
                    <a:pt x="51493" y="13047"/>
                  </a:lnTo>
                  <a:lnTo>
                    <a:pt x="51839" y="13163"/>
                  </a:lnTo>
                  <a:lnTo>
                    <a:pt x="52186" y="13509"/>
                  </a:lnTo>
                  <a:lnTo>
                    <a:pt x="52532" y="13855"/>
                  </a:lnTo>
                  <a:lnTo>
                    <a:pt x="52648" y="14202"/>
                  </a:lnTo>
                  <a:lnTo>
                    <a:pt x="52763" y="14548"/>
                  </a:lnTo>
                  <a:lnTo>
                    <a:pt x="52879" y="15010"/>
                  </a:lnTo>
                  <a:lnTo>
                    <a:pt x="52763" y="15472"/>
                  </a:lnTo>
                  <a:lnTo>
                    <a:pt x="52648" y="15934"/>
                  </a:lnTo>
                  <a:lnTo>
                    <a:pt x="52532" y="16280"/>
                  </a:lnTo>
                  <a:lnTo>
                    <a:pt x="52186" y="16626"/>
                  </a:lnTo>
                  <a:lnTo>
                    <a:pt x="51839" y="16857"/>
                  </a:lnTo>
                  <a:lnTo>
                    <a:pt x="51493" y="17088"/>
                  </a:lnTo>
                  <a:lnTo>
                    <a:pt x="51147" y="17204"/>
                  </a:lnTo>
                  <a:lnTo>
                    <a:pt x="44450" y="17204"/>
                  </a:lnTo>
                  <a:lnTo>
                    <a:pt x="43989" y="17088"/>
                  </a:lnTo>
                  <a:lnTo>
                    <a:pt x="43642" y="16857"/>
                  </a:lnTo>
                  <a:lnTo>
                    <a:pt x="43296" y="16626"/>
                  </a:lnTo>
                  <a:lnTo>
                    <a:pt x="43065" y="16280"/>
                  </a:lnTo>
                  <a:lnTo>
                    <a:pt x="42834" y="15934"/>
                  </a:lnTo>
                  <a:lnTo>
                    <a:pt x="42719" y="15472"/>
                  </a:lnTo>
                  <a:lnTo>
                    <a:pt x="42603" y="15010"/>
                  </a:lnTo>
                  <a:lnTo>
                    <a:pt x="42719" y="14548"/>
                  </a:lnTo>
                  <a:lnTo>
                    <a:pt x="42834" y="14202"/>
                  </a:lnTo>
                  <a:lnTo>
                    <a:pt x="43065" y="13855"/>
                  </a:lnTo>
                  <a:lnTo>
                    <a:pt x="43296" y="13509"/>
                  </a:lnTo>
                  <a:lnTo>
                    <a:pt x="43642" y="13163"/>
                  </a:lnTo>
                  <a:lnTo>
                    <a:pt x="43989" y="13047"/>
                  </a:lnTo>
                  <a:lnTo>
                    <a:pt x="44450" y="12932"/>
                  </a:lnTo>
                  <a:lnTo>
                    <a:pt x="44797" y="12816"/>
                  </a:lnTo>
                  <a:close/>
                  <a:moveTo>
                    <a:pt x="13278" y="1"/>
                  </a:moveTo>
                  <a:lnTo>
                    <a:pt x="12931" y="1502"/>
                  </a:lnTo>
                  <a:lnTo>
                    <a:pt x="12354" y="2772"/>
                  </a:lnTo>
                  <a:lnTo>
                    <a:pt x="11661" y="3926"/>
                  </a:lnTo>
                  <a:lnTo>
                    <a:pt x="10738" y="4965"/>
                  </a:lnTo>
                  <a:lnTo>
                    <a:pt x="10045" y="5658"/>
                  </a:lnTo>
                  <a:lnTo>
                    <a:pt x="9237" y="6120"/>
                  </a:lnTo>
                  <a:lnTo>
                    <a:pt x="8544" y="6582"/>
                  </a:lnTo>
                  <a:lnTo>
                    <a:pt x="7736" y="7044"/>
                  </a:lnTo>
                  <a:lnTo>
                    <a:pt x="6812" y="7275"/>
                  </a:lnTo>
                  <a:lnTo>
                    <a:pt x="5889" y="7505"/>
                  </a:lnTo>
                  <a:lnTo>
                    <a:pt x="4965" y="7736"/>
                  </a:lnTo>
                  <a:lnTo>
                    <a:pt x="4041" y="7736"/>
                  </a:lnTo>
                  <a:lnTo>
                    <a:pt x="3233" y="7852"/>
                  </a:lnTo>
                  <a:lnTo>
                    <a:pt x="2425" y="8083"/>
                  </a:lnTo>
                  <a:lnTo>
                    <a:pt x="1732" y="8429"/>
                  </a:lnTo>
                  <a:lnTo>
                    <a:pt x="1155" y="8891"/>
                  </a:lnTo>
                  <a:lnTo>
                    <a:pt x="693" y="9468"/>
                  </a:lnTo>
                  <a:lnTo>
                    <a:pt x="347" y="10161"/>
                  </a:lnTo>
                  <a:lnTo>
                    <a:pt x="116" y="10969"/>
                  </a:lnTo>
                  <a:lnTo>
                    <a:pt x="0" y="11777"/>
                  </a:lnTo>
                  <a:lnTo>
                    <a:pt x="0" y="12816"/>
                  </a:lnTo>
                  <a:lnTo>
                    <a:pt x="7736" y="12816"/>
                  </a:lnTo>
                  <a:lnTo>
                    <a:pt x="8198" y="12932"/>
                  </a:lnTo>
                  <a:lnTo>
                    <a:pt x="8544" y="13047"/>
                  </a:lnTo>
                  <a:lnTo>
                    <a:pt x="8890" y="13163"/>
                  </a:lnTo>
                  <a:lnTo>
                    <a:pt x="9237" y="13509"/>
                  </a:lnTo>
                  <a:lnTo>
                    <a:pt x="9468" y="13855"/>
                  </a:lnTo>
                  <a:lnTo>
                    <a:pt x="9699" y="14202"/>
                  </a:lnTo>
                  <a:lnTo>
                    <a:pt x="9814" y="14548"/>
                  </a:lnTo>
                  <a:lnTo>
                    <a:pt x="9929" y="15010"/>
                  </a:lnTo>
                  <a:lnTo>
                    <a:pt x="9814" y="15472"/>
                  </a:lnTo>
                  <a:lnTo>
                    <a:pt x="9699" y="15934"/>
                  </a:lnTo>
                  <a:lnTo>
                    <a:pt x="9468" y="16280"/>
                  </a:lnTo>
                  <a:lnTo>
                    <a:pt x="9237" y="16626"/>
                  </a:lnTo>
                  <a:lnTo>
                    <a:pt x="8890" y="16857"/>
                  </a:lnTo>
                  <a:lnTo>
                    <a:pt x="8544" y="17088"/>
                  </a:lnTo>
                  <a:lnTo>
                    <a:pt x="8198" y="17204"/>
                  </a:lnTo>
                  <a:lnTo>
                    <a:pt x="0" y="17204"/>
                  </a:lnTo>
                  <a:lnTo>
                    <a:pt x="0" y="21591"/>
                  </a:lnTo>
                  <a:lnTo>
                    <a:pt x="0" y="22399"/>
                  </a:lnTo>
                  <a:lnTo>
                    <a:pt x="116" y="23207"/>
                  </a:lnTo>
                  <a:lnTo>
                    <a:pt x="347" y="24015"/>
                  </a:lnTo>
                  <a:lnTo>
                    <a:pt x="578" y="24824"/>
                  </a:lnTo>
                  <a:lnTo>
                    <a:pt x="1270" y="26324"/>
                  </a:lnTo>
                  <a:lnTo>
                    <a:pt x="2079" y="27594"/>
                  </a:lnTo>
                  <a:lnTo>
                    <a:pt x="3233" y="28749"/>
                  </a:lnTo>
                  <a:lnTo>
                    <a:pt x="4503" y="29788"/>
                  </a:lnTo>
                  <a:lnTo>
                    <a:pt x="5889" y="30596"/>
                  </a:lnTo>
                  <a:lnTo>
                    <a:pt x="7389" y="31058"/>
                  </a:lnTo>
                  <a:lnTo>
                    <a:pt x="7505" y="30019"/>
                  </a:lnTo>
                  <a:lnTo>
                    <a:pt x="7736" y="28980"/>
                  </a:lnTo>
                  <a:lnTo>
                    <a:pt x="7967" y="27941"/>
                  </a:lnTo>
                  <a:lnTo>
                    <a:pt x="8429" y="27017"/>
                  </a:lnTo>
                  <a:lnTo>
                    <a:pt x="8890" y="26094"/>
                  </a:lnTo>
                  <a:lnTo>
                    <a:pt x="9352" y="25285"/>
                  </a:lnTo>
                  <a:lnTo>
                    <a:pt x="10045" y="24477"/>
                  </a:lnTo>
                  <a:lnTo>
                    <a:pt x="10738" y="23784"/>
                  </a:lnTo>
                  <a:lnTo>
                    <a:pt x="11430" y="23092"/>
                  </a:lnTo>
                  <a:lnTo>
                    <a:pt x="12239" y="22514"/>
                  </a:lnTo>
                  <a:lnTo>
                    <a:pt x="13162" y="21937"/>
                  </a:lnTo>
                  <a:lnTo>
                    <a:pt x="14086" y="21475"/>
                  </a:lnTo>
                  <a:lnTo>
                    <a:pt x="15009" y="21129"/>
                  </a:lnTo>
                  <a:lnTo>
                    <a:pt x="16049" y="20898"/>
                  </a:lnTo>
                  <a:lnTo>
                    <a:pt x="17088" y="20783"/>
                  </a:lnTo>
                  <a:lnTo>
                    <a:pt x="18242" y="20667"/>
                  </a:lnTo>
                  <a:lnTo>
                    <a:pt x="19281" y="20783"/>
                  </a:lnTo>
                  <a:lnTo>
                    <a:pt x="20320" y="20898"/>
                  </a:lnTo>
                  <a:lnTo>
                    <a:pt x="21359" y="21244"/>
                  </a:lnTo>
                  <a:lnTo>
                    <a:pt x="22399" y="21591"/>
                  </a:lnTo>
                  <a:lnTo>
                    <a:pt x="23322" y="22053"/>
                  </a:lnTo>
                  <a:lnTo>
                    <a:pt x="24246" y="22514"/>
                  </a:lnTo>
                  <a:lnTo>
                    <a:pt x="25054" y="23207"/>
                  </a:lnTo>
                  <a:lnTo>
                    <a:pt x="25747" y="23784"/>
                  </a:lnTo>
                  <a:lnTo>
                    <a:pt x="26439" y="24593"/>
                  </a:lnTo>
                  <a:lnTo>
                    <a:pt x="27132" y="25401"/>
                  </a:lnTo>
                  <a:lnTo>
                    <a:pt x="27709" y="26324"/>
                  </a:lnTo>
                  <a:lnTo>
                    <a:pt x="28056" y="27248"/>
                  </a:lnTo>
                  <a:lnTo>
                    <a:pt x="28518" y="28172"/>
                  </a:lnTo>
                  <a:lnTo>
                    <a:pt x="28749" y="29211"/>
                  </a:lnTo>
                  <a:lnTo>
                    <a:pt x="28864" y="30250"/>
                  </a:lnTo>
                  <a:lnTo>
                    <a:pt x="28979" y="31404"/>
                  </a:lnTo>
                  <a:lnTo>
                    <a:pt x="42834" y="31404"/>
                  </a:lnTo>
                  <a:lnTo>
                    <a:pt x="42834" y="30250"/>
                  </a:lnTo>
                  <a:lnTo>
                    <a:pt x="43065" y="29211"/>
                  </a:lnTo>
                  <a:lnTo>
                    <a:pt x="43296" y="28172"/>
                  </a:lnTo>
                  <a:lnTo>
                    <a:pt x="43642" y="27248"/>
                  </a:lnTo>
                  <a:lnTo>
                    <a:pt x="44104" y="26324"/>
                  </a:lnTo>
                  <a:lnTo>
                    <a:pt x="44681" y="25401"/>
                  </a:lnTo>
                  <a:lnTo>
                    <a:pt x="45259" y="24593"/>
                  </a:lnTo>
                  <a:lnTo>
                    <a:pt x="45951" y="23784"/>
                  </a:lnTo>
                  <a:lnTo>
                    <a:pt x="46759" y="23207"/>
                  </a:lnTo>
                  <a:lnTo>
                    <a:pt x="47568" y="22514"/>
                  </a:lnTo>
                  <a:lnTo>
                    <a:pt x="48491" y="22053"/>
                  </a:lnTo>
                  <a:lnTo>
                    <a:pt x="49415" y="21591"/>
                  </a:lnTo>
                  <a:lnTo>
                    <a:pt x="50339" y="21244"/>
                  </a:lnTo>
                  <a:lnTo>
                    <a:pt x="51378" y="20898"/>
                  </a:lnTo>
                  <a:lnTo>
                    <a:pt x="52532" y="20783"/>
                  </a:lnTo>
                  <a:lnTo>
                    <a:pt x="53571" y="20667"/>
                  </a:lnTo>
                  <a:lnTo>
                    <a:pt x="54726" y="20783"/>
                  </a:lnTo>
                  <a:lnTo>
                    <a:pt x="55765" y="20898"/>
                  </a:lnTo>
                  <a:lnTo>
                    <a:pt x="56689" y="21129"/>
                  </a:lnTo>
                  <a:lnTo>
                    <a:pt x="57728" y="21475"/>
                  </a:lnTo>
                  <a:lnTo>
                    <a:pt x="58651" y="21937"/>
                  </a:lnTo>
                  <a:lnTo>
                    <a:pt x="59575" y="22514"/>
                  </a:lnTo>
                  <a:lnTo>
                    <a:pt x="60383" y="23092"/>
                  </a:lnTo>
                  <a:lnTo>
                    <a:pt x="61076" y="23784"/>
                  </a:lnTo>
                  <a:lnTo>
                    <a:pt x="61769" y="24477"/>
                  </a:lnTo>
                  <a:lnTo>
                    <a:pt x="62461" y="25285"/>
                  </a:lnTo>
                  <a:lnTo>
                    <a:pt x="62923" y="26209"/>
                  </a:lnTo>
                  <a:lnTo>
                    <a:pt x="63385" y="27017"/>
                  </a:lnTo>
                  <a:lnTo>
                    <a:pt x="63847" y="28056"/>
                  </a:lnTo>
                  <a:lnTo>
                    <a:pt x="64078" y="28980"/>
                  </a:lnTo>
                  <a:lnTo>
                    <a:pt x="64309" y="30019"/>
                  </a:lnTo>
                  <a:lnTo>
                    <a:pt x="64309" y="31174"/>
                  </a:lnTo>
                  <a:lnTo>
                    <a:pt x="65232" y="30943"/>
                  </a:lnTo>
                  <a:lnTo>
                    <a:pt x="66156" y="30596"/>
                  </a:lnTo>
                  <a:lnTo>
                    <a:pt x="67888" y="29904"/>
                  </a:lnTo>
                  <a:lnTo>
                    <a:pt x="69389" y="28864"/>
                  </a:lnTo>
                  <a:lnTo>
                    <a:pt x="70889" y="27710"/>
                  </a:lnTo>
                  <a:lnTo>
                    <a:pt x="71698" y="26786"/>
                  </a:lnTo>
                  <a:lnTo>
                    <a:pt x="72390" y="25747"/>
                  </a:lnTo>
                  <a:lnTo>
                    <a:pt x="73083" y="24708"/>
                  </a:lnTo>
                  <a:lnTo>
                    <a:pt x="73545" y="23669"/>
                  </a:lnTo>
                  <a:lnTo>
                    <a:pt x="74007" y="22514"/>
                  </a:lnTo>
                  <a:lnTo>
                    <a:pt x="74353" y="21244"/>
                  </a:lnTo>
                  <a:lnTo>
                    <a:pt x="74469" y="19974"/>
                  </a:lnTo>
                  <a:lnTo>
                    <a:pt x="74584" y="18704"/>
                  </a:lnTo>
                  <a:lnTo>
                    <a:pt x="74469" y="17204"/>
                  </a:lnTo>
                  <a:lnTo>
                    <a:pt x="65694" y="17204"/>
                  </a:lnTo>
                  <a:lnTo>
                    <a:pt x="65348" y="17088"/>
                  </a:lnTo>
                  <a:lnTo>
                    <a:pt x="64886" y="16857"/>
                  </a:lnTo>
                  <a:lnTo>
                    <a:pt x="64655" y="16626"/>
                  </a:lnTo>
                  <a:lnTo>
                    <a:pt x="64309" y="16280"/>
                  </a:lnTo>
                  <a:lnTo>
                    <a:pt x="64193" y="15934"/>
                  </a:lnTo>
                  <a:lnTo>
                    <a:pt x="63962" y="15472"/>
                  </a:lnTo>
                  <a:lnTo>
                    <a:pt x="63962" y="15010"/>
                  </a:lnTo>
                  <a:lnTo>
                    <a:pt x="63962" y="14548"/>
                  </a:lnTo>
                  <a:lnTo>
                    <a:pt x="64193" y="14202"/>
                  </a:lnTo>
                  <a:lnTo>
                    <a:pt x="64309" y="13855"/>
                  </a:lnTo>
                  <a:lnTo>
                    <a:pt x="64655" y="13509"/>
                  </a:lnTo>
                  <a:lnTo>
                    <a:pt x="64886" y="13163"/>
                  </a:lnTo>
                  <a:lnTo>
                    <a:pt x="65348" y="13047"/>
                  </a:lnTo>
                  <a:lnTo>
                    <a:pt x="65694" y="12932"/>
                  </a:lnTo>
                  <a:lnTo>
                    <a:pt x="66156" y="12816"/>
                  </a:lnTo>
                  <a:lnTo>
                    <a:pt x="72852" y="12816"/>
                  </a:lnTo>
                  <a:lnTo>
                    <a:pt x="72044" y="11777"/>
                  </a:lnTo>
                  <a:lnTo>
                    <a:pt x="71120" y="10738"/>
                  </a:lnTo>
                  <a:lnTo>
                    <a:pt x="70081" y="9930"/>
                  </a:lnTo>
                  <a:lnTo>
                    <a:pt x="68927" y="9122"/>
                  </a:lnTo>
                  <a:lnTo>
                    <a:pt x="67657" y="8545"/>
                  </a:lnTo>
                  <a:lnTo>
                    <a:pt x="66387" y="8083"/>
                  </a:lnTo>
                  <a:lnTo>
                    <a:pt x="65001" y="7852"/>
                  </a:lnTo>
                  <a:lnTo>
                    <a:pt x="63500" y="7736"/>
                  </a:lnTo>
                  <a:lnTo>
                    <a:pt x="58767" y="7736"/>
                  </a:lnTo>
                  <a:lnTo>
                    <a:pt x="21359" y="7852"/>
                  </a:lnTo>
                  <a:lnTo>
                    <a:pt x="20551" y="7736"/>
                  </a:lnTo>
                  <a:lnTo>
                    <a:pt x="19859" y="7505"/>
                  </a:lnTo>
                  <a:lnTo>
                    <a:pt x="19166" y="7044"/>
                  </a:lnTo>
                  <a:lnTo>
                    <a:pt x="18473" y="6466"/>
                  </a:lnTo>
                  <a:lnTo>
                    <a:pt x="132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a:extLst>
                <a:ext uri="{FF2B5EF4-FFF2-40B4-BE49-F238E27FC236}">
                  <a16:creationId xmlns:a16="http://schemas.microsoft.com/office/drawing/2014/main" id="{70A78466-8221-FB27-FE90-4CA1EDEA689D}"/>
                </a:ext>
              </a:extLst>
            </p:cNvPr>
            <p:cNvSpPr/>
            <p:nvPr/>
          </p:nvSpPr>
          <p:spPr>
            <a:xfrm>
              <a:off x="5279150" y="6154600"/>
              <a:ext cx="1864600" cy="785125"/>
            </a:xfrm>
            <a:custGeom>
              <a:avLst/>
              <a:gdLst/>
              <a:ahLst/>
              <a:cxnLst/>
              <a:rect l="l" t="t" r="r" b="b"/>
              <a:pathLst>
                <a:path w="74584" h="31405" fill="none" extrusionOk="0">
                  <a:moveTo>
                    <a:pt x="74469" y="17204"/>
                  </a:moveTo>
                  <a:lnTo>
                    <a:pt x="66156" y="17204"/>
                  </a:lnTo>
                  <a:lnTo>
                    <a:pt x="66156" y="17204"/>
                  </a:lnTo>
                  <a:lnTo>
                    <a:pt x="65694" y="17204"/>
                  </a:lnTo>
                  <a:lnTo>
                    <a:pt x="65348" y="17088"/>
                  </a:lnTo>
                  <a:lnTo>
                    <a:pt x="64886" y="16857"/>
                  </a:lnTo>
                  <a:lnTo>
                    <a:pt x="64655" y="16626"/>
                  </a:lnTo>
                  <a:lnTo>
                    <a:pt x="64309" y="16280"/>
                  </a:lnTo>
                  <a:lnTo>
                    <a:pt x="64193" y="15934"/>
                  </a:lnTo>
                  <a:lnTo>
                    <a:pt x="63962" y="15472"/>
                  </a:lnTo>
                  <a:lnTo>
                    <a:pt x="63962" y="15010"/>
                  </a:lnTo>
                  <a:lnTo>
                    <a:pt x="63962" y="15010"/>
                  </a:lnTo>
                  <a:lnTo>
                    <a:pt x="63962" y="14548"/>
                  </a:lnTo>
                  <a:lnTo>
                    <a:pt x="64193" y="14202"/>
                  </a:lnTo>
                  <a:lnTo>
                    <a:pt x="64309" y="13855"/>
                  </a:lnTo>
                  <a:lnTo>
                    <a:pt x="64655" y="13509"/>
                  </a:lnTo>
                  <a:lnTo>
                    <a:pt x="64886" y="13163"/>
                  </a:lnTo>
                  <a:lnTo>
                    <a:pt x="65348" y="13047"/>
                  </a:lnTo>
                  <a:lnTo>
                    <a:pt x="65694" y="12932"/>
                  </a:lnTo>
                  <a:lnTo>
                    <a:pt x="66156" y="12816"/>
                  </a:lnTo>
                  <a:lnTo>
                    <a:pt x="72852" y="12816"/>
                  </a:lnTo>
                  <a:lnTo>
                    <a:pt x="72852" y="12816"/>
                  </a:lnTo>
                  <a:lnTo>
                    <a:pt x="72044" y="11777"/>
                  </a:lnTo>
                  <a:lnTo>
                    <a:pt x="71120" y="10738"/>
                  </a:lnTo>
                  <a:lnTo>
                    <a:pt x="70081" y="9930"/>
                  </a:lnTo>
                  <a:lnTo>
                    <a:pt x="68927" y="9122"/>
                  </a:lnTo>
                  <a:lnTo>
                    <a:pt x="67657" y="8545"/>
                  </a:lnTo>
                  <a:lnTo>
                    <a:pt x="66387" y="8083"/>
                  </a:lnTo>
                  <a:lnTo>
                    <a:pt x="65001" y="7852"/>
                  </a:lnTo>
                  <a:lnTo>
                    <a:pt x="63500" y="7736"/>
                  </a:lnTo>
                  <a:lnTo>
                    <a:pt x="58767" y="7736"/>
                  </a:lnTo>
                  <a:lnTo>
                    <a:pt x="21359" y="7852"/>
                  </a:lnTo>
                  <a:lnTo>
                    <a:pt x="21359" y="7852"/>
                  </a:lnTo>
                  <a:lnTo>
                    <a:pt x="20551" y="7736"/>
                  </a:lnTo>
                  <a:lnTo>
                    <a:pt x="19859" y="7505"/>
                  </a:lnTo>
                  <a:lnTo>
                    <a:pt x="19166" y="7044"/>
                  </a:lnTo>
                  <a:lnTo>
                    <a:pt x="18473" y="6466"/>
                  </a:lnTo>
                  <a:lnTo>
                    <a:pt x="18473" y="6466"/>
                  </a:lnTo>
                  <a:lnTo>
                    <a:pt x="13278" y="1"/>
                  </a:lnTo>
                  <a:lnTo>
                    <a:pt x="13278" y="1"/>
                  </a:lnTo>
                  <a:lnTo>
                    <a:pt x="12931" y="1502"/>
                  </a:lnTo>
                  <a:lnTo>
                    <a:pt x="12354" y="2772"/>
                  </a:lnTo>
                  <a:lnTo>
                    <a:pt x="11661" y="3926"/>
                  </a:lnTo>
                  <a:lnTo>
                    <a:pt x="10738" y="4965"/>
                  </a:lnTo>
                  <a:lnTo>
                    <a:pt x="10738" y="4965"/>
                  </a:lnTo>
                  <a:lnTo>
                    <a:pt x="10045" y="5658"/>
                  </a:lnTo>
                  <a:lnTo>
                    <a:pt x="9237" y="6120"/>
                  </a:lnTo>
                  <a:lnTo>
                    <a:pt x="8544" y="6582"/>
                  </a:lnTo>
                  <a:lnTo>
                    <a:pt x="7736" y="7044"/>
                  </a:lnTo>
                  <a:lnTo>
                    <a:pt x="6812" y="7275"/>
                  </a:lnTo>
                  <a:lnTo>
                    <a:pt x="5889" y="7505"/>
                  </a:lnTo>
                  <a:lnTo>
                    <a:pt x="4965" y="7736"/>
                  </a:lnTo>
                  <a:lnTo>
                    <a:pt x="4041" y="7736"/>
                  </a:lnTo>
                  <a:lnTo>
                    <a:pt x="4041" y="7736"/>
                  </a:lnTo>
                  <a:lnTo>
                    <a:pt x="3233" y="7852"/>
                  </a:lnTo>
                  <a:lnTo>
                    <a:pt x="2425" y="8083"/>
                  </a:lnTo>
                  <a:lnTo>
                    <a:pt x="1732" y="8429"/>
                  </a:lnTo>
                  <a:lnTo>
                    <a:pt x="1155" y="8891"/>
                  </a:lnTo>
                  <a:lnTo>
                    <a:pt x="693" y="9468"/>
                  </a:lnTo>
                  <a:lnTo>
                    <a:pt x="347" y="10161"/>
                  </a:lnTo>
                  <a:lnTo>
                    <a:pt x="116" y="10969"/>
                  </a:lnTo>
                  <a:lnTo>
                    <a:pt x="0" y="11777"/>
                  </a:lnTo>
                  <a:lnTo>
                    <a:pt x="0" y="12816"/>
                  </a:lnTo>
                  <a:lnTo>
                    <a:pt x="7736" y="12816"/>
                  </a:lnTo>
                  <a:lnTo>
                    <a:pt x="7736" y="12816"/>
                  </a:lnTo>
                  <a:lnTo>
                    <a:pt x="8198" y="12932"/>
                  </a:lnTo>
                  <a:lnTo>
                    <a:pt x="8544" y="13047"/>
                  </a:lnTo>
                  <a:lnTo>
                    <a:pt x="8890" y="13163"/>
                  </a:lnTo>
                  <a:lnTo>
                    <a:pt x="9237" y="13509"/>
                  </a:lnTo>
                  <a:lnTo>
                    <a:pt x="9468" y="13855"/>
                  </a:lnTo>
                  <a:lnTo>
                    <a:pt x="9699" y="14202"/>
                  </a:lnTo>
                  <a:lnTo>
                    <a:pt x="9814" y="14548"/>
                  </a:lnTo>
                  <a:lnTo>
                    <a:pt x="9929" y="15010"/>
                  </a:lnTo>
                  <a:lnTo>
                    <a:pt x="9929" y="15010"/>
                  </a:lnTo>
                  <a:lnTo>
                    <a:pt x="9814" y="15472"/>
                  </a:lnTo>
                  <a:lnTo>
                    <a:pt x="9699" y="15934"/>
                  </a:lnTo>
                  <a:lnTo>
                    <a:pt x="9468" y="16280"/>
                  </a:lnTo>
                  <a:lnTo>
                    <a:pt x="9237" y="16626"/>
                  </a:lnTo>
                  <a:lnTo>
                    <a:pt x="8890" y="16857"/>
                  </a:lnTo>
                  <a:lnTo>
                    <a:pt x="8544" y="17088"/>
                  </a:lnTo>
                  <a:lnTo>
                    <a:pt x="8198" y="17204"/>
                  </a:lnTo>
                  <a:lnTo>
                    <a:pt x="7736" y="17204"/>
                  </a:lnTo>
                  <a:lnTo>
                    <a:pt x="0" y="17204"/>
                  </a:lnTo>
                  <a:lnTo>
                    <a:pt x="0" y="21591"/>
                  </a:lnTo>
                  <a:lnTo>
                    <a:pt x="0" y="21591"/>
                  </a:lnTo>
                  <a:lnTo>
                    <a:pt x="0" y="22399"/>
                  </a:lnTo>
                  <a:lnTo>
                    <a:pt x="116" y="23207"/>
                  </a:lnTo>
                  <a:lnTo>
                    <a:pt x="347" y="24015"/>
                  </a:lnTo>
                  <a:lnTo>
                    <a:pt x="578" y="24824"/>
                  </a:lnTo>
                  <a:lnTo>
                    <a:pt x="1270" y="26324"/>
                  </a:lnTo>
                  <a:lnTo>
                    <a:pt x="2079" y="27594"/>
                  </a:lnTo>
                  <a:lnTo>
                    <a:pt x="3233" y="28749"/>
                  </a:lnTo>
                  <a:lnTo>
                    <a:pt x="4503" y="29788"/>
                  </a:lnTo>
                  <a:lnTo>
                    <a:pt x="5889" y="30596"/>
                  </a:lnTo>
                  <a:lnTo>
                    <a:pt x="7389" y="31058"/>
                  </a:lnTo>
                  <a:lnTo>
                    <a:pt x="7389" y="31058"/>
                  </a:lnTo>
                  <a:lnTo>
                    <a:pt x="7505" y="30019"/>
                  </a:lnTo>
                  <a:lnTo>
                    <a:pt x="7736" y="28980"/>
                  </a:lnTo>
                  <a:lnTo>
                    <a:pt x="7967" y="27941"/>
                  </a:lnTo>
                  <a:lnTo>
                    <a:pt x="8429" y="27017"/>
                  </a:lnTo>
                  <a:lnTo>
                    <a:pt x="8890" y="26094"/>
                  </a:lnTo>
                  <a:lnTo>
                    <a:pt x="9352" y="25285"/>
                  </a:lnTo>
                  <a:lnTo>
                    <a:pt x="10045" y="24477"/>
                  </a:lnTo>
                  <a:lnTo>
                    <a:pt x="10738" y="23784"/>
                  </a:lnTo>
                  <a:lnTo>
                    <a:pt x="11430" y="23092"/>
                  </a:lnTo>
                  <a:lnTo>
                    <a:pt x="12239" y="22514"/>
                  </a:lnTo>
                  <a:lnTo>
                    <a:pt x="13162" y="21937"/>
                  </a:lnTo>
                  <a:lnTo>
                    <a:pt x="14086" y="21475"/>
                  </a:lnTo>
                  <a:lnTo>
                    <a:pt x="15009" y="21129"/>
                  </a:lnTo>
                  <a:lnTo>
                    <a:pt x="16049" y="20898"/>
                  </a:lnTo>
                  <a:lnTo>
                    <a:pt x="17088" y="20783"/>
                  </a:lnTo>
                  <a:lnTo>
                    <a:pt x="18242" y="20667"/>
                  </a:lnTo>
                  <a:lnTo>
                    <a:pt x="18242" y="20667"/>
                  </a:lnTo>
                  <a:lnTo>
                    <a:pt x="19281" y="20783"/>
                  </a:lnTo>
                  <a:lnTo>
                    <a:pt x="20320" y="20898"/>
                  </a:lnTo>
                  <a:lnTo>
                    <a:pt x="21359" y="21244"/>
                  </a:lnTo>
                  <a:lnTo>
                    <a:pt x="22399" y="21591"/>
                  </a:lnTo>
                  <a:lnTo>
                    <a:pt x="23322" y="22053"/>
                  </a:lnTo>
                  <a:lnTo>
                    <a:pt x="24246" y="22514"/>
                  </a:lnTo>
                  <a:lnTo>
                    <a:pt x="25054" y="23207"/>
                  </a:lnTo>
                  <a:lnTo>
                    <a:pt x="25747" y="23784"/>
                  </a:lnTo>
                  <a:lnTo>
                    <a:pt x="26439" y="24593"/>
                  </a:lnTo>
                  <a:lnTo>
                    <a:pt x="27132" y="25401"/>
                  </a:lnTo>
                  <a:lnTo>
                    <a:pt x="27709" y="26324"/>
                  </a:lnTo>
                  <a:lnTo>
                    <a:pt x="28056" y="27248"/>
                  </a:lnTo>
                  <a:lnTo>
                    <a:pt x="28518" y="28172"/>
                  </a:lnTo>
                  <a:lnTo>
                    <a:pt x="28749" y="29211"/>
                  </a:lnTo>
                  <a:lnTo>
                    <a:pt x="28864" y="30250"/>
                  </a:lnTo>
                  <a:lnTo>
                    <a:pt x="28979" y="31404"/>
                  </a:lnTo>
                  <a:lnTo>
                    <a:pt x="42834" y="31404"/>
                  </a:lnTo>
                  <a:lnTo>
                    <a:pt x="42834" y="31404"/>
                  </a:lnTo>
                  <a:lnTo>
                    <a:pt x="42834" y="30250"/>
                  </a:lnTo>
                  <a:lnTo>
                    <a:pt x="43065" y="29211"/>
                  </a:lnTo>
                  <a:lnTo>
                    <a:pt x="43296" y="28172"/>
                  </a:lnTo>
                  <a:lnTo>
                    <a:pt x="43642" y="27248"/>
                  </a:lnTo>
                  <a:lnTo>
                    <a:pt x="44104" y="26324"/>
                  </a:lnTo>
                  <a:lnTo>
                    <a:pt x="44681" y="25401"/>
                  </a:lnTo>
                  <a:lnTo>
                    <a:pt x="45259" y="24593"/>
                  </a:lnTo>
                  <a:lnTo>
                    <a:pt x="45951" y="23784"/>
                  </a:lnTo>
                  <a:lnTo>
                    <a:pt x="46759" y="23207"/>
                  </a:lnTo>
                  <a:lnTo>
                    <a:pt x="47568" y="22514"/>
                  </a:lnTo>
                  <a:lnTo>
                    <a:pt x="48491" y="22053"/>
                  </a:lnTo>
                  <a:lnTo>
                    <a:pt x="49415" y="21591"/>
                  </a:lnTo>
                  <a:lnTo>
                    <a:pt x="50339" y="21244"/>
                  </a:lnTo>
                  <a:lnTo>
                    <a:pt x="51378" y="20898"/>
                  </a:lnTo>
                  <a:lnTo>
                    <a:pt x="52532" y="20783"/>
                  </a:lnTo>
                  <a:lnTo>
                    <a:pt x="53571" y="20667"/>
                  </a:lnTo>
                  <a:lnTo>
                    <a:pt x="53571" y="20667"/>
                  </a:lnTo>
                  <a:lnTo>
                    <a:pt x="54726" y="20783"/>
                  </a:lnTo>
                  <a:lnTo>
                    <a:pt x="55765" y="20898"/>
                  </a:lnTo>
                  <a:lnTo>
                    <a:pt x="56689" y="21129"/>
                  </a:lnTo>
                  <a:lnTo>
                    <a:pt x="57728" y="21475"/>
                  </a:lnTo>
                  <a:lnTo>
                    <a:pt x="58651" y="21937"/>
                  </a:lnTo>
                  <a:lnTo>
                    <a:pt x="59575" y="22514"/>
                  </a:lnTo>
                  <a:lnTo>
                    <a:pt x="60383" y="23092"/>
                  </a:lnTo>
                  <a:lnTo>
                    <a:pt x="61076" y="23784"/>
                  </a:lnTo>
                  <a:lnTo>
                    <a:pt x="61769" y="24477"/>
                  </a:lnTo>
                  <a:lnTo>
                    <a:pt x="62461" y="25285"/>
                  </a:lnTo>
                  <a:lnTo>
                    <a:pt x="62923" y="26209"/>
                  </a:lnTo>
                  <a:lnTo>
                    <a:pt x="63385" y="27017"/>
                  </a:lnTo>
                  <a:lnTo>
                    <a:pt x="63847" y="28056"/>
                  </a:lnTo>
                  <a:lnTo>
                    <a:pt x="64078" y="28980"/>
                  </a:lnTo>
                  <a:lnTo>
                    <a:pt x="64309" y="30019"/>
                  </a:lnTo>
                  <a:lnTo>
                    <a:pt x="64309" y="31174"/>
                  </a:lnTo>
                  <a:lnTo>
                    <a:pt x="64309" y="31174"/>
                  </a:lnTo>
                  <a:lnTo>
                    <a:pt x="65232" y="30943"/>
                  </a:lnTo>
                  <a:lnTo>
                    <a:pt x="66156" y="30596"/>
                  </a:lnTo>
                  <a:lnTo>
                    <a:pt x="67888" y="29904"/>
                  </a:lnTo>
                  <a:lnTo>
                    <a:pt x="69389" y="28864"/>
                  </a:lnTo>
                  <a:lnTo>
                    <a:pt x="70889" y="27710"/>
                  </a:lnTo>
                  <a:lnTo>
                    <a:pt x="70889" y="27710"/>
                  </a:lnTo>
                  <a:lnTo>
                    <a:pt x="71698" y="26786"/>
                  </a:lnTo>
                  <a:lnTo>
                    <a:pt x="72390" y="25747"/>
                  </a:lnTo>
                  <a:lnTo>
                    <a:pt x="73083" y="24708"/>
                  </a:lnTo>
                  <a:lnTo>
                    <a:pt x="73545" y="23669"/>
                  </a:lnTo>
                  <a:lnTo>
                    <a:pt x="74007" y="22514"/>
                  </a:lnTo>
                  <a:lnTo>
                    <a:pt x="74353" y="21244"/>
                  </a:lnTo>
                  <a:lnTo>
                    <a:pt x="74469" y="19974"/>
                  </a:lnTo>
                  <a:lnTo>
                    <a:pt x="74584" y="18704"/>
                  </a:lnTo>
                  <a:lnTo>
                    <a:pt x="74584" y="18704"/>
                  </a:lnTo>
                  <a:lnTo>
                    <a:pt x="74469" y="17204"/>
                  </a:lnTo>
                  <a:lnTo>
                    <a:pt x="74469" y="1720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 name="Google Shape;495;p19">
              <a:extLst>
                <a:ext uri="{FF2B5EF4-FFF2-40B4-BE49-F238E27FC236}">
                  <a16:creationId xmlns:a16="http://schemas.microsoft.com/office/drawing/2014/main" id="{8DB536C9-93C9-8BDE-5AA6-1E511A1949E6}"/>
                </a:ext>
              </a:extLst>
            </p:cNvPr>
            <p:cNvGrpSpPr/>
            <p:nvPr/>
          </p:nvGrpSpPr>
          <p:grpSpPr>
            <a:xfrm>
              <a:off x="5567775" y="5871750"/>
              <a:ext cx="1218075" cy="1232500"/>
              <a:chOff x="5567775" y="5871750"/>
              <a:chExt cx="1218075" cy="1232500"/>
            </a:xfrm>
          </p:grpSpPr>
          <p:sp>
            <p:nvSpPr>
              <p:cNvPr id="496" name="Google Shape;496;p19">
                <a:extLst>
                  <a:ext uri="{FF2B5EF4-FFF2-40B4-BE49-F238E27FC236}">
                    <a16:creationId xmlns:a16="http://schemas.microsoft.com/office/drawing/2014/main" id="{0C0813C0-2911-4A70-88AD-8C493D3D1FF7}"/>
                  </a:ext>
                </a:extLst>
              </p:cNvPr>
              <p:cNvSpPr/>
              <p:nvPr/>
            </p:nvSpPr>
            <p:spPr>
              <a:xfrm>
                <a:off x="5637050" y="5871750"/>
                <a:ext cx="355050" cy="369475"/>
              </a:xfrm>
              <a:custGeom>
                <a:avLst/>
                <a:gdLst/>
                <a:ahLst/>
                <a:cxnLst/>
                <a:rect l="l" t="t" r="r" b="b"/>
                <a:pathLst>
                  <a:path w="14202" h="14779" extrusionOk="0">
                    <a:moveTo>
                      <a:pt x="8891" y="0"/>
                    </a:moveTo>
                    <a:lnTo>
                      <a:pt x="7852" y="116"/>
                    </a:lnTo>
                    <a:lnTo>
                      <a:pt x="6928" y="231"/>
                    </a:lnTo>
                    <a:lnTo>
                      <a:pt x="6004" y="462"/>
                    </a:lnTo>
                    <a:lnTo>
                      <a:pt x="5081" y="809"/>
                    </a:lnTo>
                    <a:lnTo>
                      <a:pt x="4273" y="1155"/>
                    </a:lnTo>
                    <a:lnTo>
                      <a:pt x="3464" y="1732"/>
                    </a:lnTo>
                    <a:lnTo>
                      <a:pt x="2656" y="2194"/>
                    </a:lnTo>
                    <a:lnTo>
                      <a:pt x="1963" y="2887"/>
                    </a:lnTo>
                    <a:lnTo>
                      <a:pt x="1386" y="3464"/>
                    </a:lnTo>
                    <a:lnTo>
                      <a:pt x="924" y="4157"/>
                    </a:lnTo>
                    <a:lnTo>
                      <a:pt x="463" y="4965"/>
                    </a:lnTo>
                    <a:lnTo>
                      <a:pt x="1" y="5658"/>
                    </a:lnTo>
                    <a:lnTo>
                      <a:pt x="7390" y="14779"/>
                    </a:lnTo>
                    <a:lnTo>
                      <a:pt x="14202" y="14779"/>
                    </a:lnTo>
                    <a:lnTo>
                      <a:pt x="142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a:extLst>
                  <a:ext uri="{FF2B5EF4-FFF2-40B4-BE49-F238E27FC236}">
                    <a16:creationId xmlns:a16="http://schemas.microsoft.com/office/drawing/2014/main" id="{7239FFCD-AB26-8FF0-2146-7AEF6D28B382}"/>
                  </a:ext>
                </a:extLst>
              </p:cNvPr>
              <p:cNvSpPr/>
              <p:nvPr/>
            </p:nvSpPr>
            <p:spPr>
              <a:xfrm>
                <a:off x="5637050" y="5871750"/>
                <a:ext cx="355050" cy="369475"/>
              </a:xfrm>
              <a:custGeom>
                <a:avLst/>
                <a:gdLst/>
                <a:ahLst/>
                <a:cxnLst/>
                <a:rect l="l" t="t" r="r" b="b"/>
                <a:pathLst>
                  <a:path w="14202" h="14779" fill="none" extrusionOk="0">
                    <a:moveTo>
                      <a:pt x="14202" y="14779"/>
                    </a:moveTo>
                    <a:lnTo>
                      <a:pt x="14202" y="0"/>
                    </a:lnTo>
                    <a:lnTo>
                      <a:pt x="8891" y="0"/>
                    </a:lnTo>
                    <a:lnTo>
                      <a:pt x="8891" y="0"/>
                    </a:lnTo>
                    <a:lnTo>
                      <a:pt x="7852" y="116"/>
                    </a:lnTo>
                    <a:lnTo>
                      <a:pt x="6928" y="231"/>
                    </a:lnTo>
                    <a:lnTo>
                      <a:pt x="6004" y="462"/>
                    </a:lnTo>
                    <a:lnTo>
                      <a:pt x="5081" y="809"/>
                    </a:lnTo>
                    <a:lnTo>
                      <a:pt x="4273" y="1155"/>
                    </a:lnTo>
                    <a:lnTo>
                      <a:pt x="3464" y="1732"/>
                    </a:lnTo>
                    <a:lnTo>
                      <a:pt x="2656" y="2194"/>
                    </a:lnTo>
                    <a:lnTo>
                      <a:pt x="1963" y="2887"/>
                    </a:lnTo>
                    <a:lnTo>
                      <a:pt x="1963" y="2887"/>
                    </a:lnTo>
                    <a:lnTo>
                      <a:pt x="1386" y="3464"/>
                    </a:lnTo>
                    <a:lnTo>
                      <a:pt x="924" y="4157"/>
                    </a:lnTo>
                    <a:lnTo>
                      <a:pt x="463" y="4965"/>
                    </a:lnTo>
                    <a:lnTo>
                      <a:pt x="1" y="5658"/>
                    </a:lnTo>
                    <a:lnTo>
                      <a:pt x="7390" y="14779"/>
                    </a:lnTo>
                    <a:lnTo>
                      <a:pt x="14202" y="1477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a:extLst>
                  <a:ext uri="{FF2B5EF4-FFF2-40B4-BE49-F238E27FC236}">
                    <a16:creationId xmlns:a16="http://schemas.microsoft.com/office/drawing/2014/main" id="{8CC7838F-63E6-C2AC-0B42-E20CDC8A1C2F}"/>
                  </a:ext>
                </a:extLst>
              </p:cNvPr>
              <p:cNvSpPr/>
              <p:nvPr/>
            </p:nvSpPr>
            <p:spPr>
              <a:xfrm>
                <a:off x="5992075" y="6241200"/>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a:extLst>
                  <a:ext uri="{FF2B5EF4-FFF2-40B4-BE49-F238E27FC236}">
                    <a16:creationId xmlns:a16="http://schemas.microsoft.com/office/drawing/2014/main" id="{B72CA6BE-2415-BFE9-8F6A-69AF3729D012}"/>
                  </a:ext>
                </a:extLst>
              </p:cNvPr>
              <p:cNvSpPr/>
              <p:nvPr/>
            </p:nvSpPr>
            <p:spPr>
              <a:xfrm>
                <a:off x="6098875" y="5871750"/>
                <a:ext cx="583075" cy="369475"/>
              </a:xfrm>
              <a:custGeom>
                <a:avLst/>
                <a:gdLst/>
                <a:ahLst/>
                <a:cxnLst/>
                <a:rect l="l" t="t" r="r" b="b"/>
                <a:pathLst>
                  <a:path w="23323" h="14779" extrusionOk="0">
                    <a:moveTo>
                      <a:pt x="0" y="0"/>
                    </a:moveTo>
                    <a:lnTo>
                      <a:pt x="0" y="14779"/>
                    </a:lnTo>
                    <a:lnTo>
                      <a:pt x="23322" y="14779"/>
                    </a:lnTo>
                    <a:lnTo>
                      <a:pt x="23207" y="14432"/>
                    </a:lnTo>
                    <a:lnTo>
                      <a:pt x="22745" y="12816"/>
                    </a:lnTo>
                    <a:lnTo>
                      <a:pt x="22052" y="11315"/>
                    </a:lnTo>
                    <a:lnTo>
                      <a:pt x="21244" y="9929"/>
                    </a:lnTo>
                    <a:lnTo>
                      <a:pt x="20436" y="8544"/>
                    </a:lnTo>
                    <a:lnTo>
                      <a:pt x="19512" y="7274"/>
                    </a:lnTo>
                    <a:lnTo>
                      <a:pt x="18358" y="6119"/>
                    </a:lnTo>
                    <a:lnTo>
                      <a:pt x="17203" y="5080"/>
                    </a:lnTo>
                    <a:lnTo>
                      <a:pt x="16049" y="4041"/>
                    </a:lnTo>
                    <a:lnTo>
                      <a:pt x="14663" y="3118"/>
                    </a:lnTo>
                    <a:lnTo>
                      <a:pt x="13278" y="2309"/>
                    </a:lnTo>
                    <a:lnTo>
                      <a:pt x="11892" y="1617"/>
                    </a:lnTo>
                    <a:lnTo>
                      <a:pt x="10391" y="1039"/>
                    </a:lnTo>
                    <a:lnTo>
                      <a:pt x="8775" y="578"/>
                    </a:lnTo>
                    <a:lnTo>
                      <a:pt x="7274" y="347"/>
                    </a:lnTo>
                    <a:lnTo>
                      <a:pt x="5658" y="116"/>
                    </a:lnTo>
                    <a:lnTo>
                      <a:pt x="39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a:extLst>
                  <a:ext uri="{FF2B5EF4-FFF2-40B4-BE49-F238E27FC236}">
                    <a16:creationId xmlns:a16="http://schemas.microsoft.com/office/drawing/2014/main" id="{AAEEE571-667C-CCA0-2D66-24096C686C19}"/>
                  </a:ext>
                </a:extLst>
              </p:cNvPr>
              <p:cNvSpPr/>
              <p:nvPr/>
            </p:nvSpPr>
            <p:spPr>
              <a:xfrm>
                <a:off x="6098875" y="5871750"/>
                <a:ext cx="583075" cy="369475"/>
              </a:xfrm>
              <a:custGeom>
                <a:avLst/>
                <a:gdLst/>
                <a:ahLst/>
                <a:cxnLst/>
                <a:rect l="l" t="t" r="r" b="b"/>
                <a:pathLst>
                  <a:path w="23323" h="14779" fill="none" extrusionOk="0">
                    <a:moveTo>
                      <a:pt x="23322" y="14779"/>
                    </a:moveTo>
                    <a:lnTo>
                      <a:pt x="23207" y="14432"/>
                    </a:lnTo>
                    <a:lnTo>
                      <a:pt x="23207" y="14432"/>
                    </a:lnTo>
                    <a:lnTo>
                      <a:pt x="22745" y="12816"/>
                    </a:lnTo>
                    <a:lnTo>
                      <a:pt x="22052" y="11315"/>
                    </a:lnTo>
                    <a:lnTo>
                      <a:pt x="21244" y="9929"/>
                    </a:lnTo>
                    <a:lnTo>
                      <a:pt x="20436" y="8544"/>
                    </a:lnTo>
                    <a:lnTo>
                      <a:pt x="19512" y="7274"/>
                    </a:lnTo>
                    <a:lnTo>
                      <a:pt x="18358" y="6119"/>
                    </a:lnTo>
                    <a:lnTo>
                      <a:pt x="17203" y="5080"/>
                    </a:lnTo>
                    <a:lnTo>
                      <a:pt x="16049" y="4041"/>
                    </a:lnTo>
                    <a:lnTo>
                      <a:pt x="14663" y="3118"/>
                    </a:lnTo>
                    <a:lnTo>
                      <a:pt x="13278" y="2309"/>
                    </a:lnTo>
                    <a:lnTo>
                      <a:pt x="11892" y="1617"/>
                    </a:lnTo>
                    <a:lnTo>
                      <a:pt x="10391" y="1039"/>
                    </a:lnTo>
                    <a:lnTo>
                      <a:pt x="8775" y="578"/>
                    </a:lnTo>
                    <a:lnTo>
                      <a:pt x="7274" y="347"/>
                    </a:lnTo>
                    <a:lnTo>
                      <a:pt x="5658" y="116"/>
                    </a:lnTo>
                    <a:lnTo>
                      <a:pt x="3926" y="0"/>
                    </a:lnTo>
                    <a:lnTo>
                      <a:pt x="0" y="0"/>
                    </a:lnTo>
                    <a:lnTo>
                      <a:pt x="0" y="14779"/>
                    </a:lnTo>
                    <a:lnTo>
                      <a:pt x="23322" y="1477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a:extLst>
                  <a:ext uri="{FF2B5EF4-FFF2-40B4-BE49-F238E27FC236}">
                    <a16:creationId xmlns:a16="http://schemas.microsoft.com/office/drawing/2014/main" id="{D0652548-7BC1-26A5-2761-398FD12D836D}"/>
                  </a:ext>
                </a:extLst>
              </p:cNvPr>
              <p:cNvSpPr/>
              <p:nvPr/>
            </p:nvSpPr>
            <p:spPr>
              <a:xfrm>
                <a:off x="6681925" y="624120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a:extLst>
                  <a:ext uri="{FF2B5EF4-FFF2-40B4-BE49-F238E27FC236}">
                    <a16:creationId xmlns:a16="http://schemas.microsoft.com/office/drawing/2014/main" id="{5DE07A9F-9468-0830-C9E8-B7ABB2D9C4DC}"/>
                  </a:ext>
                </a:extLst>
              </p:cNvPr>
              <p:cNvSpPr/>
              <p:nvPr/>
            </p:nvSpPr>
            <p:spPr>
              <a:xfrm>
                <a:off x="5761175" y="6475000"/>
                <a:ext cx="256900" cy="109700"/>
              </a:xfrm>
              <a:custGeom>
                <a:avLst/>
                <a:gdLst/>
                <a:ahLst/>
                <a:cxnLst/>
                <a:rect l="l" t="t" r="r" b="b"/>
                <a:pathLst>
                  <a:path w="10276" h="4388" fill="none" extrusionOk="0">
                    <a:moveTo>
                      <a:pt x="8082" y="4388"/>
                    </a:moveTo>
                    <a:lnTo>
                      <a:pt x="2194" y="4388"/>
                    </a:lnTo>
                    <a:lnTo>
                      <a:pt x="2194" y="4388"/>
                    </a:lnTo>
                    <a:lnTo>
                      <a:pt x="1848" y="4388"/>
                    </a:lnTo>
                    <a:lnTo>
                      <a:pt x="1386" y="4272"/>
                    </a:lnTo>
                    <a:lnTo>
                      <a:pt x="1039" y="4041"/>
                    </a:lnTo>
                    <a:lnTo>
                      <a:pt x="693" y="3810"/>
                    </a:lnTo>
                    <a:lnTo>
                      <a:pt x="462" y="3464"/>
                    </a:lnTo>
                    <a:lnTo>
                      <a:pt x="231" y="3118"/>
                    </a:lnTo>
                    <a:lnTo>
                      <a:pt x="116" y="2656"/>
                    </a:lnTo>
                    <a:lnTo>
                      <a:pt x="0" y="2194"/>
                    </a:lnTo>
                    <a:lnTo>
                      <a:pt x="0" y="2194"/>
                    </a:lnTo>
                    <a:lnTo>
                      <a:pt x="116" y="1732"/>
                    </a:lnTo>
                    <a:lnTo>
                      <a:pt x="231" y="1386"/>
                    </a:lnTo>
                    <a:lnTo>
                      <a:pt x="462" y="1039"/>
                    </a:lnTo>
                    <a:lnTo>
                      <a:pt x="693" y="693"/>
                    </a:lnTo>
                    <a:lnTo>
                      <a:pt x="1039" y="347"/>
                    </a:lnTo>
                    <a:lnTo>
                      <a:pt x="1386" y="231"/>
                    </a:lnTo>
                    <a:lnTo>
                      <a:pt x="1848" y="116"/>
                    </a:lnTo>
                    <a:lnTo>
                      <a:pt x="2194" y="0"/>
                    </a:lnTo>
                    <a:lnTo>
                      <a:pt x="8082" y="0"/>
                    </a:lnTo>
                    <a:lnTo>
                      <a:pt x="8082" y="0"/>
                    </a:lnTo>
                    <a:lnTo>
                      <a:pt x="8544" y="116"/>
                    </a:lnTo>
                    <a:lnTo>
                      <a:pt x="8890" y="231"/>
                    </a:lnTo>
                    <a:lnTo>
                      <a:pt x="9237" y="347"/>
                    </a:lnTo>
                    <a:lnTo>
                      <a:pt x="9583" y="693"/>
                    </a:lnTo>
                    <a:lnTo>
                      <a:pt x="9929" y="1039"/>
                    </a:lnTo>
                    <a:lnTo>
                      <a:pt x="10045" y="1386"/>
                    </a:lnTo>
                    <a:lnTo>
                      <a:pt x="10160" y="1732"/>
                    </a:lnTo>
                    <a:lnTo>
                      <a:pt x="10276" y="2194"/>
                    </a:lnTo>
                    <a:lnTo>
                      <a:pt x="10276" y="2194"/>
                    </a:lnTo>
                    <a:lnTo>
                      <a:pt x="10160" y="2656"/>
                    </a:lnTo>
                    <a:lnTo>
                      <a:pt x="10045" y="3118"/>
                    </a:lnTo>
                    <a:lnTo>
                      <a:pt x="9929" y="3464"/>
                    </a:lnTo>
                    <a:lnTo>
                      <a:pt x="9583" y="3810"/>
                    </a:lnTo>
                    <a:lnTo>
                      <a:pt x="9237" y="4041"/>
                    </a:lnTo>
                    <a:lnTo>
                      <a:pt x="8890" y="4272"/>
                    </a:lnTo>
                    <a:lnTo>
                      <a:pt x="8544" y="4388"/>
                    </a:lnTo>
                    <a:lnTo>
                      <a:pt x="8082" y="4388"/>
                    </a:lnTo>
                    <a:lnTo>
                      <a:pt x="8082" y="4388"/>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a:extLst>
                  <a:ext uri="{FF2B5EF4-FFF2-40B4-BE49-F238E27FC236}">
                    <a16:creationId xmlns:a16="http://schemas.microsoft.com/office/drawing/2014/main" id="{116BF679-C8C4-CD1E-6E47-92B3986AF0AF}"/>
                  </a:ext>
                </a:extLst>
              </p:cNvPr>
              <p:cNvSpPr/>
              <p:nvPr/>
            </p:nvSpPr>
            <p:spPr>
              <a:xfrm>
                <a:off x="6052700" y="6475000"/>
                <a:ext cx="256900" cy="109700"/>
              </a:xfrm>
              <a:custGeom>
                <a:avLst/>
                <a:gdLst/>
                <a:ahLst/>
                <a:cxnLst/>
                <a:rect l="l" t="t" r="r" b="b"/>
                <a:pathLst>
                  <a:path w="10276" h="4388" fill="none" extrusionOk="0">
                    <a:moveTo>
                      <a:pt x="8082" y="4388"/>
                    </a:moveTo>
                    <a:lnTo>
                      <a:pt x="2194" y="4388"/>
                    </a:lnTo>
                    <a:lnTo>
                      <a:pt x="2194" y="4388"/>
                    </a:lnTo>
                    <a:lnTo>
                      <a:pt x="1847" y="4388"/>
                    </a:lnTo>
                    <a:lnTo>
                      <a:pt x="1386" y="4272"/>
                    </a:lnTo>
                    <a:lnTo>
                      <a:pt x="1039" y="4041"/>
                    </a:lnTo>
                    <a:lnTo>
                      <a:pt x="693" y="3810"/>
                    </a:lnTo>
                    <a:lnTo>
                      <a:pt x="462" y="3464"/>
                    </a:lnTo>
                    <a:lnTo>
                      <a:pt x="231" y="3118"/>
                    </a:lnTo>
                    <a:lnTo>
                      <a:pt x="116" y="2656"/>
                    </a:lnTo>
                    <a:lnTo>
                      <a:pt x="0" y="2194"/>
                    </a:lnTo>
                    <a:lnTo>
                      <a:pt x="0" y="2194"/>
                    </a:lnTo>
                    <a:lnTo>
                      <a:pt x="116" y="1732"/>
                    </a:lnTo>
                    <a:lnTo>
                      <a:pt x="231" y="1386"/>
                    </a:lnTo>
                    <a:lnTo>
                      <a:pt x="462" y="1039"/>
                    </a:lnTo>
                    <a:lnTo>
                      <a:pt x="693" y="693"/>
                    </a:lnTo>
                    <a:lnTo>
                      <a:pt x="1039" y="347"/>
                    </a:lnTo>
                    <a:lnTo>
                      <a:pt x="1386" y="231"/>
                    </a:lnTo>
                    <a:lnTo>
                      <a:pt x="1847" y="116"/>
                    </a:lnTo>
                    <a:lnTo>
                      <a:pt x="2194" y="0"/>
                    </a:lnTo>
                    <a:lnTo>
                      <a:pt x="8082" y="0"/>
                    </a:lnTo>
                    <a:lnTo>
                      <a:pt x="8082" y="0"/>
                    </a:lnTo>
                    <a:lnTo>
                      <a:pt x="8544" y="116"/>
                    </a:lnTo>
                    <a:lnTo>
                      <a:pt x="8890" y="231"/>
                    </a:lnTo>
                    <a:lnTo>
                      <a:pt x="9237" y="347"/>
                    </a:lnTo>
                    <a:lnTo>
                      <a:pt x="9583" y="693"/>
                    </a:lnTo>
                    <a:lnTo>
                      <a:pt x="9929" y="1039"/>
                    </a:lnTo>
                    <a:lnTo>
                      <a:pt x="10045" y="1386"/>
                    </a:lnTo>
                    <a:lnTo>
                      <a:pt x="10160" y="1732"/>
                    </a:lnTo>
                    <a:lnTo>
                      <a:pt x="10276" y="2194"/>
                    </a:lnTo>
                    <a:lnTo>
                      <a:pt x="10276" y="2194"/>
                    </a:lnTo>
                    <a:lnTo>
                      <a:pt x="10160" y="2656"/>
                    </a:lnTo>
                    <a:lnTo>
                      <a:pt x="10045" y="3118"/>
                    </a:lnTo>
                    <a:lnTo>
                      <a:pt x="9929" y="3464"/>
                    </a:lnTo>
                    <a:lnTo>
                      <a:pt x="9583" y="3810"/>
                    </a:lnTo>
                    <a:lnTo>
                      <a:pt x="9237" y="4041"/>
                    </a:lnTo>
                    <a:lnTo>
                      <a:pt x="8890" y="4272"/>
                    </a:lnTo>
                    <a:lnTo>
                      <a:pt x="8544" y="4388"/>
                    </a:lnTo>
                    <a:lnTo>
                      <a:pt x="8082" y="4388"/>
                    </a:lnTo>
                    <a:lnTo>
                      <a:pt x="8082" y="4388"/>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a:extLst>
                  <a:ext uri="{FF2B5EF4-FFF2-40B4-BE49-F238E27FC236}">
                    <a16:creationId xmlns:a16="http://schemas.microsoft.com/office/drawing/2014/main" id="{00FE2891-DCDC-1384-9C73-90A5AB909E43}"/>
                  </a:ext>
                </a:extLst>
              </p:cNvPr>
              <p:cNvSpPr/>
              <p:nvPr/>
            </p:nvSpPr>
            <p:spPr>
              <a:xfrm>
                <a:off x="6344225" y="6475000"/>
                <a:ext cx="256900" cy="109700"/>
              </a:xfrm>
              <a:custGeom>
                <a:avLst/>
                <a:gdLst/>
                <a:ahLst/>
                <a:cxnLst/>
                <a:rect l="l" t="t" r="r" b="b"/>
                <a:pathLst>
                  <a:path w="10276" h="4388" fill="none" extrusionOk="0">
                    <a:moveTo>
                      <a:pt x="8082" y="4388"/>
                    </a:moveTo>
                    <a:lnTo>
                      <a:pt x="2194" y="4388"/>
                    </a:lnTo>
                    <a:lnTo>
                      <a:pt x="2194" y="4388"/>
                    </a:lnTo>
                    <a:lnTo>
                      <a:pt x="1847" y="4388"/>
                    </a:lnTo>
                    <a:lnTo>
                      <a:pt x="1386" y="4272"/>
                    </a:lnTo>
                    <a:lnTo>
                      <a:pt x="1039" y="4041"/>
                    </a:lnTo>
                    <a:lnTo>
                      <a:pt x="693" y="3810"/>
                    </a:lnTo>
                    <a:lnTo>
                      <a:pt x="462" y="3464"/>
                    </a:lnTo>
                    <a:lnTo>
                      <a:pt x="231" y="3118"/>
                    </a:lnTo>
                    <a:lnTo>
                      <a:pt x="116" y="2656"/>
                    </a:lnTo>
                    <a:lnTo>
                      <a:pt x="0" y="2194"/>
                    </a:lnTo>
                    <a:lnTo>
                      <a:pt x="0" y="2194"/>
                    </a:lnTo>
                    <a:lnTo>
                      <a:pt x="116" y="1732"/>
                    </a:lnTo>
                    <a:lnTo>
                      <a:pt x="231" y="1386"/>
                    </a:lnTo>
                    <a:lnTo>
                      <a:pt x="462" y="1039"/>
                    </a:lnTo>
                    <a:lnTo>
                      <a:pt x="693" y="693"/>
                    </a:lnTo>
                    <a:lnTo>
                      <a:pt x="1039" y="347"/>
                    </a:lnTo>
                    <a:lnTo>
                      <a:pt x="1386" y="231"/>
                    </a:lnTo>
                    <a:lnTo>
                      <a:pt x="1847" y="116"/>
                    </a:lnTo>
                    <a:lnTo>
                      <a:pt x="2194" y="0"/>
                    </a:lnTo>
                    <a:lnTo>
                      <a:pt x="8082" y="0"/>
                    </a:lnTo>
                    <a:lnTo>
                      <a:pt x="8082" y="0"/>
                    </a:lnTo>
                    <a:lnTo>
                      <a:pt x="8544" y="116"/>
                    </a:lnTo>
                    <a:lnTo>
                      <a:pt x="8890" y="231"/>
                    </a:lnTo>
                    <a:lnTo>
                      <a:pt x="9236" y="347"/>
                    </a:lnTo>
                    <a:lnTo>
                      <a:pt x="9583" y="693"/>
                    </a:lnTo>
                    <a:lnTo>
                      <a:pt x="9929" y="1039"/>
                    </a:lnTo>
                    <a:lnTo>
                      <a:pt x="10045" y="1386"/>
                    </a:lnTo>
                    <a:lnTo>
                      <a:pt x="10160" y="1732"/>
                    </a:lnTo>
                    <a:lnTo>
                      <a:pt x="10276" y="2194"/>
                    </a:lnTo>
                    <a:lnTo>
                      <a:pt x="10276" y="2194"/>
                    </a:lnTo>
                    <a:lnTo>
                      <a:pt x="10160" y="2656"/>
                    </a:lnTo>
                    <a:lnTo>
                      <a:pt x="10045" y="3118"/>
                    </a:lnTo>
                    <a:lnTo>
                      <a:pt x="9929" y="3464"/>
                    </a:lnTo>
                    <a:lnTo>
                      <a:pt x="9583" y="3810"/>
                    </a:lnTo>
                    <a:lnTo>
                      <a:pt x="9236" y="4041"/>
                    </a:lnTo>
                    <a:lnTo>
                      <a:pt x="8890" y="4272"/>
                    </a:lnTo>
                    <a:lnTo>
                      <a:pt x="8544" y="4388"/>
                    </a:lnTo>
                    <a:lnTo>
                      <a:pt x="8082" y="4388"/>
                    </a:lnTo>
                    <a:lnTo>
                      <a:pt x="8082" y="4388"/>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a:extLst>
                  <a:ext uri="{FF2B5EF4-FFF2-40B4-BE49-F238E27FC236}">
                    <a16:creationId xmlns:a16="http://schemas.microsoft.com/office/drawing/2014/main" id="{AAE0608B-2227-9028-2607-E62CD5D5C46E}"/>
                  </a:ext>
                </a:extLst>
              </p:cNvPr>
              <p:cNvSpPr/>
              <p:nvPr/>
            </p:nvSpPr>
            <p:spPr>
              <a:xfrm>
                <a:off x="6546250" y="658467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a:extLst>
                  <a:ext uri="{FF2B5EF4-FFF2-40B4-BE49-F238E27FC236}">
                    <a16:creationId xmlns:a16="http://schemas.microsoft.com/office/drawing/2014/main" id="{1ACEEF9A-3AD8-D39A-5EAC-7906B069C3B6}"/>
                  </a:ext>
                </a:extLst>
              </p:cNvPr>
              <p:cNvSpPr/>
              <p:nvPr/>
            </p:nvSpPr>
            <p:spPr>
              <a:xfrm>
                <a:off x="5567775" y="6772300"/>
                <a:ext cx="334850" cy="331950"/>
              </a:xfrm>
              <a:custGeom>
                <a:avLst/>
                <a:gdLst/>
                <a:ahLst/>
                <a:cxnLst/>
                <a:rect l="l" t="t" r="r" b="b"/>
                <a:pathLst>
                  <a:path w="13394" h="13278" extrusionOk="0">
                    <a:moveTo>
                      <a:pt x="6697" y="0"/>
                    </a:moveTo>
                    <a:lnTo>
                      <a:pt x="5312" y="116"/>
                    </a:lnTo>
                    <a:lnTo>
                      <a:pt x="4042" y="462"/>
                    </a:lnTo>
                    <a:lnTo>
                      <a:pt x="2887" y="1039"/>
                    </a:lnTo>
                    <a:lnTo>
                      <a:pt x="1964" y="1847"/>
                    </a:lnTo>
                    <a:lnTo>
                      <a:pt x="1040" y="2886"/>
                    </a:lnTo>
                    <a:lnTo>
                      <a:pt x="463" y="4041"/>
                    </a:lnTo>
                    <a:lnTo>
                      <a:pt x="116" y="5196"/>
                    </a:lnTo>
                    <a:lnTo>
                      <a:pt x="1" y="5888"/>
                    </a:lnTo>
                    <a:lnTo>
                      <a:pt x="1" y="6581"/>
                    </a:lnTo>
                    <a:lnTo>
                      <a:pt x="1" y="7274"/>
                    </a:lnTo>
                    <a:lnTo>
                      <a:pt x="116" y="7966"/>
                    </a:lnTo>
                    <a:lnTo>
                      <a:pt x="463" y="9236"/>
                    </a:lnTo>
                    <a:lnTo>
                      <a:pt x="1040" y="10276"/>
                    </a:lnTo>
                    <a:lnTo>
                      <a:pt x="1964" y="11315"/>
                    </a:lnTo>
                    <a:lnTo>
                      <a:pt x="2887" y="12123"/>
                    </a:lnTo>
                    <a:lnTo>
                      <a:pt x="4042" y="12700"/>
                    </a:lnTo>
                    <a:lnTo>
                      <a:pt x="5312" y="13162"/>
                    </a:lnTo>
                    <a:lnTo>
                      <a:pt x="6697" y="13277"/>
                    </a:lnTo>
                    <a:lnTo>
                      <a:pt x="7967" y="13162"/>
                    </a:lnTo>
                    <a:lnTo>
                      <a:pt x="9237" y="12700"/>
                    </a:lnTo>
                    <a:lnTo>
                      <a:pt x="10392" y="12123"/>
                    </a:lnTo>
                    <a:lnTo>
                      <a:pt x="11431" y="11315"/>
                    </a:lnTo>
                    <a:lnTo>
                      <a:pt x="12239" y="10276"/>
                    </a:lnTo>
                    <a:lnTo>
                      <a:pt x="12816" y="9236"/>
                    </a:lnTo>
                    <a:lnTo>
                      <a:pt x="13163" y="7966"/>
                    </a:lnTo>
                    <a:lnTo>
                      <a:pt x="13278" y="7274"/>
                    </a:lnTo>
                    <a:lnTo>
                      <a:pt x="13394" y="6581"/>
                    </a:lnTo>
                    <a:lnTo>
                      <a:pt x="13278" y="5888"/>
                    </a:lnTo>
                    <a:lnTo>
                      <a:pt x="13163" y="5196"/>
                    </a:lnTo>
                    <a:lnTo>
                      <a:pt x="12816" y="4041"/>
                    </a:lnTo>
                    <a:lnTo>
                      <a:pt x="12239" y="2886"/>
                    </a:lnTo>
                    <a:lnTo>
                      <a:pt x="11431" y="1847"/>
                    </a:lnTo>
                    <a:lnTo>
                      <a:pt x="10392" y="1039"/>
                    </a:lnTo>
                    <a:lnTo>
                      <a:pt x="9237" y="462"/>
                    </a:lnTo>
                    <a:lnTo>
                      <a:pt x="7967" y="116"/>
                    </a:lnTo>
                    <a:lnTo>
                      <a:pt x="6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a:extLst>
                  <a:ext uri="{FF2B5EF4-FFF2-40B4-BE49-F238E27FC236}">
                    <a16:creationId xmlns:a16="http://schemas.microsoft.com/office/drawing/2014/main" id="{50BB7273-DEC7-B54F-3E22-863A8AB7C8BF}"/>
                  </a:ext>
                </a:extLst>
              </p:cNvPr>
              <p:cNvSpPr/>
              <p:nvPr/>
            </p:nvSpPr>
            <p:spPr>
              <a:xfrm>
                <a:off x="5567775" y="6772300"/>
                <a:ext cx="334850" cy="331950"/>
              </a:xfrm>
              <a:custGeom>
                <a:avLst/>
                <a:gdLst/>
                <a:ahLst/>
                <a:cxnLst/>
                <a:rect l="l" t="t" r="r" b="b"/>
                <a:pathLst>
                  <a:path w="13394" h="13278" fill="none" extrusionOk="0">
                    <a:moveTo>
                      <a:pt x="13394" y="6581"/>
                    </a:moveTo>
                    <a:lnTo>
                      <a:pt x="13394" y="6581"/>
                    </a:lnTo>
                    <a:lnTo>
                      <a:pt x="13278" y="7274"/>
                    </a:lnTo>
                    <a:lnTo>
                      <a:pt x="13163" y="7966"/>
                    </a:lnTo>
                    <a:lnTo>
                      <a:pt x="12816" y="9236"/>
                    </a:lnTo>
                    <a:lnTo>
                      <a:pt x="12239" y="10276"/>
                    </a:lnTo>
                    <a:lnTo>
                      <a:pt x="11431" y="11315"/>
                    </a:lnTo>
                    <a:lnTo>
                      <a:pt x="10392" y="12123"/>
                    </a:lnTo>
                    <a:lnTo>
                      <a:pt x="9237" y="12700"/>
                    </a:lnTo>
                    <a:lnTo>
                      <a:pt x="7967" y="13162"/>
                    </a:lnTo>
                    <a:lnTo>
                      <a:pt x="6697" y="13277"/>
                    </a:lnTo>
                    <a:lnTo>
                      <a:pt x="6697" y="13277"/>
                    </a:lnTo>
                    <a:lnTo>
                      <a:pt x="5312" y="13162"/>
                    </a:lnTo>
                    <a:lnTo>
                      <a:pt x="4042" y="12700"/>
                    </a:lnTo>
                    <a:lnTo>
                      <a:pt x="2887" y="12123"/>
                    </a:lnTo>
                    <a:lnTo>
                      <a:pt x="1964" y="11315"/>
                    </a:lnTo>
                    <a:lnTo>
                      <a:pt x="1040" y="10276"/>
                    </a:lnTo>
                    <a:lnTo>
                      <a:pt x="463" y="9236"/>
                    </a:lnTo>
                    <a:lnTo>
                      <a:pt x="116" y="7966"/>
                    </a:lnTo>
                    <a:lnTo>
                      <a:pt x="1" y="7274"/>
                    </a:lnTo>
                    <a:lnTo>
                      <a:pt x="1" y="6581"/>
                    </a:lnTo>
                    <a:lnTo>
                      <a:pt x="1" y="6581"/>
                    </a:lnTo>
                    <a:lnTo>
                      <a:pt x="1" y="5888"/>
                    </a:lnTo>
                    <a:lnTo>
                      <a:pt x="116" y="5196"/>
                    </a:lnTo>
                    <a:lnTo>
                      <a:pt x="463" y="4041"/>
                    </a:lnTo>
                    <a:lnTo>
                      <a:pt x="1040" y="2886"/>
                    </a:lnTo>
                    <a:lnTo>
                      <a:pt x="1964" y="1847"/>
                    </a:lnTo>
                    <a:lnTo>
                      <a:pt x="2887" y="1039"/>
                    </a:lnTo>
                    <a:lnTo>
                      <a:pt x="4042" y="462"/>
                    </a:lnTo>
                    <a:lnTo>
                      <a:pt x="5312" y="116"/>
                    </a:lnTo>
                    <a:lnTo>
                      <a:pt x="6697" y="0"/>
                    </a:lnTo>
                    <a:lnTo>
                      <a:pt x="6697" y="0"/>
                    </a:lnTo>
                    <a:lnTo>
                      <a:pt x="7967" y="116"/>
                    </a:lnTo>
                    <a:lnTo>
                      <a:pt x="9237" y="462"/>
                    </a:lnTo>
                    <a:lnTo>
                      <a:pt x="10392" y="1039"/>
                    </a:lnTo>
                    <a:lnTo>
                      <a:pt x="11431" y="1847"/>
                    </a:lnTo>
                    <a:lnTo>
                      <a:pt x="12239" y="2886"/>
                    </a:lnTo>
                    <a:lnTo>
                      <a:pt x="12816" y="4041"/>
                    </a:lnTo>
                    <a:lnTo>
                      <a:pt x="13163" y="5196"/>
                    </a:lnTo>
                    <a:lnTo>
                      <a:pt x="13278" y="5888"/>
                    </a:lnTo>
                    <a:lnTo>
                      <a:pt x="13394" y="6581"/>
                    </a:lnTo>
                    <a:lnTo>
                      <a:pt x="13394" y="658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a:extLst>
                  <a:ext uri="{FF2B5EF4-FFF2-40B4-BE49-F238E27FC236}">
                    <a16:creationId xmlns:a16="http://schemas.microsoft.com/office/drawing/2014/main" id="{2DD7648B-55C3-6B0C-09C1-D90F95AEC921}"/>
                  </a:ext>
                </a:extLst>
              </p:cNvPr>
              <p:cNvSpPr/>
              <p:nvPr/>
            </p:nvSpPr>
            <p:spPr>
              <a:xfrm>
                <a:off x="5902600" y="693682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a:extLst>
                  <a:ext uri="{FF2B5EF4-FFF2-40B4-BE49-F238E27FC236}">
                    <a16:creationId xmlns:a16="http://schemas.microsoft.com/office/drawing/2014/main" id="{08467267-B786-FD6D-7B36-08077CAE08C4}"/>
                  </a:ext>
                </a:extLst>
              </p:cNvPr>
              <p:cNvSpPr/>
              <p:nvPr/>
            </p:nvSpPr>
            <p:spPr>
              <a:xfrm>
                <a:off x="6451000" y="6772300"/>
                <a:ext cx="334850" cy="331950"/>
              </a:xfrm>
              <a:custGeom>
                <a:avLst/>
                <a:gdLst/>
                <a:ahLst/>
                <a:cxnLst/>
                <a:rect l="l" t="t" r="r" b="b"/>
                <a:pathLst>
                  <a:path w="13394" h="13278" extrusionOk="0">
                    <a:moveTo>
                      <a:pt x="6697" y="0"/>
                    </a:moveTo>
                    <a:lnTo>
                      <a:pt x="5312" y="116"/>
                    </a:lnTo>
                    <a:lnTo>
                      <a:pt x="4157" y="462"/>
                    </a:lnTo>
                    <a:lnTo>
                      <a:pt x="3003" y="1039"/>
                    </a:lnTo>
                    <a:lnTo>
                      <a:pt x="1964" y="1847"/>
                    </a:lnTo>
                    <a:lnTo>
                      <a:pt x="1155" y="2886"/>
                    </a:lnTo>
                    <a:lnTo>
                      <a:pt x="578" y="4041"/>
                    </a:lnTo>
                    <a:lnTo>
                      <a:pt x="116" y="5196"/>
                    </a:lnTo>
                    <a:lnTo>
                      <a:pt x="1" y="5888"/>
                    </a:lnTo>
                    <a:lnTo>
                      <a:pt x="1" y="6581"/>
                    </a:lnTo>
                    <a:lnTo>
                      <a:pt x="1" y="7274"/>
                    </a:lnTo>
                    <a:lnTo>
                      <a:pt x="116" y="7966"/>
                    </a:lnTo>
                    <a:lnTo>
                      <a:pt x="578" y="9236"/>
                    </a:lnTo>
                    <a:lnTo>
                      <a:pt x="1155" y="10276"/>
                    </a:lnTo>
                    <a:lnTo>
                      <a:pt x="1964" y="11315"/>
                    </a:lnTo>
                    <a:lnTo>
                      <a:pt x="3003" y="12123"/>
                    </a:lnTo>
                    <a:lnTo>
                      <a:pt x="4157" y="12700"/>
                    </a:lnTo>
                    <a:lnTo>
                      <a:pt x="5312" y="13162"/>
                    </a:lnTo>
                    <a:lnTo>
                      <a:pt x="6697" y="13277"/>
                    </a:lnTo>
                    <a:lnTo>
                      <a:pt x="8083" y="13162"/>
                    </a:lnTo>
                    <a:lnTo>
                      <a:pt x="9353" y="12700"/>
                    </a:lnTo>
                    <a:lnTo>
                      <a:pt x="10507" y="12123"/>
                    </a:lnTo>
                    <a:lnTo>
                      <a:pt x="11431" y="11315"/>
                    </a:lnTo>
                    <a:lnTo>
                      <a:pt x="12239" y="10276"/>
                    </a:lnTo>
                    <a:lnTo>
                      <a:pt x="12932" y="9236"/>
                    </a:lnTo>
                    <a:lnTo>
                      <a:pt x="13278" y="7966"/>
                    </a:lnTo>
                    <a:lnTo>
                      <a:pt x="13394" y="7274"/>
                    </a:lnTo>
                    <a:lnTo>
                      <a:pt x="13394" y="6581"/>
                    </a:lnTo>
                    <a:lnTo>
                      <a:pt x="13394" y="5888"/>
                    </a:lnTo>
                    <a:lnTo>
                      <a:pt x="13278" y="5196"/>
                    </a:lnTo>
                    <a:lnTo>
                      <a:pt x="12932" y="4041"/>
                    </a:lnTo>
                    <a:lnTo>
                      <a:pt x="12239" y="2886"/>
                    </a:lnTo>
                    <a:lnTo>
                      <a:pt x="11431" y="1847"/>
                    </a:lnTo>
                    <a:lnTo>
                      <a:pt x="10507" y="1039"/>
                    </a:lnTo>
                    <a:lnTo>
                      <a:pt x="9353" y="462"/>
                    </a:lnTo>
                    <a:lnTo>
                      <a:pt x="8083" y="116"/>
                    </a:lnTo>
                    <a:lnTo>
                      <a:pt x="66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a:extLst>
                  <a:ext uri="{FF2B5EF4-FFF2-40B4-BE49-F238E27FC236}">
                    <a16:creationId xmlns:a16="http://schemas.microsoft.com/office/drawing/2014/main" id="{0EF3CE7E-97E4-10F7-E2C0-69B5448141D2}"/>
                  </a:ext>
                </a:extLst>
              </p:cNvPr>
              <p:cNvSpPr/>
              <p:nvPr/>
            </p:nvSpPr>
            <p:spPr>
              <a:xfrm>
                <a:off x="6451000" y="6772300"/>
                <a:ext cx="334850" cy="331950"/>
              </a:xfrm>
              <a:custGeom>
                <a:avLst/>
                <a:gdLst/>
                <a:ahLst/>
                <a:cxnLst/>
                <a:rect l="l" t="t" r="r" b="b"/>
                <a:pathLst>
                  <a:path w="13394" h="13278" fill="none" extrusionOk="0">
                    <a:moveTo>
                      <a:pt x="13394" y="6581"/>
                    </a:moveTo>
                    <a:lnTo>
                      <a:pt x="13394" y="6581"/>
                    </a:lnTo>
                    <a:lnTo>
                      <a:pt x="13394" y="7274"/>
                    </a:lnTo>
                    <a:lnTo>
                      <a:pt x="13278" y="7966"/>
                    </a:lnTo>
                    <a:lnTo>
                      <a:pt x="12932" y="9236"/>
                    </a:lnTo>
                    <a:lnTo>
                      <a:pt x="12239" y="10276"/>
                    </a:lnTo>
                    <a:lnTo>
                      <a:pt x="11431" y="11315"/>
                    </a:lnTo>
                    <a:lnTo>
                      <a:pt x="10507" y="12123"/>
                    </a:lnTo>
                    <a:lnTo>
                      <a:pt x="9353" y="12700"/>
                    </a:lnTo>
                    <a:lnTo>
                      <a:pt x="8083" y="13162"/>
                    </a:lnTo>
                    <a:lnTo>
                      <a:pt x="6697" y="13277"/>
                    </a:lnTo>
                    <a:lnTo>
                      <a:pt x="6697" y="13277"/>
                    </a:lnTo>
                    <a:lnTo>
                      <a:pt x="5312" y="13162"/>
                    </a:lnTo>
                    <a:lnTo>
                      <a:pt x="4157" y="12700"/>
                    </a:lnTo>
                    <a:lnTo>
                      <a:pt x="3003" y="12123"/>
                    </a:lnTo>
                    <a:lnTo>
                      <a:pt x="1964" y="11315"/>
                    </a:lnTo>
                    <a:lnTo>
                      <a:pt x="1155" y="10276"/>
                    </a:lnTo>
                    <a:lnTo>
                      <a:pt x="578" y="9236"/>
                    </a:lnTo>
                    <a:lnTo>
                      <a:pt x="116" y="7966"/>
                    </a:lnTo>
                    <a:lnTo>
                      <a:pt x="1" y="7274"/>
                    </a:lnTo>
                    <a:lnTo>
                      <a:pt x="1" y="6581"/>
                    </a:lnTo>
                    <a:lnTo>
                      <a:pt x="1" y="6581"/>
                    </a:lnTo>
                    <a:lnTo>
                      <a:pt x="1" y="5888"/>
                    </a:lnTo>
                    <a:lnTo>
                      <a:pt x="116" y="5196"/>
                    </a:lnTo>
                    <a:lnTo>
                      <a:pt x="578" y="4041"/>
                    </a:lnTo>
                    <a:lnTo>
                      <a:pt x="1155" y="2886"/>
                    </a:lnTo>
                    <a:lnTo>
                      <a:pt x="1964" y="1847"/>
                    </a:lnTo>
                    <a:lnTo>
                      <a:pt x="3003" y="1039"/>
                    </a:lnTo>
                    <a:lnTo>
                      <a:pt x="4157" y="462"/>
                    </a:lnTo>
                    <a:lnTo>
                      <a:pt x="5312" y="116"/>
                    </a:lnTo>
                    <a:lnTo>
                      <a:pt x="6697" y="0"/>
                    </a:lnTo>
                    <a:lnTo>
                      <a:pt x="6697" y="0"/>
                    </a:lnTo>
                    <a:lnTo>
                      <a:pt x="8083" y="116"/>
                    </a:lnTo>
                    <a:lnTo>
                      <a:pt x="9353" y="462"/>
                    </a:lnTo>
                    <a:lnTo>
                      <a:pt x="10507" y="1039"/>
                    </a:lnTo>
                    <a:lnTo>
                      <a:pt x="11431" y="1847"/>
                    </a:lnTo>
                    <a:lnTo>
                      <a:pt x="12239" y="2886"/>
                    </a:lnTo>
                    <a:lnTo>
                      <a:pt x="12932" y="4041"/>
                    </a:lnTo>
                    <a:lnTo>
                      <a:pt x="13278" y="5196"/>
                    </a:lnTo>
                    <a:lnTo>
                      <a:pt x="13394" y="5888"/>
                    </a:lnTo>
                    <a:lnTo>
                      <a:pt x="13394" y="6581"/>
                    </a:lnTo>
                    <a:lnTo>
                      <a:pt x="13394" y="658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a:extLst>
                  <a:ext uri="{FF2B5EF4-FFF2-40B4-BE49-F238E27FC236}">
                    <a16:creationId xmlns:a16="http://schemas.microsoft.com/office/drawing/2014/main" id="{76B1398A-98FF-513E-F0CE-C8CA5BD6BAD9}"/>
                  </a:ext>
                </a:extLst>
              </p:cNvPr>
              <p:cNvSpPr/>
              <p:nvPr/>
            </p:nvSpPr>
            <p:spPr>
              <a:xfrm>
                <a:off x="6785825" y="693682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2" name="Google Shape;512;p19">
              <a:extLst>
                <a:ext uri="{FF2B5EF4-FFF2-40B4-BE49-F238E27FC236}">
                  <a16:creationId xmlns:a16="http://schemas.microsoft.com/office/drawing/2014/main" id="{3874EF2D-A37D-01F2-0A43-7980A714DDDD}"/>
                </a:ext>
              </a:extLst>
            </p:cNvPr>
            <p:cNvSpPr/>
            <p:nvPr/>
          </p:nvSpPr>
          <p:spPr>
            <a:xfrm>
              <a:off x="5992075" y="5672600"/>
              <a:ext cx="106825" cy="199175"/>
            </a:xfrm>
            <a:custGeom>
              <a:avLst/>
              <a:gdLst/>
              <a:ahLst/>
              <a:cxnLst/>
              <a:rect l="l" t="t" r="r" b="b"/>
              <a:pathLst>
                <a:path w="4273" h="7967" extrusionOk="0">
                  <a:moveTo>
                    <a:pt x="1732" y="0"/>
                  </a:moveTo>
                  <a:lnTo>
                    <a:pt x="1271" y="115"/>
                  </a:lnTo>
                  <a:lnTo>
                    <a:pt x="924" y="346"/>
                  </a:lnTo>
                  <a:lnTo>
                    <a:pt x="578" y="577"/>
                  </a:lnTo>
                  <a:lnTo>
                    <a:pt x="347" y="924"/>
                  </a:lnTo>
                  <a:lnTo>
                    <a:pt x="116" y="1270"/>
                  </a:lnTo>
                  <a:lnTo>
                    <a:pt x="1" y="1732"/>
                  </a:lnTo>
                  <a:lnTo>
                    <a:pt x="1" y="2194"/>
                  </a:lnTo>
                  <a:lnTo>
                    <a:pt x="1" y="7966"/>
                  </a:lnTo>
                  <a:lnTo>
                    <a:pt x="4272" y="7966"/>
                  </a:lnTo>
                  <a:lnTo>
                    <a:pt x="4272" y="2194"/>
                  </a:lnTo>
                  <a:lnTo>
                    <a:pt x="4272" y="1732"/>
                  </a:lnTo>
                  <a:lnTo>
                    <a:pt x="4157" y="1270"/>
                  </a:lnTo>
                  <a:lnTo>
                    <a:pt x="3926" y="924"/>
                  </a:lnTo>
                  <a:lnTo>
                    <a:pt x="3695" y="577"/>
                  </a:lnTo>
                  <a:lnTo>
                    <a:pt x="3349" y="346"/>
                  </a:lnTo>
                  <a:lnTo>
                    <a:pt x="3002" y="115"/>
                  </a:lnTo>
                  <a:lnTo>
                    <a:pt x="25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9">
              <a:extLst>
                <a:ext uri="{FF2B5EF4-FFF2-40B4-BE49-F238E27FC236}">
                  <a16:creationId xmlns:a16="http://schemas.microsoft.com/office/drawing/2014/main" id="{54569E54-EE1D-54E1-A12D-6BEB952DD01E}"/>
                </a:ext>
              </a:extLst>
            </p:cNvPr>
            <p:cNvSpPr/>
            <p:nvPr/>
          </p:nvSpPr>
          <p:spPr>
            <a:xfrm>
              <a:off x="5992075" y="5672600"/>
              <a:ext cx="106825" cy="199175"/>
            </a:xfrm>
            <a:custGeom>
              <a:avLst/>
              <a:gdLst/>
              <a:ahLst/>
              <a:cxnLst/>
              <a:rect l="l" t="t" r="r" b="b"/>
              <a:pathLst>
                <a:path w="4273" h="7967" fill="none" extrusionOk="0">
                  <a:moveTo>
                    <a:pt x="4272" y="2194"/>
                  </a:moveTo>
                  <a:lnTo>
                    <a:pt x="4272" y="2194"/>
                  </a:lnTo>
                  <a:lnTo>
                    <a:pt x="4272" y="1732"/>
                  </a:lnTo>
                  <a:lnTo>
                    <a:pt x="4157" y="1270"/>
                  </a:lnTo>
                  <a:lnTo>
                    <a:pt x="3926" y="924"/>
                  </a:lnTo>
                  <a:lnTo>
                    <a:pt x="3695" y="577"/>
                  </a:lnTo>
                  <a:lnTo>
                    <a:pt x="3349" y="346"/>
                  </a:lnTo>
                  <a:lnTo>
                    <a:pt x="3002" y="115"/>
                  </a:lnTo>
                  <a:lnTo>
                    <a:pt x="2541" y="0"/>
                  </a:lnTo>
                  <a:lnTo>
                    <a:pt x="2194" y="0"/>
                  </a:lnTo>
                  <a:lnTo>
                    <a:pt x="2194" y="0"/>
                  </a:lnTo>
                  <a:lnTo>
                    <a:pt x="1732" y="0"/>
                  </a:lnTo>
                  <a:lnTo>
                    <a:pt x="1271" y="115"/>
                  </a:lnTo>
                  <a:lnTo>
                    <a:pt x="924" y="346"/>
                  </a:lnTo>
                  <a:lnTo>
                    <a:pt x="578" y="577"/>
                  </a:lnTo>
                  <a:lnTo>
                    <a:pt x="347" y="924"/>
                  </a:lnTo>
                  <a:lnTo>
                    <a:pt x="116" y="1270"/>
                  </a:lnTo>
                  <a:lnTo>
                    <a:pt x="1" y="1732"/>
                  </a:lnTo>
                  <a:lnTo>
                    <a:pt x="1" y="2194"/>
                  </a:lnTo>
                  <a:lnTo>
                    <a:pt x="1" y="7966"/>
                  </a:lnTo>
                  <a:lnTo>
                    <a:pt x="4272" y="7966"/>
                  </a:lnTo>
                  <a:lnTo>
                    <a:pt x="4272" y="219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 name="Google Shape;514;p19">
            <a:extLst>
              <a:ext uri="{FF2B5EF4-FFF2-40B4-BE49-F238E27FC236}">
                <a16:creationId xmlns:a16="http://schemas.microsoft.com/office/drawing/2014/main" id="{61DBB6D2-5B92-E273-8C41-8DBFC04F68A3}"/>
              </a:ext>
            </a:extLst>
          </p:cNvPr>
          <p:cNvGrpSpPr/>
          <p:nvPr/>
        </p:nvGrpSpPr>
        <p:grpSpPr>
          <a:xfrm>
            <a:off x="3191266" y="2974673"/>
            <a:ext cx="2515559" cy="1089811"/>
            <a:chOff x="2785875" y="2500279"/>
            <a:chExt cx="3724547" cy="1613578"/>
          </a:xfrm>
        </p:grpSpPr>
        <p:sp>
          <p:nvSpPr>
            <p:cNvPr id="515" name="Google Shape;515;p19">
              <a:extLst>
                <a:ext uri="{FF2B5EF4-FFF2-40B4-BE49-F238E27FC236}">
                  <a16:creationId xmlns:a16="http://schemas.microsoft.com/office/drawing/2014/main" id="{88AC5E2E-6E1E-EC52-5D49-85A4C816875F}"/>
                </a:ext>
              </a:extLst>
            </p:cNvPr>
            <p:cNvSpPr/>
            <p:nvPr/>
          </p:nvSpPr>
          <p:spPr>
            <a:xfrm>
              <a:off x="2785875" y="4008525"/>
              <a:ext cx="3724037" cy="105332"/>
            </a:xfrm>
            <a:custGeom>
              <a:avLst/>
              <a:gdLst/>
              <a:ahLst/>
              <a:cxnLst/>
              <a:rect l="l" t="t" r="r" b="b"/>
              <a:pathLst>
                <a:path w="285750" h="5730" extrusionOk="0">
                  <a:moveTo>
                    <a:pt x="2598" y="1"/>
                  </a:moveTo>
                  <a:lnTo>
                    <a:pt x="2313" y="36"/>
                  </a:lnTo>
                  <a:lnTo>
                    <a:pt x="2028" y="108"/>
                  </a:lnTo>
                  <a:lnTo>
                    <a:pt x="1779" y="214"/>
                  </a:lnTo>
                  <a:lnTo>
                    <a:pt x="1530" y="321"/>
                  </a:lnTo>
                  <a:lnTo>
                    <a:pt x="1281" y="463"/>
                  </a:lnTo>
                  <a:lnTo>
                    <a:pt x="1068" y="641"/>
                  </a:lnTo>
                  <a:lnTo>
                    <a:pt x="854" y="819"/>
                  </a:lnTo>
                  <a:lnTo>
                    <a:pt x="676" y="1033"/>
                  </a:lnTo>
                  <a:lnTo>
                    <a:pt x="498" y="1246"/>
                  </a:lnTo>
                  <a:lnTo>
                    <a:pt x="356" y="1495"/>
                  </a:lnTo>
                  <a:lnTo>
                    <a:pt x="249" y="1744"/>
                  </a:lnTo>
                  <a:lnTo>
                    <a:pt x="142" y="1994"/>
                  </a:lnTo>
                  <a:lnTo>
                    <a:pt x="71" y="2278"/>
                  </a:lnTo>
                  <a:lnTo>
                    <a:pt x="36" y="2563"/>
                  </a:lnTo>
                  <a:lnTo>
                    <a:pt x="0" y="2883"/>
                  </a:lnTo>
                  <a:lnTo>
                    <a:pt x="36" y="3168"/>
                  </a:lnTo>
                  <a:lnTo>
                    <a:pt x="71" y="3453"/>
                  </a:lnTo>
                  <a:lnTo>
                    <a:pt x="142" y="3737"/>
                  </a:lnTo>
                  <a:lnTo>
                    <a:pt x="249" y="3986"/>
                  </a:lnTo>
                  <a:lnTo>
                    <a:pt x="356" y="4235"/>
                  </a:lnTo>
                  <a:lnTo>
                    <a:pt x="498" y="4485"/>
                  </a:lnTo>
                  <a:lnTo>
                    <a:pt x="676" y="4698"/>
                  </a:lnTo>
                  <a:lnTo>
                    <a:pt x="854" y="4912"/>
                  </a:lnTo>
                  <a:lnTo>
                    <a:pt x="1068" y="5089"/>
                  </a:lnTo>
                  <a:lnTo>
                    <a:pt x="1281" y="5267"/>
                  </a:lnTo>
                  <a:lnTo>
                    <a:pt x="1530" y="5410"/>
                  </a:lnTo>
                  <a:lnTo>
                    <a:pt x="1779" y="5516"/>
                  </a:lnTo>
                  <a:lnTo>
                    <a:pt x="2028" y="5623"/>
                  </a:lnTo>
                  <a:lnTo>
                    <a:pt x="2313" y="5694"/>
                  </a:lnTo>
                  <a:lnTo>
                    <a:pt x="2598" y="5730"/>
                  </a:lnTo>
                  <a:lnTo>
                    <a:pt x="283152" y="5730"/>
                  </a:lnTo>
                  <a:lnTo>
                    <a:pt x="283437" y="5694"/>
                  </a:lnTo>
                  <a:lnTo>
                    <a:pt x="283722" y="5623"/>
                  </a:lnTo>
                  <a:lnTo>
                    <a:pt x="283971" y="5516"/>
                  </a:lnTo>
                  <a:lnTo>
                    <a:pt x="284220" y="5410"/>
                  </a:lnTo>
                  <a:lnTo>
                    <a:pt x="284469" y="5267"/>
                  </a:lnTo>
                  <a:lnTo>
                    <a:pt x="284682" y="5089"/>
                  </a:lnTo>
                  <a:lnTo>
                    <a:pt x="284896" y="4912"/>
                  </a:lnTo>
                  <a:lnTo>
                    <a:pt x="285074" y="4698"/>
                  </a:lnTo>
                  <a:lnTo>
                    <a:pt x="285252" y="4485"/>
                  </a:lnTo>
                  <a:lnTo>
                    <a:pt x="285394" y="4235"/>
                  </a:lnTo>
                  <a:lnTo>
                    <a:pt x="285501" y="3986"/>
                  </a:lnTo>
                  <a:lnTo>
                    <a:pt x="285608" y="3737"/>
                  </a:lnTo>
                  <a:lnTo>
                    <a:pt x="285679" y="3453"/>
                  </a:lnTo>
                  <a:lnTo>
                    <a:pt x="285714" y="3168"/>
                  </a:lnTo>
                  <a:lnTo>
                    <a:pt x="285750" y="2883"/>
                  </a:lnTo>
                  <a:lnTo>
                    <a:pt x="285714" y="2563"/>
                  </a:lnTo>
                  <a:lnTo>
                    <a:pt x="285679" y="2278"/>
                  </a:lnTo>
                  <a:lnTo>
                    <a:pt x="285608" y="1994"/>
                  </a:lnTo>
                  <a:lnTo>
                    <a:pt x="285501" y="1744"/>
                  </a:lnTo>
                  <a:lnTo>
                    <a:pt x="285394" y="1495"/>
                  </a:lnTo>
                  <a:lnTo>
                    <a:pt x="285252" y="1246"/>
                  </a:lnTo>
                  <a:lnTo>
                    <a:pt x="285074" y="1033"/>
                  </a:lnTo>
                  <a:lnTo>
                    <a:pt x="284896" y="819"/>
                  </a:lnTo>
                  <a:lnTo>
                    <a:pt x="284682" y="641"/>
                  </a:lnTo>
                  <a:lnTo>
                    <a:pt x="284469" y="463"/>
                  </a:lnTo>
                  <a:lnTo>
                    <a:pt x="284220" y="321"/>
                  </a:lnTo>
                  <a:lnTo>
                    <a:pt x="283971" y="214"/>
                  </a:lnTo>
                  <a:lnTo>
                    <a:pt x="283722" y="108"/>
                  </a:lnTo>
                  <a:lnTo>
                    <a:pt x="283437" y="36"/>
                  </a:lnTo>
                  <a:lnTo>
                    <a:pt x="283152" y="1"/>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9">
              <a:extLst>
                <a:ext uri="{FF2B5EF4-FFF2-40B4-BE49-F238E27FC236}">
                  <a16:creationId xmlns:a16="http://schemas.microsoft.com/office/drawing/2014/main" id="{9654318B-FCC9-1D9E-B736-8B69DBB7E027}"/>
                </a:ext>
              </a:extLst>
            </p:cNvPr>
            <p:cNvSpPr/>
            <p:nvPr/>
          </p:nvSpPr>
          <p:spPr>
            <a:xfrm>
              <a:off x="4604490" y="2500279"/>
              <a:ext cx="432996" cy="157002"/>
            </a:xfrm>
            <a:custGeom>
              <a:avLst/>
              <a:gdLst/>
              <a:ahLst/>
              <a:cxnLst/>
              <a:rect l="l" t="t" r="r" b="b"/>
              <a:pathLst>
                <a:path w="23558" h="8542" extrusionOk="0">
                  <a:moveTo>
                    <a:pt x="3167" y="1"/>
                  </a:moveTo>
                  <a:lnTo>
                    <a:pt x="2811" y="72"/>
                  </a:lnTo>
                  <a:lnTo>
                    <a:pt x="2491" y="143"/>
                  </a:lnTo>
                  <a:lnTo>
                    <a:pt x="2171" y="285"/>
                  </a:lnTo>
                  <a:lnTo>
                    <a:pt x="1851" y="428"/>
                  </a:lnTo>
                  <a:lnTo>
                    <a:pt x="1566" y="606"/>
                  </a:lnTo>
                  <a:lnTo>
                    <a:pt x="1281" y="819"/>
                  </a:lnTo>
                  <a:lnTo>
                    <a:pt x="1032" y="1033"/>
                  </a:lnTo>
                  <a:lnTo>
                    <a:pt x="783" y="1282"/>
                  </a:lnTo>
                  <a:lnTo>
                    <a:pt x="605" y="1566"/>
                  </a:lnTo>
                  <a:lnTo>
                    <a:pt x="427" y="1851"/>
                  </a:lnTo>
                  <a:lnTo>
                    <a:pt x="285" y="2171"/>
                  </a:lnTo>
                  <a:lnTo>
                    <a:pt x="143" y="2492"/>
                  </a:lnTo>
                  <a:lnTo>
                    <a:pt x="71" y="2812"/>
                  </a:lnTo>
                  <a:lnTo>
                    <a:pt x="0" y="3168"/>
                  </a:lnTo>
                  <a:lnTo>
                    <a:pt x="0" y="3559"/>
                  </a:lnTo>
                  <a:lnTo>
                    <a:pt x="0" y="8541"/>
                  </a:lnTo>
                  <a:lnTo>
                    <a:pt x="23558" y="8541"/>
                  </a:lnTo>
                  <a:lnTo>
                    <a:pt x="23558" y="3559"/>
                  </a:lnTo>
                  <a:lnTo>
                    <a:pt x="23558" y="3168"/>
                  </a:lnTo>
                  <a:lnTo>
                    <a:pt x="23486" y="2812"/>
                  </a:lnTo>
                  <a:lnTo>
                    <a:pt x="23415" y="2492"/>
                  </a:lnTo>
                  <a:lnTo>
                    <a:pt x="23273" y="2171"/>
                  </a:lnTo>
                  <a:lnTo>
                    <a:pt x="23131" y="1851"/>
                  </a:lnTo>
                  <a:lnTo>
                    <a:pt x="22953" y="1566"/>
                  </a:lnTo>
                  <a:lnTo>
                    <a:pt x="22739" y="1282"/>
                  </a:lnTo>
                  <a:lnTo>
                    <a:pt x="22526" y="1033"/>
                  </a:lnTo>
                  <a:lnTo>
                    <a:pt x="22277" y="819"/>
                  </a:lnTo>
                  <a:lnTo>
                    <a:pt x="21992" y="606"/>
                  </a:lnTo>
                  <a:lnTo>
                    <a:pt x="21707" y="428"/>
                  </a:lnTo>
                  <a:lnTo>
                    <a:pt x="21387" y="285"/>
                  </a:lnTo>
                  <a:lnTo>
                    <a:pt x="21067" y="143"/>
                  </a:lnTo>
                  <a:lnTo>
                    <a:pt x="20711" y="72"/>
                  </a:lnTo>
                  <a:lnTo>
                    <a:pt x="20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9">
              <a:extLst>
                <a:ext uri="{FF2B5EF4-FFF2-40B4-BE49-F238E27FC236}">
                  <a16:creationId xmlns:a16="http://schemas.microsoft.com/office/drawing/2014/main" id="{0359C37B-1EFF-A777-1601-105FB7C7BFA5}"/>
                </a:ext>
              </a:extLst>
            </p:cNvPr>
            <p:cNvSpPr/>
            <p:nvPr/>
          </p:nvSpPr>
          <p:spPr>
            <a:xfrm>
              <a:off x="4571130" y="2639599"/>
              <a:ext cx="499715" cy="77196"/>
            </a:xfrm>
            <a:custGeom>
              <a:avLst/>
              <a:gdLst/>
              <a:ahLst/>
              <a:cxnLst/>
              <a:rect l="l" t="t" r="r" b="b"/>
              <a:pathLst>
                <a:path w="27188" h="4200" extrusionOk="0">
                  <a:moveTo>
                    <a:pt x="1495" y="0"/>
                  </a:moveTo>
                  <a:lnTo>
                    <a:pt x="1210" y="36"/>
                  </a:lnTo>
                  <a:lnTo>
                    <a:pt x="926" y="107"/>
                  </a:lnTo>
                  <a:lnTo>
                    <a:pt x="676" y="249"/>
                  </a:lnTo>
                  <a:lnTo>
                    <a:pt x="427" y="427"/>
                  </a:lnTo>
                  <a:lnTo>
                    <a:pt x="249" y="641"/>
                  </a:lnTo>
                  <a:lnTo>
                    <a:pt x="107" y="926"/>
                  </a:lnTo>
                  <a:lnTo>
                    <a:pt x="36" y="1210"/>
                  </a:lnTo>
                  <a:lnTo>
                    <a:pt x="0" y="1495"/>
                  </a:lnTo>
                  <a:lnTo>
                    <a:pt x="0" y="4199"/>
                  </a:lnTo>
                  <a:lnTo>
                    <a:pt x="27187" y="4199"/>
                  </a:lnTo>
                  <a:lnTo>
                    <a:pt x="27187" y="1495"/>
                  </a:lnTo>
                  <a:lnTo>
                    <a:pt x="27152" y="1210"/>
                  </a:lnTo>
                  <a:lnTo>
                    <a:pt x="27045" y="926"/>
                  </a:lnTo>
                  <a:lnTo>
                    <a:pt x="26903" y="641"/>
                  </a:lnTo>
                  <a:lnTo>
                    <a:pt x="26725" y="427"/>
                  </a:lnTo>
                  <a:lnTo>
                    <a:pt x="26511" y="249"/>
                  </a:lnTo>
                  <a:lnTo>
                    <a:pt x="26262" y="107"/>
                  </a:lnTo>
                  <a:lnTo>
                    <a:pt x="25978" y="36"/>
                  </a:lnTo>
                  <a:lnTo>
                    <a:pt x="256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9">
              <a:extLst>
                <a:ext uri="{FF2B5EF4-FFF2-40B4-BE49-F238E27FC236}">
                  <a16:creationId xmlns:a16="http://schemas.microsoft.com/office/drawing/2014/main" id="{EA42B6AB-7335-4A53-B529-8C0C8806B4A4}"/>
                </a:ext>
              </a:extLst>
            </p:cNvPr>
            <p:cNvSpPr/>
            <p:nvPr/>
          </p:nvSpPr>
          <p:spPr>
            <a:xfrm>
              <a:off x="3255159" y="3351861"/>
              <a:ext cx="2794808" cy="482714"/>
            </a:xfrm>
            <a:custGeom>
              <a:avLst/>
              <a:gdLst/>
              <a:ahLst/>
              <a:cxnLst/>
              <a:rect l="l" t="t" r="r" b="b"/>
              <a:pathLst>
                <a:path w="152057" h="26263" extrusionOk="0">
                  <a:moveTo>
                    <a:pt x="61065" y="1"/>
                  </a:moveTo>
                  <a:lnTo>
                    <a:pt x="55158" y="36"/>
                  </a:lnTo>
                  <a:lnTo>
                    <a:pt x="49429" y="107"/>
                  </a:lnTo>
                  <a:lnTo>
                    <a:pt x="43949" y="214"/>
                  </a:lnTo>
                  <a:lnTo>
                    <a:pt x="38682" y="321"/>
                  </a:lnTo>
                  <a:lnTo>
                    <a:pt x="33700" y="463"/>
                  </a:lnTo>
                  <a:lnTo>
                    <a:pt x="29074" y="641"/>
                  </a:lnTo>
                  <a:lnTo>
                    <a:pt x="24839" y="855"/>
                  </a:lnTo>
                  <a:lnTo>
                    <a:pt x="21032" y="1104"/>
                  </a:lnTo>
                  <a:lnTo>
                    <a:pt x="17687" y="1353"/>
                  </a:lnTo>
                  <a:lnTo>
                    <a:pt x="14840" y="1637"/>
                  </a:lnTo>
                  <a:lnTo>
                    <a:pt x="13630" y="1780"/>
                  </a:lnTo>
                  <a:lnTo>
                    <a:pt x="12562" y="1958"/>
                  </a:lnTo>
                  <a:lnTo>
                    <a:pt x="11637" y="2100"/>
                  </a:lnTo>
                  <a:lnTo>
                    <a:pt x="10854" y="2278"/>
                  </a:lnTo>
                  <a:lnTo>
                    <a:pt x="10249" y="2456"/>
                  </a:lnTo>
                  <a:lnTo>
                    <a:pt x="9787" y="2634"/>
                  </a:lnTo>
                  <a:lnTo>
                    <a:pt x="9075" y="3025"/>
                  </a:lnTo>
                  <a:lnTo>
                    <a:pt x="8363" y="3488"/>
                  </a:lnTo>
                  <a:lnTo>
                    <a:pt x="7687" y="3950"/>
                  </a:lnTo>
                  <a:lnTo>
                    <a:pt x="7011" y="4484"/>
                  </a:lnTo>
                  <a:lnTo>
                    <a:pt x="6335" y="5054"/>
                  </a:lnTo>
                  <a:lnTo>
                    <a:pt x="5694" y="5659"/>
                  </a:lnTo>
                  <a:lnTo>
                    <a:pt x="5089" y="6335"/>
                  </a:lnTo>
                  <a:lnTo>
                    <a:pt x="4484" y="7011"/>
                  </a:lnTo>
                  <a:lnTo>
                    <a:pt x="3951" y="7687"/>
                  </a:lnTo>
                  <a:lnTo>
                    <a:pt x="3381" y="8434"/>
                  </a:lnTo>
                  <a:lnTo>
                    <a:pt x="2883" y="9181"/>
                  </a:lnTo>
                  <a:lnTo>
                    <a:pt x="2420" y="9964"/>
                  </a:lnTo>
                  <a:lnTo>
                    <a:pt x="1993" y="10783"/>
                  </a:lnTo>
                  <a:lnTo>
                    <a:pt x="1602" y="11601"/>
                  </a:lnTo>
                  <a:lnTo>
                    <a:pt x="1246" y="12420"/>
                  </a:lnTo>
                  <a:lnTo>
                    <a:pt x="926" y="13274"/>
                  </a:lnTo>
                  <a:lnTo>
                    <a:pt x="641" y="14128"/>
                  </a:lnTo>
                  <a:lnTo>
                    <a:pt x="392" y="14982"/>
                  </a:lnTo>
                  <a:lnTo>
                    <a:pt x="214" y="15836"/>
                  </a:lnTo>
                  <a:lnTo>
                    <a:pt x="107" y="16690"/>
                  </a:lnTo>
                  <a:lnTo>
                    <a:pt x="1" y="17580"/>
                  </a:lnTo>
                  <a:lnTo>
                    <a:pt x="1" y="18434"/>
                  </a:lnTo>
                  <a:lnTo>
                    <a:pt x="36" y="19288"/>
                  </a:lnTo>
                  <a:lnTo>
                    <a:pt x="107" y="20142"/>
                  </a:lnTo>
                  <a:lnTo>
                    <a:pt x="250" y="20960"/>
                  </a:lnTo>
                  <a:lnTo>
                    <a:pt x="463" y="21779"/>
                  </a:lnTo>
                  <a:lnTo>
                    <a:pt x="748" y="22597"/>
                  </a:lnTo>
                  <a:lnTo>
                    <a:pt x="1068" y="23380"/>
                  </a:lnTo>
                  <a:lnTo>
                    <a:pt x="1495" y="24127"/>
                  </a:lnTo>
                  <a:lnTo>
                    <a:pt x="1958" y="24875"/>
                  </a:lnTo>
                  <a:lnTo>
                    <a:pt x="2527" y="25586"/>
                  </a:lnTo>
                  <a:lnTo>
                    <a:pt x="3168" y="26262"/>
                  </a:lnTo>
                  <a:lnTo>
                    <a:pt x="149957" y="25551"/>
                  </a:lnTo>
                  <a:lnTo>
                    <a:pt x="150171" y="25017"/>
                  </a:lnTo>
                  <a:lnTo>
                    <a:pt x="150420" y="24376"/>
                  </a:lnTo>
                  <a:lnTo>
                    <a:pt x="150704" y="23487"/>
                  </a:lnTo>
                  <a:lnTo>
                    <a:pt x="151025" y="22455"/>
                  </a:lnTo>
                  <a:lnTo>
                    <a:pt x="151345" y="21209"/>
                  </a:lnTo>
                  <a:lnTo>
                    <a:pt x="151665" y="19857"/>
                  </a:lnTo>
                  <a:lnTo>
                    <a:pt x="151772" y="19145"/>
                  </a:lnTo>
                  <a:lnTo>
                    <a:pt x="151879" y="18398"/>
                  </a:lnTo>
                  <a:lnTo>
                    <a:pt x="151986" y="17651"/>
                  </a:lnTo>
                  <a:lnTo>
                    <a:pt x="152021" y="16868"/>
                  </a:lnTo>
                  <a:lnTo>
                    <a:pt x="152057" y="16049"/>
                  </a:lnTo>
                  <a:lnTo>
                    <a:pt x="152057" y="15267"/>
                  </a:lnTo>
                  <a:lnTo>
                    <a:pt x="152057" y="14448"/>
                  </a:lnTo>
                  <a:lnTo>
                    <a:pt x="151986" y="13630"/>
                  </a:lnTo>
                  <a:lnTo>
                    <a:pt x="151843" y="12811"/>
                  </a:lnTo>
                  <a:lnTo>
                    <a:pt x="151701" y="11957"/>
                  </a:lnTo>
                  <a:lnTo>
                    <a:pt x="151487" y="11174"/>
                  </a:lnTo>
                  <a:lnTo>
                    <a:pt x="151238" y="10356"/>
                  </a:lnTo>
                  <a:lnTo>
                    <a:pt x="150918" y="9537"/>
                  </a:lnTo>
                  <a:lnTo>
                    <a:pt x="150562" y="8790"/>
                  </a:lnTo>
                  <a:lnTo>
                    <a:pt x="150135" y="8007"/>
                  </a:lnTo>
                  <a:lnTo>
                    <a:pt x="149637" y="7260"/>
                  </a:lnTo>
                  <a:lnTo>
                    <a:pt x="149068" y="6548"/>
                  </a:lnTo>
                  <a:lnTo>
                    <a:pt x="148427" y="5872"/>
                  </a:lnTo>
                  <a:lnTo>
                    <a:pt x="148249" y="5694"/>
                  </a:lnTo>
                  <a:lnTo>
                    <a:pt x="148000" y="5516"/>
                  </a:lnTo>
                  <a:lnTo>
                    <a:pt x="147751" y="5374"/>
                  </a:lnTo>
                  <a:lnTo>
                    <a:pt x="147431" y="5196"/>
                  </a:lnTo>
                  <a:lnTo>
                    <a:pt x="146683" y="4911"/>
                  </a:lnTo>
                  <a:lnTo>
                    <a:pt x="145758" y="4591"/>
                  </a:lnTo>
                  <a:lnTo>
                    <a:pt x="144726" y="4306"/>
                  </a:lnTo>
                  <a:lnTo>
                    <a:pt x="143516" y="4022"/>
                  </a:lnTo>
                  <a:lnTo>
                    <a:pt x="142200" y="3773"/>
                  </a:lnTo>
                  <a:lnTo>
                    <a:pt x="140741" y="3488"/>
                  </a:lnTo>
                  <a:lnTo>
                    <a:pt x="139139" y="3239"/>
                  </a:lnTo>
                  <a:lnTo>
                    <a:pt x="137431" y="3025"/>
                  </a:lnTo>
                  <a:lnTo>
                    <a:pt x="135581" y="2776"/>
                  </a:lnTo>
                  <a:lnTo>
                    <a:pt x="133624" y="2563"/>
                  </a:lnTo>
                  <a:lnTo>
                    <a:pt x="129424" y="2136"/>
                  </a:lnTo>
                  <a:lnTo>
                    <a:pt x="124834" y="1780"/>
                  </a:lnTo>
                  <a:lnTo>
                    <a:pt x="119888" y="1424"/>
                  </a:lnTo>
                  <a:lnTo>
                    <a:pt x="114657" y="1139"/>
                  </a:lnTo>
                  <a:lnTo>
                    <a:pt x="109141" y="890"/>
                  </a:lnTo>
                  <a:lnTo>
                    <a:pt x="103447" y="641"/>
                  </a:lnTo>
                  <a:lnTo>
                    <a:pt x="97576" y="463"/>
                  </a:lnTo>
                  <a:lnTo>
                    <a:pt x="91562" y="285"/>
                  </a:lnTo>
                  <a:lnTo>
                    <a:pt x="85477" y="178"/>
                  </a:lnTo>
                  <a:lnTo>
                    <a:pt x="79320" y="72"/>
                  </a:lnTo>
                  <a:lnTo>
                    <a:pt x="73164" y="36"/>
                  </a:lnTo>
                  <a:lnTo>
                    <a:pt x="67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9">
              <a:extLst>
                <a:ext uri="{FF2B5EF4-FFF2-40B4-BE49-F238E27FC236}">
                  <a16:creationId xmlns:a16="http://schemas.microsoft.com/office/drawing/2014/main" id="{454F5F07-B7BD-2527-C6F3-F840D10AF084}"/>
                </a:ext>
              </a:extLst>
            </p:cNvPr>
            <p:cNvSpPr/>
            <p:nvPr/>
          </p:nvSpPr>
          <p:spPr>
            <a:xfrm>
              <a:off x="3338880" y="3483333"/>
              <a:ext cx="594556" cy="594538"/>
            </a:xfrm>
            <a:custGeom>
              <a:avLst/>
              <a:gdLst/>
              <a:ahLst/>
              <a:cxnLst/>
              <a:rect l="l" t="t" r="r" b="b"/>
              <a:pathLst>
                <a:path w="32348" h="32347" extrusionOk="0">
                  <a:moveTo>
                    <a:pt x="16156" y="0"/>
                  </a:moveTo>
                  <a:lnTo>
                    <a:pt x="15338" y="36"/>
                  </a:lnTo>
                  <a:lnTo>
                    <a:pt x="14519" y="107"/>
                  </a:lnTo>
                  <a:lnTo>
                    <a:pt x="13701" y="214"/>
                  </a:lnTo>
                  <a:lnTo>
                    <a:pt x="12918" y="356"/>
                  </a:lnTo>
                  <a:lnTo>
                    <a:pt x="12135" y="534"/>
                  </a:lnTo>
                  <a:lnTo>
                    <a:pt x="11352" y="747"/>
                  </a:lnTo>
                  <a:lnTo>
                    <a:pt x="10605" y="997"/>
                  </a:lnTo>
                  <a:lnTo>
                    <a:pt x="9893" y="1281"/>
                  </a:lnTo>
                  <a:lnTo>
                    <a:pt x="9146" y="1601"/>
                  </a:lnTo>
                  <a:lnTo>
                    <a:pt x="8470" y="1957"/>
                  </a:lnTo>
                  <a:lnTo>
                    <a:pt x="7794" y="2349"/>
                  </a:lnTo>
                  <a:lnTo>
                    <a:pt x="7118" y="2776"/>
                  </a:lnTo>
                  <a:lnTo>
                    <a:pt x="6513" y="3238"/>
                  </a:lnTo>
                  <a:lnTo>
                    <a:pt x="5872" y="3701"/>
                  </a:lnTo>
                  <a:lnTo>
                    <a:pt x="5303" y="4235"/>
                  </a:lnTo>
                  <a:lnTo>
                    <a:pt x="4733" y="4769"/>
                  </a:lnTo>
                  <a:lnTo>
                    <a:pt x="4200" y="5302"/>
                  </a:lnTo>
                  <a:lnTo>
                    <a:pt x="3701" y="5907"/>
                  </a:lnTo>
                  <a:lnTo>
                    <a:pt x="3203" y="6512"/>
                  </a:lnTo>
                  <a:lnTo>
                    <a:pt x="2776" y="7153"/>
                  </a:lnTo>
                  <a:lnTo>
                    <a:pt x="2349" y="7793"/>
                  </a:lnTo>
                  <a:lnTo>
                    <a:pt x="1958" y="8469"/>
                  </a:lnTo>
                  <a:lnTo>
                    <a:pt x="1602" y="9181"/>
                  </a:lnTo>
                  <a:lnTo>
                    <a:pt x="1282" y="9893"/>
                  </a:lnTo>
                  <a:lnTo>
                    <a:pt x="997" y="10640"/>
                  </a:lnTo>
                  <a:lnTo>
                    <a:pt x="712" y="11387"/>
                  </a:lnTo>
                  <a:lnTo>
                    <a:pt x="499" y="12135"/>
                  </a:lnTo>
                  <a:lnTo>
                    <a:pt x="321" y="12918"/>
                  </a:lnTo>
                  <a:lnTo>
                    <a:pt x="179" y="13736"/>
                  </a:lnTo>
                  <a:lnTo>
                    <a:pt x="72" y="14519"/>
                  </a:lnTo>
                  <a:lnTo>
                    <a:pt x="36" y="15373"/>
                  </a:lnTo>
                  <a:lnTo>
                    <a:pt x="1" y="16191"/>
                  </a:lnTo>
                  <a:lnTo>
                    <a:pt x="36" y="17010"/>
                  </a:lnTo>
                  <a:lnTo>
                    <a:pt x="72" y="17828"/>
                  </a:lnTo>
                  <a:lnTo>
                    <a:pt x="179" y="18647"/>
                  </a:lnTo>
                  <a:lnTo>
                    <a:pt x="321" y="19465"/>
                  </a:lnTo>
                  <a:lnTo>
                    <a:pt x="499" y="20248"/>
                  </a:lnTo>
                  <a:lnTo>
                    <a:pt x="712" y="20995"/>
                  </a:lnTo>
                  <a:lnTo>
                    <a:pt x="997" y="21743"/>
                  </a:lnTo>
                  <a:lnTo>
                    <a:pt x="1282" y="22490"/>
                  </a:lnTo>
                  <a:lnTo>
                    <a:pt x="1602" y="23202"/>
                  </a:lnTo>
                  <a:lnTo>
                    <a:pt x="1958" y="23913"/>
                  </a:lnTo>
                  <a:lnTo>
                    <a:pt x="2349" y="24589"/>
                  </a:lnTo>
                  <a:lnTo>
                    <a:pt x="2776" y="25230"/>
                  </a:lnTo>
                  <a:lnTo>
                    <a:pt x="3203" y="25871"/>
                  </a:lnTo>
                  <a:lnTo>
                    <a:pt x="3701" y="26475"/>
                  </a:lnTo>
                  <a:lnTo>
                    <a:pt x="4200" y="27080"/>
                  </a:lnTo>
                  <a:lnTo>
                    <a:pt x="4733" y="27614"/>
                  </a:lnTo>
                  <a:lnTo>
                    <a:pt x="5303" y="28148"/>
                  </a:lnTo>
                  <a:lnTo>
                    <a:pt x="5872" y="28682"/>
                  </a:lnTo>
                  <a:lnTo>
                    <a:pt x="6513" y="29144"/>
                  </a:lnTo>
                  <a:lnTo>
                    <a:pt x="7118" y="29607"/>
                  </a:lnTo>
                  <a:lnTo>
                    <a:pt x="7794" y="30034"/>
                  </a:lnTo>
                  <a:lnTo>
                    <a:pt x="8470" y="30425"/>
                  </a:lnTo>
                  <a:lnTo>
                    <a:pt x="9146" y="30781"/>
                  </a:lnTo>
                  <a:lnTo>
                    <a:pt x="9893" y="31102"/>
                  </a:lnTo>
                  <a:lnTo>
                    <a:pt x="10605" y="31386"/>
                  </a:lnTo>
                  <a:lnTo>
                    <a:pt x="11352" y="31635"/>
                  </a:lnTo>
                  <a:lnTo>
                    <a:pt x="12135" y="31849"/>
                  </a:lnTo>
                  <a:lnTo>
                    <a:pt x="12918" y="32027"/>
                  </a:lnTo>
                  <a:lnTo>
                    <a:pt x="13701" y="32169"/>
                  </a:lnTo>
                  <a:lnTo>
                    <a:pt x="14519" y="32276"/>
                  </a:lnTo>
                  <a:lnTo>
                    <a:pt x="15338" y="32347"/>
                  </a:lnTo>
                  <a:lnTo>
                    <a:pt x="17010" y="32347"/>
                  </a:lnTo>
                  <a:lnTo>
                    <a:pt x="17829" y="32276"/>
                  </a:lnTo>
                  <a:lnTo>
                    <a:pt x="18647" y="32169"/>
                  </a:lnTo>
                  <a:lnTo>
                    <a:pt x="19430" y="32027"/>
                  </a:lnTo>
                  <a:lnTo>
                    <a:pt x="20213" y="31849"/>
                  </a:lnTo>
                  <a:lnTo>
                    <a:pt x="20996" y="31635"/>
                  </a:lnTo>
                  <a:lnTo>
                    <a:pt x="21743" y="31386"/>
                  </a:lnTo>
                  <a:lnTo>
                    <a:pt x="22455" y="31102"/>
                  </a:lnTo>
                  <a:lnTo>
                    <a:pt x="23202" y="30781"/>
                  </a:lnTo>
                  <a:lnTo>
                    <a:pt x="23878" y="30425"/>
                  </a:lnTo>
                  <a:lnTo>
                    <a:pt x="24554" y="30034"/>
                  </a:lnTo>
                  <a:lnTo>
                    <a:pt x="25231" y="29607"/>
                  </a:lnTo>
                  <a:lnTo>
                    <a:pt x="25836" y="29144"/>
                  </a:lnTo>
                  <a:lnTo>
                    <a:pt x="26476" y="28682"/>
                  </a:lnTo>
                  <a:lnTo>
                    <a:pt x="27045" y="28148"/>
                  </a:lnTo>
                  <a:lnTo>
                    <a:pt x="27615" y="27614"/>
                  </a:lnTo>
                  <a:lnTo>
                    <a:pt x="28149" y="27080"/>
                  </a:lnTo>
                  <a:lnTo>
                    <a:pt x="28647" y="26475"/>
                  </a:lnTo>
                  <a:lnTo>
                    <a:pt x="29145" y="25871"/>
                  </a:lnTo>
                  <a:lnTo>
                    <a:pt x="29572" y="25230"/>
                  </a:lnTo>
                  <a:lnTo>
                    <a:pt x="29999" y="24589"/>
                  </a:lnTo>
                  <a:lnTo>
                    <a:pt x="30390" y="23913"/>
                  </a:lnTo>
                  <a:lnTo>
                    <a:pt x="30746" y="23202"/>
                  </a:lnTo>
                  <a:lnTo>
                    <a:pt x="31067" y="22490"/>
                  </a:lnTo>
                  <a:lnTo>
                    <a:pt x="31351" y="21743"/>
                  </a:lnTo>
                  <a:lnTo>
                    <a:pt x="31636" y="20995"/>
                  </a:lnTo>
                  <a:lnTo>
                    <a:pt x="31849" y="20248"/>
                  </a:lnTo>
                  <a:lnTo>
                    <a:pt x="32027" y="19465"/>
                  </a:lnTo>
                  <a:lnTo>
                    <a:pt x="32170" y="18647"/>
                  </a:lnTo>
                  <a:lnTo>
                    <a:pt x="32276" y="17828"/>
                  </a:lnTo>
                  <a:lnTo>
                    <a:pt x="32312" y="17010"/>
                  </a:lnTo>
                  <a:lnTo>
                    <a:pt x="32348" y="16191"/>
                  </a:lnTo>
                  <a:lnTo>
                    <a:pt x="32312" y="15373"/>
                  </a:lnTo>
                  <a:lnTo>
                    <a:pt x="32276" y="14519"/>
                  </a:lnTo>
                  <a:lnTo>
                    <a:pt x="32170" y="13736"/>
                  </a:lnTo>
                  <a:lnTo>
                    <a:pt x="32027" y="12918"/>
                  </a:lnTo>
                  <a:lnTo>
                    <a:pt x="31849" y="12135"/>
                  </a:lnTo>
                  <a:lnTo>
                    <a:pt x="31636" y="11387"/>
                  </a:lnTo>
                  <a:lnTo>
                    <a:pt x="31351" y="10640"/>
                  </a:lnTo>
                  <a:lnTo>
                    <a:pt x="31067" y="9893"/>
                  </a:lnTo>
                  <a:lnTo>
                    <a:pt x="30746" y="9181"/>
                  </a:lnTo>
                  <a:lnTo>
                    <a:pt x="30390" y="8469"/>
                  </a:lnTo>
                  <a:lnTo>
                    <a:pt x="29999" y="7793"/>
                  </a:lnTo>
                  <a:lnTo>
                    <a:pt x="29572" y="7153"/>
                  </a:lnTo>
                  <a:lnTo>
                    <a:pt x="29145" y="6512"/>
                  </a:lnTo>
                  <a:lnTo>
                    <a:pt x="28647" y="5907"/>
                  </a:lnTo>
                  <a:lnTo>
                    <a:pt x="28149" y="5302"/>
                  </a:lnTo>
                  <a:lnTo>
                    <a:pt x="27615" y="4769"/>
                  </a:lnTo>
                  <a:lnTo>
                    <a:pt x="27045" y="4235"/>
                  </a:lnTo>
                  <a:lnTo>
                    <a:pt x="26476" y="3701"/>
                  </a:lnTo>
                  <a:lnTo>
                    <a:pt x="25836" y="3238"/>
                  </a:lnTo>
                  <a:lnTo>
                    <a:pt x="25231" y="2776"/>
                  </a:lnTo>
                  <a:lnTo>
                    <a:pt x="24554" y="2349"/>
                  </a:lnTo>
                  <a:lnTo>
                    <a:pt x="23878" y="1957"/>
                  </a:lnTo>
                  <a:lnTo>
                    <a:pt x="23202" y="1601"/>
                  </a:lnTo>
                  <a:lnTo>
                    <a:pt x="22455" y="1281"/>
                  </a:lnTo>
                  <a:lnTo>
                    <a:pt x="21743" y="997"/>
                  </a:lnTo>
                  <a:lnTo>
                    <a:pt x="20996" y="747"/>
                  </a:lnTo>
                  <a:lnTo>
                    <a:pt x="20213" y="534"/>
                  </a:lnTo>
                  <a:lnTo>
                    <a:pt x="19430" y="356"/>
                  </a:lnTo>
                  <a:lnTo>
                    <a:pt x="18647" y="214"/>
                  </a:lnTo>
                  <a:lnTo>
                    <a:pt x="17829" y="107"/>
                  </a:lnTo>
                  <a:lnTo>
                    <a:pt x="17010" y="36"/>
                  </a:lnTo>
                  <a:lnTo>
                    <a:pt x="161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9">
              <a:extLst>
                <a:ext uri="{FF2B5EF4-FFF2-40B4-BE49-F238E27FC236}">
                  <a16:creationId xmlns:a16="http://schemas.microsoft.com/office/drawing/2014/main" id="{32534B79-080E-DFE1-8363-6B6AA3D1EE13}"/>
                </a:ext>
              </a:extLst>
            </p:cNvPr>
            <p:cNvSpPr/>
            <p:nvPr/>
          </p:nvSpPr>
          <p:spPr>
            <a:xfrm>
              <a:off x="3435026" y="3580122"/>
              <a:ext cx="402265" cy="401603"/>
            </a:xfrm>
            <a:custGeom>
              <a:avLst/>
              <a:gdLst/>
              <a:ahLst/>
              <a:cxnLst/>
              <a:rect l="l" t="t" r="r" b="b"/>
              <a:pathLst>
                <a:path w="21886" h="21850" extrusionOk="0">
                  <a:moveTo>
                    <a:pt x="10392" y="1"/>
                  </a:moveTo>
                  <a:lnTo>
                    <a:pt x="9822" y="36"/>
                  </a:lnTo>
                  <a:lnTo>
                    <a:pt x="9288" y="107"/>
                  </a:lnTo>
                  <a:lnTo>
                    <a:pt x="8755" y="214"/>
                  </a:lnTo>
                  <a:lnTo>
                    <a:pt x="8221" y="321"/>
                  </a:lnTo>
                  <a:lnTo>
                    <a:pt x="7687" y="499"/>
                  </a:lnTo>
                  <a:lnTo>
                    <a:pt x="7189" y="641"/>
                  </a:lnTo>
                  <a:lnTo>
                    <a:pt x="6691" y="855"/>
                  </a:lnTo>
                  <a:lnTo>
                    <a:pt x="6192" y="1068"/>
                  </a:lnTo>
                  <a:lnTo>
                    <a:pt x="5730" y="1317"/>
                  </a:lnTo>
                  <a:lnTo>
                    <a:pt x="5267" y="1566"/>
                  </a:lnTo>
                  <a:lnTo>
                    <a:pt x="4840" y="1851"/>
                  </a:lnTo>
                  <a:lnTo>
                    <a:pt x="4413" y="2171"/>
                  </a:lnTo>
                  <a:lnTo>
                    <a:pt x="3986" y="2492"/>
                  </a:lnTo>
                  <a:lnTo>
                    <a:pt x="3595" y="2848"/>
                  </a:lnTo>
                  <a:lnTo>
                    <a:pt x="3203" y="3203"/>
                  </a:lnTo>
                  <a:lnTo>
                    <a:pt x="2847" y="3559"/>
                  </a:lnTo>
                  <a:lnTo>
                    <a:pt x="2492" y="3986"/>
                  </a:lnTo>
                  <a:lnTo>
                    <a:pt x="2171" y="4378"/>
                  </a:lnTo>
                  <a:lnTo>
                    <a:pt x="1887" y="4805"/>
                  </a:lnTo>
                  <a:lnTo>
                    <a:pt x="1602" y="5267"/>
                  </a:lnTo>
                  <a:lnTo>
                    <a:pt x="1317" y="5730"/>
                  </a:lnTo>
                  <a:lnTo>
                    <a:pt x="1104" y="6193"/>
                  </a:lnTo>
                  <a:lnTo>
                    <a:pt x="855" y="6655"/>
                  </a:lnTo>
                  <a:lnTo>
                    <a:pt x="677" y="7153"/>
                  </a:lnTo>
                  <a:lnTo>
                    <a:pt x="499" y="7687"/>
                  </a:lnTo>
                  <a:lnTo>
                    <a:pt x="356" y="8185"/>
                  </a:lnTo>
                  <a:lnTo>
                    <a:pt x="250" y="8719"/>
                  </a:lnTo>
                  <a:lnTo>
                    <a:pt x="143" y="9253"/>
                  </a:lnTo>
                  <a:lnTo>
                    <a:pt x="72" y="9822"/>
                  </a:lnTo>
                  <a:lnTo>
                    <a:pt x="36" y="10356"/>
                  </a:lnTo>
                  <a:lnTo>
                    <a:pt x="1" y="10925"/>
                  </a:lnTo>
                  <a:lnTo>
                    <a:pt x="36" y="11495"/>
                  </a:lnTo>
                  <a:lnTo>
                    <a:pt x="72" y="12028"/>
                  </a:lnTo>
                  <a:lnTo>
                    <a:pt x="143" y="12598"/>
                  </a:lnTo>
                  <a:lnTo>
                    <a:pt x="250" y="13132"/>
                  </a:lnTo>
                  <a:lnTo>
                    <a:pt x="356" y="13665"/>
                  </a:lnTo>
                  <a:lnTo>
                    <a:pt x="499" y="14164"/>
                  </a:lnTo>
                  <a:lnTo>
                    <a:pt x="677" y="14697"/>
                  </a:lnTo>
                  <a:lnTo>
                    <a:pt x="855" y="15160"/>
                  </a:lnTo>
                  <a:lnTo>
                    <a:pt x="1104" y="15658"/>
                  </a:lnTo>
                  <a:lnTo>
                    <a:pt x="1317" y="16121"/>
                  </a:lnTo>
                  <a:lnTo>
                    <a:pt x="1602" y="16583"/>
                  </a:lnTo>
                  <a:lnTo>
                    <a:pt x="1887" y="17046"/>
                  </a:lnTo>
                  <a:lnTo>
                    <a:pt x="2171" y="17473"/>
                  </a:lnTo>
                  <a:lnTo>
                    <a:pt x="2492" y="17864"/>
                  </a:lnTo>
                  <a:lnTo>
                    <a:pt x="2847" y="18256"/>
                  </a:lnTo>
                  <a:lnTo>
                    <a:pt x="3203" y="18647"/>
                  </a:lnTo>
                  <a:lnTo>
                    <a:pt x="3595" y="19003"/>
                  </a:lnTo>
                  <a:lnTo>
                    <a:pt x="3986" y="19359"/>
                  </a:lnTo>
                  <a:lnTo>
                    <a:pt x="4413" y="19679"/>
                  </a:lnTo>
                  <a:lnTo>
                    <a:pt x="4840" y="20000"/>
                  </a:lnTo>
                  <a:lnTo>
                    <a:pt x="5267" y="20284"/>
                  </a:lnTo>
                  <a:lnTo>
                    <a:pt x="5730" y="20533"/>
                  </a:lnTo>
                  <a:lnTo>
                    <a:pt x="6192" y="20782"/>
                  </a:lnTo>
                  <a:lnTo>
                    <a:pt x="6691" y="20996"/>
                  </a:lnTo>
                  <a:lnTo>
                    <a:pt x="7189" y="21174"/>
                  </a:lnTo>
                  <a:lnTo>
                    <a:pt x="7687" y="21352"/>
                  </a:lnTo>
                  <a:lnTo>
                    <a:pt x="8221" y="21494"/>
                  </a:lnTo>
                  <a:lnTo>
                    <a:pt x="8755" y="21636"/>
                  </a:lnTo>
                  <a:lnTo>
                    <a:pt x="9288" y="21743"/>
                  </a:lnTo>
                  <a:lnTo>
                    <a:pt x="9822" y="21779"/>
                  </a:lnTo>
                  <a:lnTo>
                    <a:pt x="10392" y="21850"/>
                  </a:lnTo>
                  <a:lnTo>
                    <a:pt x="11495" y="21850"/>
                  </a:lnTo>
                  <a:lnTo>
                    <a:pt x="12064" y="21779"/>
                  </a:lnTo>
                  <a:lnTo>
                    <a:pt x="12598" y="21743"/>
                  </a:lnTo>
                  <a:lnTo>
                    <a:pt x="13132" y="21636"/>
                  </a:lnTo>
                  <a:lnTo>
                    <a:pt x="13665" y="21494"/>
                  </a:lnTo>
                  <a:lnTo>
                    <a:pt x="14199" y="21352"/>
                  </a:lnTo>
                  <a:lnTo>
                    <a:pt x="14697" y="21174"/>
                  </a:lnTo>
                  <a:lnTo>
                    <a:pt x="15196" y="20996"/>
                  </a:lnTo>
                  <a:lnTo>
                    <a:pt x="15694" y="20782"/>
                  </a:lnTo>
                  <a:lnTo>
                    <a:pt x="16156" y="20533"/>
                  </a:lnTo>
                  <a:lnTo>
                    <a:pt x="16619" y="20284"/>
                  </a:lnTo>
                  <a:lnTo>
                    <a:pt x="17046" y="20000"/>
                  </a:lnTo>
                  <a:lnTo>
                    <a:pt x="17473" y="19679"/>
                  </a:lnTo>
                  <a:lnTo>
                    <a:pt x="17900" y="19359"/>
                  </a:lnTo>
                  <a:lnTo>
                    <a:pt x="18291" y="19003"/>
                  </a:lnTo>
                  <a:lnTo>
                    <a:pt x="18683" y="18647"/>
                  </a:lnTo>
                  <a:lnTo>
                    <a:pt x="19039" y="18256"/>
                  </a:lnTo>
                  <a:lnTo>
                    <a:pt x="19359" y="17864"/>
                  </a:lnTo>
                  <a:lnTo>
                    <a:pt x="19715" y="17473"/>
                  </a:lnTo>
                  <a:lnTo>
                    <a:pt x="20000" y="17046"/>
                  </a:lnTo>
                  <a:lnTo>
                    <a:pt x="20284" y="16583"/>
                  </a:lnTo>
                  <a:lnTo>
                    <a:pt x="20569" y="16121"/>
                  </a:lnTo>
                  <a:lnTo>
                    <a:pt x="20782" y="15658"/>
                  </a:lnTo>
                  <a:lnTo>
                    <a:pt x="20996" y="15160"/>
                  </a:lnTo>
                  <a:lnTo>
                    <a:pt x="21209" y="14697"/>
                  </a:lnTo>
                  <a:lnTo>
                    <a:pt x="21387" y="14164"/>
                  </a:lnTo>
                  <a:lnTo>
                    <a:pt x="21530" y="13665"/>
                  </a:lnTo>
                  <a:lnTo>
                    <a:pt x="21637" y="13132"/>
                  </a:lnTo>
                  <a:lnTo>
                    <a:pt x="21743" y="12598"/>
                  </a:lnTo>
                  <a:lnTo>
                    <a:pt x="21814" y="12028"/>
                  </a:lnTo>
                  <a:lnTo>
                    <a:pt x="21850" y="11495"/>
                  </a:lnTo>
                  <a:lnTo>
                    <a:pt x="21886" y="10925"/>
                  </a:lnTo>
                  <a:lnTo>
                    <a:pt x="21850" y="10356"/>
                  </a:lnTo>
                  <a:lnTo>
                    <a:pt x="21814" y="9822"/>
                  </a:lnTo>
                  <a:lnTo>
                    <a:pt x="21743" y="9253"/>
                  </a:lnTo>
                  <a:lnTo>
                    <a:pt x="21637" y="8719"/>
                  </a:lnTo>
                  <a:lnTo>
                    <a:pt x="21530" y="8185"/>
                  </a:lnTo>
                  <a:lnTo>
                    <a:pt x="21387" y="7687"/>
                  </a:lnTo>
                  <a:lnTo>
                    <a:pt x="21209" y="7153"/>
                  </a:lnTo>
                  <a:lnTo>
                    <a:pt x="20996" y="6655"/>
                  </a:lnTo>
                  <a:lnTo>
                    <a:pt x="20782" y="6193"/>
                  </a:lnTo>
                  <a:lnTo>
                    <a:pt x="20569" y="5730"/>
                  </a:lnTo>
                  <a:lnTo>
                    <a:pt x="20284" y="5267"/>
                  </a:lnTo>
                  <a:lnTo>
                    <a:pt x="20000" y="4805"/>
                  </a:lnTo>
                  <a:lnTo>
                    <a:pt x="19715" y="4378"/>
                  </a:lnTo>
                  <a:lnTo>
                    <a:pt x="19359" y="3986"/>
                  </a:lnTo>
                  <a:lnTo>
                    <a:pt x="19039" y="3559"/>
                  </a:lnTo>
                  <a:lnTo>
                    <a:pt x="18683" y="3203"/>
                  </a:lnTo>
                  <a:lnTo>
                    <a:pt x="18291" y="2848"/>
                  </a:lnTo>
                  <a:lnTo>
                    <a:pt x="17900" y="2492"/>
                  </a:lnTo>
                  <a:lnTo>
                    <a:pt x="17473" y="2171"/>
                  </a:lnTo>
                  <a:lnTo>
                    <a:pt x="17046" y="1851"/>
                  </a:lnTo>
                  <a:lnTo>
                    <a:pt x="16619" y="1566"/>
                  </a:lnTo>
                  <a:lnTo>
                    <a:pt x="16156" y="1317"/>
                  </a:lnTo>
                  <a:lnTo>
                    <a:pt x="15694" y="1068"/>
                  </a:lnTo>
                  <a:lnTo>
                    <a:pt x="15196" y="855"/>
                  </a:lnTo>
                  <a:lnTo>
                    <a:pt x="14697" y="641"/>
                  </a:lnTo>
                  <a:lnTo>
                    <a:pt x="14199" y="499"/>
                  </a:lnTo>
                  <a:lnTo>
                    <a:pt x="13665" y="321"/>
                  </a:lnTo>
                  <a:lnTo>
                    <a:pt x="13132" y="214"/>
                  </a:lnTo>
                  <a:lnTo>
                    <a:pt x="12598" y="107"/>
                  </a:lnTo>
                  <a:lnTo>
                    <a:pt x="12064" y="36"/>
                  </a:lnTo>
                  <a:lnTo>
                    <a:pt x="114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9">
              <a:extLst>
                <a:ext uri="{FF2B5EF4-FFF2-40B4-BE49-F238E27FC236}">
                  <a16:creationId xmlns:a16="http://schemas.microsoft.com/office/drawing/2014/main" id="{D5892A5B-FEB3-E52C-6B1B-DB9532BA9CBC}"/>
                </a:ext>
              </a:extLst>
            </p:cNvPr>
            <p:cNvSpPr/>
            <p:nvPr/>
          </p:nvSpPr>
          <p:spPr>
            <a:xfrm>
              <a:off x="3583499" y="3611515"/>
              <a:ext cx="105317" cy="147849"/>
            </a:xfrm>
            <a:custGeom>
              <a:avLst/>
              <a:gdLst/>
              <a:ahLst/>
              <a:cxnLst/>
              <a:rect l="l" t="t" r="r" b="b"/>
              <a:pathLst>
                <a:path w="5730" h="8044" extrusionOk="0">
                  <a:moveTo>
                    <a:pt x="2136" y="1"/>
                  </a:moveTo>
                  <a:lnTo>
                    <a:pt x="1388" y="72"/>
                  </a:lnTo>
                  <a:lnTo>
                    <a:pt x="677" y="214"/>
                  </a:lnTo>
                  <a:lnTo>
                    <a:pt x="0" y="357"/>
                  </a:lnTo>
                  <a:lnTo>
                    <a:pt x="2847" y="8043"/>
                  </a:lnTo>
                  <a:lnTo>
                    <a:pt x="5730" y="357"/>
                  </a:lnTo>
                  <a:lnTo>
                    <a:pt x="5054" y="214"/>
                  </a:lnTo>
                  <a:lnTo>
                    <a:pt x="4342" y="72"/>
                  </a:lnTo>
                  <a:lnTo>
                    <a:pt x="35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9">
              <a:extLst>
                <a:ext uri="{FF2B5EF4-FFF2-40B4-BE49-F238E27FC236}">
                  <a16:creationId xmlns:a16="http://schemas.microsoft.com/office/drawing/2014/main" id="{FB4E8983-9448-B85E-8053-F5CDE0BB5837}"/>
                </a:ext>
              </a:extLst>
            </p:cNvPr>
            <p:cNvSpPr/>
            <p:nvPr/>
          </p:nvSpPr>
          <p:spPr>
            <a:xfrm>
              <a:off x="3651524" y="3628535"/>
              <a:ext cx="136710" cy="137354"/>
            </a:xfrm>
            <a:custGeom>
              <a:avLst/>
              <a:gdLst/>
              <a:ahLst/>
              <a:cxnLst/>
              <a:rect l="l" t="t" r="r" b="b"/>
              <a:pathLst>
                <a:path w="7438" h="7473" extrusionOk="0">
                  <a:moveTo>
                    <a:pt x="3381" y="0"/>
                  </a:moveTo>
                  <a:lnTo>
                    <a:pt x="0" y="7473"/>
                  </a:lnTo>
                  <a:lnTo>
                    <a:pt x="7438" y="4057"/>
                  </a:lnTo>
                  <a:lnTo>
                    <a:pt x="7082" y="3452"/>
                  </a:lnTo>
                  <a:lnTo>
                    <a:pt x="6655" y="2882"/>
                  </a:lnTo>
                  <a:lnTo>
                    <a:pt x="6192" y="2313"/>
                  </a:lnTo>
                  <a:lnTo>
                    <a:pt x="5694" y="1779"/>
                  </a:lnTo>
                  <a:lnTo>
                    <a:pt x="5160" y="1245"/>
                  </a:lnTo>
                  <a:lnTo>
                    <a:pt x="4591" y="783"/>
                  </a:lnTo>
                  <a:lnTo>
                    <a:pt x="3986" y="391"/>
                  </a:lnTo>
                  <a:lnTo>
                    <a:pt x="33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9">
              <a:extLst>
                <a:ext uri="{FF2B5EF4-FFF2-40B4-BE49-F238E27FC236}">
                  <a16:creationId xmlns:a16="http://schemas.microsoft.com/office/drawing/2014/main" id="{78CDFD40-B0D7-BA80-23F0-383E4D671E7D}"/>
                </a:ext>
              </a:extLst>
            </p:cNvPr>
            <p:cNvSpPr/>
            <p:nvPr/>
          </p:nvSpPr>
          <p:spPr>
            <a:xfrm>
              <a:off x="3658067" y="3727934"/>
              <a:ext cx="147830" cy="105336"/>
            </a:xfrm>
            <a:custGeom>
              <a:avLst/>
              <a:gdLst/>
              <a:ahLst/>
              <a:cxnLst/>
              <a:rect l="l" t="t" r="r" b="b"/>
              <a:pathLst>
                <a:path w="8043" h="5731" extrusionOk="0">
                  <a:moveTo>
                    <a:pt x="7651" y="1"/>
                  </a:moveTo>
                  <a:lnTo>
                    <a:pt x="0" y="2883"/>
                  </a:lnTo>
                  <a:lnTo>
                    <a:pt x="7651" y="5730"/>
                  </a:lnTo>
                  <a:lnTo>
                    <a:pt x="7829" y="5054"/>
                  </a:lnTo>
                  <a:lnTo>
                    <a:pt x="7936" y="4342"/>
                  </a:lnTo>
                  <a:lnTo>
                    <a:pt x="8007" y="3631"/>
                  </a:lnTo>
                  <a:lnTo>
                    <a:pt x="8043" y="2883"/>
                  </a:lnTo>
                  <a:lnTo>
                    <a:pt x="8007" y="2136"/>
                  </a:lnTo>
                  <a:lnTo>
                    <a:pt x="7936" y="1424"/>
                  </a:lnTo>
                  <a:lnTo>
                    <a:pt x="7829" y="713"/>
                  </a:lnTo>
                  <a:lnTo>
                    <a:pt x="76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9">
              <a:extLst>
                <a:ext uri="{FF2B5EF4-FFF2-40B4-BE49-F238E27FC236}">
                  <a16:creationId xmlns:a16="http://schemas.microsoft.com/office/drawing/2014/main" id="{51F8BF13-9710-5893-8B2A-D56CD7B68B79}"/>
                </a:ext>
              </a:extLst>
            </p:cNvPr>
            <p:cNvSpPr/>
            <p:nvPr/>
          </p:nvSpPr>
          <p:spPr>
            <a:xfrm>
              <a:off x="3651524" y="3795958"/>
              <a:ext cx="136710" cy="137372"/>
            </a:xfrm>
            <a:custGeom>
              <a:avLst/>
              <a:gdLst/>
              <a:ahLst/>
              <a:cxnLst/>
              <a:rect l="l" t="t" r="r" b="b"/>
              <a:pathLst>
                <a:path w="7438" h="7474" extrusionOk="0">
                  <a:moveTo>
                    <a:pt x="0" y="1"/>
                  </a:moveTo>
                  <a:lnTo>
                    <a:pt x="3381" y="7474"/>
                  </a:lnTo>
                  <a:lnTo>
                    <a:pt x="3986" y="7082"/>
                  </a:lnTo>
                  <a:lnTo>
                    <a:pt x="4591" y="6655"/>
                  </a:lnTo>
                  <a:lnTo>
                    <a:pt x="5160" y="6228"/>
                  </a:lnTo>
                  <a:lnTo>
                    <a:pt x="5694" y="5694"/>
                  </a:lnTo>
                  <a:lnTo>
                    <a:pt x="6192" y="5161"/>
                  </a:lnTo>
                  <a:lnTo>
                    <a:pt x="6655" y="4591"/>
                  </a:lnTo>
                  <a:lnTo>
                    <a:pt x="7082" y="4022"/>
                  </a:lnTo>
                  <a:lnTo>
                    <a:pt x="7438" y="3417"/>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9">
              <a:extLst>
                <a:ext uri="{FF2B5EF4-FFF2-40B4-BE49-F238E27FC236}">
                  <a16:creationId xmlns:a16="http://schemas.microsoft.com/office/drawing/2014/main" id="{DB253838-F86B-D19A-1004-AFE9C2879BEB}"/>
                </a:ext>
              </a:extLst>
            </p:cNvPr>
            <p:cNvSpPr/>
            <p:nvPr/>
          </p:nvSpPr>
          <p:spPr>
            <a:xfrm>
              <a:off x="3583499" y="3802502"/>
              <a:ext cx="105317" cy="147830"/>
            </a:xfrm>
            <a:custGeom>
              <a:avLst/>
              <a:gdLst/>
              <a:ahLst/>
              <a:cxnLst/>
              <a:rect l="l" t="t" r="r" b="b"/>
              <a:pathLst>
                <a:path w="5730" h="8043" extrusionOk="0">
                  <a:moveTo>
                    <a:pt x="2847" y="1"/>
                  </a:moveTo>
                  <a:lnTo>
                    <a:pt x="0" y="7687"/>
                  </a:lnTo>
                  <a:lnTo>
                    <a:pt x="677" y="7829"/>
                  </a:lnTo>
                  <a:lnTo>
                    <a:pt x="1388" y="7936"/>
                  </a:lnTo>
                  <a:lnTo>
                    <a:pt x="2136" y="8043"/>
                  </a:lnTo>
                  <a:lnTo>
                    <a:pt x="3595" y="8043"/>
                  </a:lnTo>
                  <a:lnTo>
                    <a:pt x="4342" y="7936"/>
                  </a:lnTo>
                  <a:lnTo>
                    <a:pt x="5054" y="7829"/>
                  </a:lnTo>
                  <a:lnTo>
                    <a:pt x="5730" y="7687"/>
                  </a:lnTo>
                  <a:lnTo>
                    <a:pt x="28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9">
              <a:extLst>
                <a:ext uri="{FF2B5EF4-FFF2-40B4-BE49-F238E27FC236}">
                  <a16:creationId xmlns:a16="http://schemas.microsoft.com/office/drawing/2014/main" id="{9BCD7E16-9BE8-035E-D0CC-4D1E7D4F65ED}"/>
                </a:ext>
              </a:extLst>
            </p:cNvPr>
            <p:cNvSpPr/>
            <p:nvPr/>
          </p:nvSpPr>
          <p:spPr>
            <a:xfrm>
              <a:off x="3484082" y="3795958"/>
              <a:ext cx="136710" cy="137372"/>
            </a:xfrm>
            <a:custGeom>
              <a:avLst/>
              <a:gdLst/>
              <a:ahLst/>
              <a:cxnLst/>
              <a:rect l="l" t="t" r="r" b="b"/>
              <a:pathLst>
                <a:path w="7438" h="7474" extrusionOk="0">
                  <a:moveTo>
                    <a:pt x="7438" y="1"/>
                  </a:moveTo>
                  <a:lnTo>
                    <a:pt x="1" y="3417"/>
                  </a:lnTo>
                  <a:lnTo>
                    <a:pt x="356" y="4022"/>
                  </a:lnTo>
                  <a:lnTo>
                    <a:pt x="783" y="4591"/>
                  </a:lnTo>
                  <a:lnTo>
                    <a:pt x="1246" y="5161"/>
                  </a:lnTo>
                  <a:lnTo>
                    <a:pt x="1744" y="5694"/>
                  </a:lnTo>
                  <a:lnTo>
                    <a:pt x="2278" y="6228"/>
                  </a:lnTo>
                  <a:lnTo>
                    <a:pt x="2847" y="6655"/>
                  </a:lnTo>
                  <a:lnTo>
                    <a:pt x="3452" y="7082"/>
                  </a:lnTo>
                  <a:lnTo>
                    <a:pt x="4057" y="7474"/>
                  </a:lnTo>
                  <a:lnTo>
                    <a:pt x="7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9">
              <a:extLst>
                <a:ext uri="{FF2B5EF4-FFF2-40B4-BE49-F238E27FC236}">
                  <a16:creationId xmlns:a16="http://schemas.microsoft.com/office/drawing/2014/main" id="{4ED54991-314B-ED54-E129-C8BD9BF1D273}"/>
                </a:ext>
              </a:extLst>
            </p:cNvPr>
            <p:cNvSpPr/>
            <p:nvPr/>
          </p:nvSpPr>
          <p:spPr>
            <a:xfrm>
              <a:off x="3466419" y="3727934"/>
              <a:ext cx="147849" cy="105336"/>
            </a:xfrm>
            <a:custGeom>
              <a:avLst/>
              <a:gdLst/>
              <a:ahLst/>
              <a:cxnLst/>
              <a:rect l="l" t="t" r="r" b="b"/>
              <a:pathLst>
                <a:path w="8044" h="5731" extrusionOk="0">
                  <a:moveTo>
                    <a:pt x="392" y="1"/>
                  </a:moveTo>
                  <a:lnTo>
                    <a:pt x="214" y="713"/>
                  </a:lnTo>
                  <a:lnTo>
                    <a:pt x="107" y="1424"/>
                  </a:lnTo>
                  <a:lnTo>
                    <a:pt x="36" y="2136"/>
                  </a:lnTo>
                  <a:lnTo>
                    <a:pt x="1" y="2883"/>
                  </a:lnTo>
                  <a:lnTo>
                    <a:pt x="36" y="3631"/>
                  </a:lnTo>
                  <a:lnTo>
                    <a:pt x="107" y="4342"/>
                  </a:lnTo>
                  <a:lnTo>
                    <a:pt x="214" y="5054"/>
                  </a:lnTo>
                  <a:lnTo>
                    <a:pt x="392" y="5730"/>
                  </a:lnTo>
                  <a:lnTo>
                    <a:pt x="8043" y="2883"/>
                  </a:lnTo>
                  <a:lnTo>
                    <a:pt x="3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9">
              <a:extLst>
                <a:ext uri="{FF2B5EF4-FFF2-40B4-BE49-F238E27FC236}">
                  <a16:creationId xmlns:a16="http://schemas.microsoft.com/office/drawing/2014/main" id="{DE3FDE08-054B-7AC8-78D1-86AFE9E84EFE}"/>
                </a:ext>
              </a:extLst>
            </p:cNvPr>
            <p:cNvSpPr/>
            <p:nvPr/>
          </p:nvSpPr>
          <p:spPr>
            <a:xfrm>
              <a:off x="3484082" y="3628535"/>
              <a:ext cx="136710" cy="137354"/>
            </a:xfrm>
            <a:custGeom>
              <a:avLst/>
              <a:gdLst/>
              <a:ahLst/>
              <a:cxnLst/>
              <a:rect l="l" t="t" r="r" b="b"/>
              <a:pathLst>
                <a:path w="7438" h="7473" extrusionOk="0">
                  <a:moveTo>
                    <a:pt x="4057" y="0"/>
                  </a:moveTo>
                  <a:lnTo>
                    <a:pt x="3452" y="391"/>
                  </a:lnTo>
                  <a:lnTo>
                    <a:pt x="2847" y="783"/>
                  </a:lnTo>
                  <a:lnTo>
                    <a:pt x="2278" y="1245"/>
                  </a:lnTo>
                  <a:lnTo>
                    <a:pt x="1744" y="1779"/>
                  </a:lnTo>
                  <a:lnTo>
                    <a:pt x="1246" y="2313"/>
                  </a:lnTo>
                  <a:lnTo>
                    <a:pt x="783" y="2882"/>
                  </a:lnTo>
                  <a:lnTo>
                    <a:pt x="356" y="3452"/>
                  </a:lnTo>
                  <a:lnTo>
                    <a:pt x="1" y="4057"/>
                  </a:lnTo>
                  <a:lnTo>
                    <a:pt x="7438" y="7473"/>
                  </a:lnTo>
                  <a:lnTo>
                    <a:pt x="40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9">
              <a:extLst>
                <a:ext uri="{FF2B5EF4-FFF2-40B4-BE49-F238E27FC236}">
                  <a16:creationId xmlns:a16="http://schemas.microsoft.com/office/drawing/2014/main" id="{8C318AED-69F1-7EE6-30AF-4853D9451EA0}"/>
                </a:ext>
              </a:extLst>
            </p:cNvPr>
            <p:cNvSpPr/>
            <p:nvPr/>
          </p:nvSpPr>
          <p:spPr>
            <a:xfrm>
              <a:off x="3574989" y="3719442"/>
              <a:ext cx="122337" cy="122319"/>
            </a:xfrm>
            <a:custGeom>
              <a:avLst/>
              <a:gdLst/>
              <a:ahLst/>
              <a:cxnLst/>
              <a:rect l="l" t="t" r="r" b="b"/>
              <a:pathLst>
                <a:path w="6656" h="6655" extrusionOk="0">
                  <a:moveTo>
                    <a:pt x="3310" y="0"/>
                  </a:moveTo>
                  <a:lnTo>
                    <a:pt x="2990" y="36"/>
                  </a:lnTo>
                  <a:lnTo>
                    <a:pt x="2670" y="72"/>
                  </a:lnTo>
                  <a:lnTo>
                    <a:pt x="2350" y="178"/>
                  </a:lnTo>
                  <a:lnTo>
                    <a:pt x="2029" y="285"/>
                  </a:lnTo>
                  <a:lnTo>
                    <a:pt x="1745" y="427"/>
                  </a:lnTo>
                  <a:lnTo>
                    <a:pt x="1460" y="570"/>
                  </a:lnTo>
                  <a:lnTo>
                    <a:pt x="1211" y="783"/>
                  </a:lnTo>
                  <a:lnTo>
                    <a:pt x="962" y="997"/>
                  </a:lnTo>
                  <a:lnTo>
                    <a:pt x="748" y="1210"/>
                  </a:lnTo>
                  <a:lnTo>
                    <a:pt x="570" y="1495"/>
                  </a:lnTo>
                  <a:lnTo>
                    <a:pt x="392" y="1744"/>
                  </a:lnTo>
                  <a:lnTo>
                    <a:pt x="250" y="2064"/>
                  </a:lnTo>
                  <a:lnTo>
                    <a:pt x="143" y="2349"/>
                  </a:lnTo>
                  <a:lnTo>
                    <a:pt x="72" y="2669"/>
                  </a:lnTo>
                  <a:lnTo>
                    <a:pt x="1" y="2990"/>
                  </a:lnTo>
                  <a:lnTo>
                    <a:pt x="1" y="3345"/>
                  </a:lnTo>
                  <a:lnTo>
                    <a:pt x="1" y="3666"/>
                  </a:lnTo>
                  <a:lnTo>
                    <a:pt x="72" y="4021"/>
                  </a:lnTo>
                  <a:lnTo>
                    <a:pt x="143" y="4342"/>
                  </a:lnTo>
                  <a:lnTo>
                    <a:pt x="250" y="4626"/>
                  </a:lnTo>
                  <a:lnTo>
                    <a:pt x="392" y="4947"/>
                  </a:lnTo>
                  <a:lnTo>
                    <a:pt x="570" y="5196"/>
                  </a:lnTo>
                  <a:lnTo>
                    <a:pt x="748" y="5445"/>
                  </a:lnTo>
                  <a:lnTo>
                    <a:pt x="962" y="5694"/>
                  </a:lnTo>
                  <a:lnTo>
                    <a:pt x="1211" y="5907"/>
                  </a:lnTo>
                  <a:lnTo>
                    <a:pt x="1460" y="6121"/>
                  </a:lnTo>
                  <a:lnTo>
                    <a:pt x="1745" y="6263"/>
                  </a:lnTo>
                  <a:lnTo>
                    <a:pt x="2029" y="6406"/>
                  </a:lnTo>
                  <a:lnTo>
                    <a:pt x="2350" y="6512"/>
                  </a:lnTo>
                  <a:lnTo>
                    <a:pt x="2670" y="6619"/>
                  </a:lnTo>
                  <a:lnTo>
                    <a:pt x="2990" y="6655"/>
                  </a:lnTo>
                  <a:lnTo>
                    <a:pt x="3666" y="6655"/>
                  </a:lnTo>
                  <a:lnTo>
                    <a:pt x="3986" y="6619"/>
                  </a:lnTo>
                  <a:lnTo>
                    <a:pt x="4307" y="6512"/>
                  </a:lnTo>
                  <a:lnTo>
                    <a:pt x="4627" y="6406"/>
                  </a:lnTo>
                  <a:lnTo>
                    <a:pt x="4912" y="6263"/>
                  </a:lnTo>
                  <a:lnTo>
                    <a:pt x="5196" y="6121"/>
                  </a:lnTo>
                  <a:lnTo>
                    <a:pt x="5445" y="5907"/>
                  </a:lnTo>
                  <a:lnTo>
                    <a:pt x="5695" y="5694"/>
                  </a:lnTo>
                  <a:lnTo>
                    <a:pt x="5908" y="5445"/>
                  </a:lnTo>
                  <a:lnTo>
                    <a:pt x="6086" y="5196"/>
                  </a:lnTo>
                  <a:lnTo>
                    <a:pt x="6264" y="4947"/>
                  </a:lnTo>
                  <a:lnTo>
                    <a:pt x="6406" y="4626"/>
                  </a:lnTo>
                  <a:lnTo>
                    <a:pt x="6513" y="4342"/>
                  </a:lnTo>
                  <a:lnTo>
                    <a:pt x="6584" y="4021"/>
                  </a:lnTo>
                  <a:lnTo>
                    <a:pt x="6655" y="3666"/>
                  </a:lnTo>
                  <a:lnTo>
                    <a:pt x="6655" y="3345"/>
                  </a:lnTo>
                  <a:lnTo>
                    <a:pt x="6655" y="2990"/>
                  </a:lnTo>
                  <a:lnTo>
                    <a:pt x="6584" y="2669"/>
                  </a:lnTo>
                  <a:lnTo>
                    <a:pt x="6513" y="2349"/>
                  </a:lnTo>
                  <a:lnTo>
                    <a:pt x="6406" y="2064"/>
                  </a:lnTo>
                  <a:lnTo>
                    <a:pt x="6264" y="1744"/>
                  </a:lnTo>
                  <a:lnTo>
                    <a:pt x="6086" y="1495"/>
                  </a:lnTo>
                  <a:lnTo>
                    <a:pt x="5908" y="1210"/>
                  </a:lnTo>
                  <a:lnTo>
                    <a:pt x="5695" y="997"/>
                  </a:lnTo>
                  <a:lnTo>
                    <a:pt x="5445" y="783"/>
                  </a:lnTo>
                  <a:lnTo>
                    <a:pt x="5196" y="570"/>
                  </a:lnTo>
                  <a:lnTo>
                    <a:pt x="4912" y="427"/>
                  </a:lnTo>
                  <a:lnTo>
                    <a:pt x="4627" y="285"/>
                  </a:lnTo>
                  <a:lnTo>
                    <a:pt x="4307" y="178"/>
                  </a:lnTo>
                  <a:lnTo>
                    <a:pt x="3986" y="72"/>
                  </a:lnTo>
                  <a:lnTo>
                    <a:pt x="3666" y="36"/>
                  </a:lnTo>
                  <a:lnTo>
                    <a:pt x="3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9">
              <a:extLst>
                <a:ext uri="{FF2B5EF4-FFF2-40B4-BE49-F238E27FC236}">
                  <a16:creationId xmlns:a16="http://schemas.microsoft.com/office/drawing/2014/main" id="{92465241-82CB-7283-0C91-C1CE776B4AE8}"/>
                </a:ext>
              </a:extLst>
            </p:cNvPr>
            <p:cNvSpPr/>
            <p:nvPr/>
          </p:nvSpPr>
          <p:spPr>
            <a:xfrm>
              <a:off x="2786212" y="2689960"/>
              <a:ext cx="3724211" cy="1144615"/>
            </a:xfrm>
            <a:custGeom>
              <a:avLst/>
              <a:gdLst/>
              <a:ahLst/>
              <a:cxnLst/>
              <a:rect l="l" t="t" r="r" b="b"/>
              <a:pathLst>
                <a:path w="202623" h="62275" extrusionOk="0">
                  <a:moveTo>
                    <a:pt x="118606" y="0"/>
                  </a:moveTo>
                  <a:lnTo>
                    <a:pt x="116435" y="36"/>
                  </a:lnTo>
                  <a:lnTo>
                    <a:pt x="114193" y="72"/>
                  </a:lnTo>
                  <a:lnTo>
                    <a:pt x="111951" y="107"/>
                  </a:lnTo>
                  <a:lnTo>
                    <a:pt x="109710" y="178"/>
                  </a:lnTo>
                  <a:lnTo>
                    <a:pt x="107468" y="285"/>
                  </a:lnTo>
                  <a:lnTo>
                    <a:pt x="105261" y="427"/>
                  </a:lnTo>
                  <a:lnTo>
                    <a:pt x="103019" y="570"/>
                  </a:lnTo>
                  <a:lnTo>
                    <a:pt x="100849" y="748"/>
                  </a:lnTo>
                  <a:lnTo>
                    <a:pt x="98714" y="961"/>
                  </a:lnTo>
                  <a:lnTo>
                    <a:pt x="96614" y="1210"/>
                  </a:lnTo>
                  <a:lnTo>
                    <a:pt x="94550" y="1459"/>
                  </a:lnTo>
                  <a:lnTo>
                    <a:pt x="92593" y="1744"/>
                  </a:lnTo>
                  <a:lnTo>
                    <a:pt x="90671" y="2100"/>
                  </a:lnTo>
                  <a:lnTo>
                    <a:pt x="88857" y="2456"/>
                  </a:lnTo>
                  <a:lnTo>
                    <a:pt x="87113" y="2847"/>
                  </a:lnTo>
                  <a:lnTo>
                    <a:pt x="85476" y="3274"/>
                  </a:lnTo>
                  <a:lnTo>
                    <a:pt x="83946" y="3737"/>
                  </a:lnTo>
                  <a:lnTo>
                    <a:pt x="82558" y="4235"/>
                  </a:lnTo>
                  <a:lnTo>
                    <a:pt x="82024" y="4448"/>
                  </a:lnTo>
                  <a:lnTo>
                    <a:pt x="81348" y="4769"/>
                  </a:lnTo>
                  <a:lnTo>
                    <a:pt x="79818" y="5587"/>
                  </a:lnTo>
                  <a:lnTo>
                    <a:pt x="77932" y="6655"/>
                  </a:lnTo>
                  <a:lnTo>
                    <a:pt x="75832" y="7900"/>
                  </a:lnTo>
                  <a:lnTo>
                    <a:pt x="73555" y="9324"/>
                  </a:lnTo>
                  <a:lnTo>
                    <a:pt x="71171" y="10854"/>
                  </a:lnTo>
                  <a:lnTo>
                    <a:pt x="66260" y="14056"/>
                  </a:lnTo>
                  <a:lnTo>
                    <a:pt x="61598" y="17152"/>
                  </a:lnTo>
                  <a:lnTo>
                    <a:pt x="57648" y="19821"/>
                  </a:lnTo>
                  <a:lnTo>
                    <a:pt x="53912" y="22348"/>
                  </a:lnTo>
                  <a:lnTo>
                    <a:pt x="52310" y="22704"/>
                  </a:lnTo>
                  <a:lnTo>
                    <a:pt x="48076" y="23664"/>
                  </a:lnTo>
                  <a:lnTo>
                    <a:pt x="42026" y="25052"/>
                  </a:lnTo>
                  <a:lnTo>
                    <a:pt x="38574" y="25906"/>
                  </a:lnTo>
                  <a:lnTo>
                    <a:pt x="35016" y="26796"/>
                  </a:lnTo>
                  <a:lnTo>
                    <a:pt x="31386" y="27721"/>
                  </a:lnTo>
                  <a:lnTo>
                    <a:pt x="27828" y="28718"/>
                  </a:lnTo>
                  <a:lnTo>
                    <a:pt x="24447" y="29678"/>
                  </a:lnTo>
                  <a:lnTo>
                    <a:pt x="22846" y="30177"/>
                  </a:lnTo>
                  <a:lnTo>
                    <a:pt x="21316" y="30675"/>
                  </a:lnTo>
                  <a:lnTo>
                    <a:pt x="19928" y="31137"/>
                  </a:lnTo>
                  <a:lnTo>
                    <a:pt x="18611" y="31636"/>
                  </a:lnTo>
                  <a:lnTo>
                    <a:pt x="17401" y="32098"/>
                  </a:lnTo>
                  <a:lnTo>
                    <a:pt x="16334" y="32525"/>
                  </a:lnTo>
                  <a:lnTo>
                    <a:pt x="15444" y="32988"/>
                  </a:lnTo>
                  <a:lnTo>
                    <a:pt x="14697" y="33379"/>
                  </a:lnTo>
                  <a:lnTo>
                    <a:pt x="14376" y="33593"/>
                  </a:lnTo>
                  <a:lnTo>
                    <a:pt x="14127" y="33806"/>
                  </a:lnTo>
                  <a:lnTo>
                    <a:pt x="13878" y="33984"/>
                  </a:lnTo>
                  <a:lnTo>
                    <a:pt x="13736" y="34162"/>
                  </a:lnTo>
                  <a:lnTo>
                    <a:pt x="11281" y="37294"/>
                  </a:lnTo>
                  <a:lnTo>
                    <a:pt x="9003" y="40247"/>
                  </a:lnTo>
                  <a:lnTo>
                    <a:pt x="6619" y="43379"/>
                  </a:lnTo>
                  <a:lnTo>
                    <a:pt x="6405" y="43414"/>
                  </a:lnTo>
                  <a:lnTo>
                    <a:pt x="5765" y="43521"/>
                  </a:lnTo>
                  <a:lnTo>
                    <a:pt x="5338" y="43663"/>
                  </a:lnTo>
                  <a:lnTo>
                    <a:pt x="4840" y="43806"/>
                  </a:lnTo>
                  <a:lnTo>
                    <a:pt x="4341" y="44019"/>
                  </a:lnTo>
                  <a:lnTo>
                    <a:pt x="3808" y="44268"/>
                  </a:lnTo>
                  <a:lnTo>
                    <a:pt x="3274" y="44589"/>
                  </a:lnTo>
                  <a:lnTo>
                    <a:pt x="2740" y="44944"/>
                  </a:lnTo>
                  <a:lnTo>
                    <a:pt x="2206" y="45407"/>
                  </a:lnTo>
                  <a:lnTo>
                    <a:pt x="1993" y="45656"/>
                  </a:lnTo>
                  <a:lnTo>
                    <a:pt x="1744" y="45941"/>
                  </a:lnTo>
                  <a:lnTo>
                    <a:pt x="1530" y="46225"/>
                  </a:lnTo>
                  <a:lnTo>
                    <a:pt x="1352" y="46546"/>
                  </a:lnTo>
                  <a:lnTo>
                    <a:pt x="1139" y="46866"/>
                  </a:lnTo>
                  <a:lnTo>
                    <a:pt x="996" y="47222"/>
                  </a:lnTo>
                  <a:lnTo>
                    <a:pt x="854" y="47613"/>
                  </a:lnTo>
                  <a:lnTo>
                    <a:pt x="747" y="48005"/>
                  </a:lnTo>
                  <a:lnTo>
                    <a:pt x="641" y="48432"/>
                  </a:lnTo>
                  <a:lnTo>
                    <a:pt x="569" y="48894"/>
                  </a:lnTo>
                  <a:lnTo>
                    <a:pt x="391" y="50816"/>
                  </a:lnTo>
                  <a:lnTo>
                    <a:pt x="178" y="52809"/>
                  </a:lnTo>
                  <a:lnTo>
                    <a:pt x="36" y="54801"/>
                  </a:lnTo>
                  <a:lnTo>
                    <a:pt x="0" y="55762"/>
                  </a:lnTo>
                  <a:lnTo>
                    <a:pt x="0" y="56723"/>
                  </a:lnTo>
                  <a:lnTo>
                    <a:pt x="0" y="57613"/>
                  </a:lnTo>
                  <a:lnTo>
                    <a:pt x="71" y="58431"/>
                  </a:lnTo>
                  <a:lnTo>
                    <a:pt x="142" y="59214"/>
                  </a:lnTo>
                  <a:lnTo>
                    <a:pt x="285" y="59890"/>
                  </a:lnTo>
                  <a:lnTo>
                    <a:pt x="463" y="60531"/>
                  </a:lnTo>
                  <a:lnTo>
                    <a:pt x="569" y="60780"/>
                  </a:lnTo>
                  <a:lnTo>
                    <a:pt x="712" y="61029"/>
                  </a:lnTo>
                  <a:lnTo>
                    <a:pt x="854" y="61278"/>
                  </a:lnTo>
                  <a:lnTo>
                    <a:pt x="996" y="61456"/>
                  </a:lnTo>
                  <a:lnTo>
                    <a:pt x="1174" y="61634"/>
                  </a:lnTo>
                  <a:lnTo>
                    <a:pt x="1352" y="61776"/>
                  </a:lnTo>
                  <a:lnTo>
                    <a:pt x="1566" y="61812"/>
                  </a:lnTo>
                  <a:lnTo>
                    <a:pt x="2028" y="61883"/>
                  </a:lnTo>
                  <a:lnTo>
                    <a:pt x="3594" y="61954"/>
                  </a:lnTo>
                  <a:lnTo>
                    <a:pt x="6014" y="62061"/>
                  </a:lnTo>
                  <a:lnTo>
                    <a:pt x="9181" y="62132"/>
                  </a:lnTo>
                  <a:lnTo>
                    <a:pt x="17686" y="62203"/>
                  </a:lnTo>
                  <a:lnTo>
                    <a:pt x="28646" y="62274"/>
                  </a:lnTo>
                  <a:lnTo>
                    <a:pt x="28646" y="62274"/>
                  </a:lnTo>
                  <a:lnTo>
                    <a:pt x="28575" y="61563"/>
                  </a:lnTo>
                  <a:lnTo>
                    <a:pt x="28468" y="60815"/>
                  </a:lnTo>
                  <a:lnTo>
                    <a:pt x="28433" y="60104"/>
                  </a:lnTo>
                  <a:lnTo>
                    <a:pt x="28397" y="59356"/>
                  </a:lnTo>
                  <a:lnTo>
                    <a:pt x="28433" y="58431"/>
                  </a:lnTo>
                  <a:lnTo>
                    <a:pt x="28504" y="57542"/>
                  </a:lnTo>
                  <a:lnTo>
                    <a:pt x="28611" y="56652"/>
                  </a:lnTo>
                  <a:lnTo>
                    <a:pt x="28753" y="55762"/>
                  </a:lnTo>
                  <a:lnTo>
                    <a:pt x="28966" y="54908"/>
                  </a:lnTo>
                  <a:lnTo>
                    <a:pt x="29216" y="54054"/>
                  </a:lnTo>
                  <a:lnTo>
                    <a:pt x="29500" y="53236"/>
                  </a:lnTo>
                  <a:lnTo>
                    <a:pt x="29820" y="52417"/>
                  </a:lnTo>
                  <a:lnTo>
                    <a:pt x="30176" y="51634"/>
                  </a:lnTo>
                  <a:lnTo>
                    <a:pt x="30568" y="50852"/>
                  </a:lnTo>
                  <a:lnTo>
                    <a:pt x="30995" y="50104"/>
                  </a:lnTo>
                  <a:lnTo>
                    <a:pt x="31457" y="49393"/>
                  </a:lnTo>
                  <a:lnTo>
                    <a:pt x="31956" y="48681"/>
                  </a:lnTo>
                  <a:lnTo>
                    <a:pt x="32489" y="48005"/>
                  </a:lnTo>
                  <a:lnTo>
                    <a:pt x="33023" y="47364"/>
                  </a:lnTo>
                  <a:lnTo>
                    <a:pt x="33628" y="46724"/>
                  </a:lnTo>
                  <a:lnTo>
                    <a:pt x="34233" y="46154"/>
                  </a:lnTo>
                  <a:lnTo>
                    <a:pt x="34909" y="45585"/>
                  </a:lnTo>
                  <a:lnTo>
                    <a:pt x="35585" y="45051"/>
                  </a:lnTo>
                  <a:lnTo>
                    <a:pt x="36261" y="44553"/>
                  </a:lnTo>
                  <a:lnTo>
                    <a:pt x="37009" y="44090"/>
                  </a:lnTo>
                  <a:lnTo>
                    <a:pt x="37756" y="43663"/>
                  </a:lnTo>
                  <a:lnTo>
                    <a:pt x="38503" y="43272"/>
                  </a:lnTo>
                  <a:lnTo>
                    <a:pt x="39286" y="42916"/>
                  </a:lnTo>
                  <a:lnTo>
                    <a:pt x="40105" y="42596"/>
                  </a:lnTo>
                  <a:lnTo>
                    <a:pt x="40923" y="42311"/>
                  </a:lnTo>
                  <a:lnTo>
                    <a:pt x="41777" y="42062"/>
                  </a:lnTo>
                  <a:lnTo>
                    <a:pt x="42631" y="41884"/>
                  </a:lnTo>
                  <a:lnTo>
                    <a:pt x="43521" y="41706"/>
                  </a:lnTo>
                  <a:lnTo>
                    <a:pt x="44410" y="41599"/>
                  </a:lnTo>
                  <a:lnTo>
                    <a:pt x="45336" y="41528"/>
                  </a:lnTo>
                  <a:lnTo>
                    <a:pt x="46937" y="41528"/>
                  </a:lnTo>
                  <a:lnTo>
                    <a:pt x="47649" y="41564"/>
                  </a:lnTo>
                  <a:lnTo>
                    <a:pt x="48360" y="41635"/>
                  </a:lnTo>
                  <a:lnTo>
                    <a:pt x="49037" y="41742"/>
                  </a:lnTo>
                  <a:lnTo>
                    <a:pt x="49713" y="41848"/>
                  </a:lnTo>
                  <a:lnTo>
                    <a:pt x="50389" y="41991"/>
                  </a:lnTo>
                  <a:lnTo>
                    <a:pt x="51065" y="42169"/>
                  </a:lnTo>
                  <a:lnTo>
                    <a:pt x="51705" y="42382"/>
                  </a:lnTo>
                  <a:lnTo>
                    <a:pt x="52453" y="42631"/>
                  </a:lnTo>
                  <a:lnTo>
                    <a:pt x="53164" y="42916"/>
                  </a:lnTo>
                  <a:lnTo>
                    <a:pt x="53876" y="43236"/>
                  </a:lnTo>
                  <a:lnTo>
                    <a:pt x="54588" y="43592"/>
                  </a:lnTo>
                  <a:lnTo>
                    <a:pt x="55264" y="43948"/>
                  </a:lnTo>
                  <a:lnTo>
                    <a:pt x="55905" y="44375"/>
                  </a:lnTo>
                  <a:lnTo>
                    <a:pt x="56545" y="44802"/>
                  </a:lnTo>
                  <a:lnTo>
                    <a:pt x="57150" y="45265"/>
                  </a:lnTo>
                  <a:lnTo>
                    <a:pt x="57684" y="45656"/>
                  </a:lnTo>
                  <a:lnTo>
                    <a:pt x="58146" y="46083"/>
                  </a:lnTo>
                  <a:lnTo>
                    <a:pt x="58645" y="46510"/>
                  </a:lnTo>
                  <a:lnTo>
                    <a:pt x="59072" y="46973"/>
                  </a:lnTo>
                  <a:lnTo>
                    <a:pt x="59641" y="47578"/>
                  </a:lnTo>
                  <a:lnTo>
                    <a:pt x="60139" y="48183"/>
                  </a:lnTo>
                  <a:lnTo>
                    <a:pt x="60637" y="48823"/>
                  </a:lnTo>
                  <a:lnTo>
                    <a:pt x="61100" y="49464"/>
                  </a:lnTo>
                  <a:lnTo>
                    <a:pt x="61527" y="50140"/>
                  </a:lnTo>
                  <a:lnTo>
                    <a:pt x="61918" y="50816"/>
                  </a:lnTo>
                  <a:lnTo>
                    <a:pt x="62274" y="51563"/>
                  </a:lnTo>
                  <a:lnTo>
                    <a:pt x="62630" y="52275"/>
                  </a:lnTo>
                  <a:lnTo>
                    <a:pt x="62701" y="52453"/>
                  </a:lnTo>
                  <a:lnTo>
                    <a:pt x="63022" y="53236"/>
                  </a:lnTo>
                  <a:lnTo>
                    <a:pt x="63271" y="54054"/>
                  </a:lnTo>
                  <a:lnTo>
                    <a:pt x="63520" y="54908"/>
                  </a:lnTo>
                  <a:lnTo>
                    <a:pt x="63733" y="55762"/>
                  </a:lnTo>
                  <a:lnTo>
                    <a:pt x="63876" y="56652"/>
                  </a:lnTo>
                  <a:lnTo>
                    <a:pt x="63982" y="57542"/>
                  </a:lnTo>
                  <a:lnTo>
                    <a:pt x="64054" y="58431"/>
                  </a:lnTo>
                  <a:lnTo>
                    <a:pt x="64089" y="59356"/>
                  </a:lnTo>
                  <a:lnTo>
                    <a:pt x="64054" y="60104"/>
                  </a:lnTo>
                  <a:lnTo>
                    <a:pt x="64018" y="60815"/>
                  </a:lnTo>
                  <a:lnTo>
                    <a:pt x="63947" y="61527"/>
                  </a:lnTo>
                  <a:lnTo>
                    <a:pt x="63840" y="62239"/>
                  </a:lnTo>
                  <a:lnTo>
                    <a:pt x="63840" y="62239"/>
                  </a:lnTo>
                  <a:lnTo>
                    <a:pt x="83127" y="62168"/>
                  </a:lnTo>
                  <a:lnTo>
                    <a:pt x="102806" y="62061"/>
                  </a:lnTo>
                  <a:lnTo>
                    <a:pt x="140135" y="61847"/>
                  </a:lnTo>
                  <a:lnTo>
                    <a:pt x="139993" y="60602"/>
                  </a:lnTo>
                  <a:lnTo>
                    <a:pt x="139957" y="59997"/>
                  </a:lnTo>
                  <a:lnTo>
                    <a:pt x="139921" y="59356"/>
                  </a:lnTo>
                  <a:lnTo>
                    <a:pt x="139957" y="58431"/>
                  </a:lnTo>
                  <a:lnTo>
                    <a:pt x="140028" y="57542"/>
                  </a:lnTo>
                  <a:lnTo>
                    <a:pt x="140135" y="56652"/>
                  </a:lnTo>
                  <a:lnTo>
                    <a:pt x="140313" y="55762"/>
                  </a:lnTo>
                  <a:lnTo>
                    <a:pt x="140491" y="54908"/>
                  </a:lnTo>
                  <a:lnTo>
                    <a:pt x="140740" y="54054"/>
                  </a:lnTo>
                  <a:lnTo>
                    <a:pt x="141025" y="53236"/>
                  </a:lnTo>
                  <a:lnTo>
                    <a:pt x="141345" y="52453"/>
                  </a:lnTo>
                  <a:lnTo>
                    <a:pt x="141630" y="51741"/>
                  </a:lnTo>
                  <a:lnTo>
                    <a:pt x="141985" y="51065"/>
                  </a:lnTo>
                  <a:lnTo>
                    <a:pt x="142341" y="50424"/>
                  </a:lnTo>
                  <a:lnTo>
                    <a:pt x="142733" y="49784"/>
                  </a:lnTo>
                  <a:lnTo>
                    <a:pt x="143124" y="49179"/>
                  </a:lnTo>
                  <a:lnTo>
                    <a:pt x="143587" y="48574"/>
                  </a:lnTo>
                  <a:lnTo>
                    <a:pt x="144049" y="47969"/>
                  </a:lnTo>
                  <a:lnTo>
                    <a:pt x="144512" y="47400"/>
                  </a:lnTo>
                  <a:lnTo>
                    <a:pt x="144939" y="46973"/>
                  </a:lnTo>
                  <a:lnTo>
                    <a:pt x="145473" y="46439"/>
                  </a:lnTo>
                  <a:lnTo>
                    <a:pt x="146078" y="45905"/>
                  </a:lnTo>
                  <a:lnTo>
                    <a:pt x="146647" y="45407"/>
                  </a:lnTo>
                  <a:lnTo>
                    <a:pt x="147288" y="44909"/>
                  </a:lnTo>
                  <a:lnTo>
                    <a:pt x="147928" y="44482"/>
                  </a:lnTo>
                  <a:lnTo>
                    <a:pt x="148604" y="44055"/>
                  </a:lnTo>
                  <a:lnTo>
                    <a:pt x="149280" y="43663"/>
                  </a:lnTo>
                  <a:lnTo>
                    <a:pt x="149992" y="43307"/>
                  </a:lnTo>
                  <a:lnTo>
                    <a:pt x="150633" y="43023"/>
                  </a:lnTo>
                  <a:lnTo>
                    <a:pt x="151273" y="42738"/>
                  </a:lnTo>
                  <a:lnTo>
                    <a:pt x="151949" y="42489"/>
                  </a:lnTo>
                  <a:lnTo>
                    <a:pt x="152625" y="42275"/>
                  </a:lnTo>
                  <a:lnTo>
                    <a:pt x="153337" y="42062"/>
                  </a:lnTo>
                  <a:lnTo>
                    <a:pt x="154049" y="41920"/>
                  </a:lnTo>
                  <a:lnTo>
                    <a:pt x="154761" y="41777"/>
                  </a:lnTo>
                  <a:lnTo>
                    <a:pt x="155472" y="41671"/>
                  </a:lnTo>
                  <a:lnTo>
                    <a:pt x="156611" y="41564"/>
                  </a:lnTo>
                  <a:lnTo>
                    <a:pt x="157785" y="41528"/>
                  </a:lnTo>
                  <a:lnTo>
                    <a:pt x="158710" y="41528"/>
                  </a:lnTo>
                  <a:lnTo>
                    <a:pt x="159600" y="41599"/>
                  </a:lnTo>
                  <a:lnTo>
                    <a:pt x="160490" y="41706"/>
                  </a:lnTo>
                  <a:lnTo>
                    <a:pt x="161379" y="41884"/>
                  </a:lnTo>
                  <a:lnTo>
                    <a:pt x="162233" y="42062"/>
                  </a:lnTo>
                  <a:lnTo>
                    <a:pt x="163087" y="42311"/>
                  </a:lnTo>
                  <a:lnTo>
                    <a:pt x="163906" y="42596"/>
                  </a:lnTo>
                  <a:lnTo>
                    <a:pt x="164724" y="42916"/>
                  </a:lnTo>
                  <a:lnTo>
                    <a:pt x="165507" y="43272"/>
                  </a:lnTo>
                  <a:lnTo>
                    <a:pt x="166290" y="43663"/>
                  </a:lnTo>
                  <a:lnTo>
                    <a:pt x="167037" y="44090"/>
                  </a:lnTo>
                  <a:lnTo>
                    <a:pt x="167749" y="44553"/>
                  </a:lnTo>
                  <a:lnTo>
                    <a:pt x="168461" y="45051"/>
                  </a:lnTo>
                  <a:lnTo>
                    <a:pt x="169137" y="45585"/>
                  </a:lnTo>
                  <a:lnTo>
                    <a:pt x="169778" y="46154"/>
                  </a:lnTo>
                  <a:lnTo>
                    <a:pt x="170382" y="46724"/>
                  </a:lnTo>
                  <a:lnTo>
                    <a:pt x="170987" y="47364"/>
                  </a:lnTo>
                  <a:lnTo>
                    <a:pt x="171521" y="48005"/>
                  </a:lnTo>
                  <a:lnTo>
                    <a:pt x="172055" y="48681"/>
                  </a:lnTo>
                  <a:lnTo>
                    <a:pt x="172553" y="49393"/>
                  </a:lnTo>
                  <a:lnTo>
                    <a:pt x="173016" y="50104"/>
                  </a:lnTo>
                  <a:lnTo>
                    <a:pt x="173443" y="50852"/>
                  </a:lnTo>
                  <a:lnTo>
                    <a:pt x="173870" y="51634"/>
                  </a:lnTo>
                  <a:lnTo>
                    <a:pt x="174226" y="52417"/>
                  </a:lnTo>
                  <a:lnTo>
                    <a:pt x="174546" y="53236"/>
                  </a:lnTo>
                  <a:lnTo>
                    <a:pt x="174795" y="54054"/>
                  </a:lnTo>
                  <a:lnTo>
                    <a:pt x="175044" y="54908"/>
                  </a:lnTo>
                  <a:lnTo>
                    <a:pt x="175258" y="55762"/>
                  </a:lnTo>
                  <a:lnTo>
                    <a:pt x="175400" y="56652"/>
                  </a:lnTo>
                  <a:lnTo>
                    <a:pt x="175507" y="57542"/>
                  </a:lnTo>
                  <a:lnTo>
                    <a:pt x="175578" y="58431"/>
                  </a:lnTo>
                  <a:lnTo>
                    <a:pt x="175613" y="59356"/>
                  </a:lnTo>
                  <a:lnTo>
                    <a:pt x="175613" y="59926"/>
                  </a:lnTo>
                  <a:lnTo>
                    <a:pt x="175578" y="60459"/>
                  </a:lnTo>
                  <a:lnTo>
                    <a:pt x="175471" y="61563"/>
                  </a:lnTo>
                  <a:lnTo>
                    <a:pt x="184225" y="61491"/>
                  </a:lnTo>
                  <a:lnTo>
                    <a:pt x="184972" y="61456"/>
                  </a:lnTo>
                  <a:lnTo>
                    <a:pt x="186431" y="61314"/>
                  </a:lnTo>
                  <a:lnTo>
                    <a:pt x="188460" y="61100"/>
                  </a:lnTo>
                  <a:lnTo>
                    <a:pt x="189634" y="60922"/>
                  </a:lnTo>
                  <a:lnTo>
                    <a:pt x="190880" y="60709"/>
                  </a:lnTo>
                  <a:lnTo>
                    <a:pt x="192125" y="60459"/>
                  </a:lnTo>
                  <a:lnTo>
                    <a:pt x="193442" y="60175"/>
                  </a:lnTo>
                  <a:lnTo>
                    <a:pt x="194723" y="59855"/>
                  </a:lnTo>
                  <a:lnTo>
                    <a:pt x="195968" y="59499"/>
                  </a:lnTo>
                  <a:lnTo>
                    <a:pt x="197178" y="59107"/>
                  </a:lnTo>
                  <a:lnTo>
                    <a:pt x="198317" y="58645"/>
                  </a:lnTo>
                  <a:lnTo>
                    <a:pt x="198851" y="58396"/>
                  </a:lnTo>
                  <a:lnTo>
                    <a:pt x="199349" y="58111"/>
                  </a:lnTo>
                  <a:lnTo>
                    <a:pt x="199812" y="57862"/>
                  </a:lnTo>
                  <a:lnTo>
                    <a:pt x="200274" y="57577"/>
                  </a:lnTo>
                  <a:lnTo>
                    <a:pt x="200666" y="57221"/>
                  </a:lnTo>
                  <a:lnTo>
                    <a:pt x="201021" y="56865"/>
                  </a:lnTo>
                  <a:lnTo>
                    <a:pt x="201306" y="56403"/>
                  </a:lnTo>
                  <a:lnTo>
                    <a:pt x="201591" y="55940"/>
                  </a:lnTo>
                  <a:lnTo>
                    <a:pt x="201840" y="55406"/>
                  </a:lnTo>
                  <a:lnTo>
                    <a:pt x="202018" y="54837"/>
                  </a:lnTo>
                  <a:lnTo>
                    <a:pt x="202196" y="54232"/>
                  </a:lnTo>
                  <a:lnTo>
                    <a:pt x="202338" y="53592"/>
                  </a:lnTo>
                  <a:lnTo>
                    <a:pt x="202445" y="52915"/>
                  </a:lnTo>
                  <a:lnTo>
                    <a:pt x="202516" y="52204"/>
                  </a:lnTo>
                  <a:lnTo>
                    <a:pt x="202587" y="51492"/>
                  </a:lnTo>
                  <a:lnTo>
                    <a:pt x="202623" y="50780"/>
                  </a:lnTo>
                  <a:lnTo>
                    <a:pt x="202623" y="49286"/>
                  </a:lnTo>
                  <a:lnTo>
                    <a:pt x="202552" y="47791"/>
                  </a:lnTo>
                  <a:lnTo>
                    <a:pt x="202445" y="46297"/>
                  </a:lnTo>
                  <a:lnTo>
                    <a:pt x="202267" y="44838"/>
                  </a:lnTo>
                  <a:lnTo>
                    <a:pt x="202089" y="43485"/>
                  </a:lnTo>
                  <a:lnTo>
                    <a:pt x="201875" y="42275"/>
                  </a:lnTo>
                  <a:lnTo>
                    <a:pt x="201520" y="40283"/>
                  </a:lnTo>
                  <a:lnTo>
                    <a:pt x="201306" y="39180"/>
                  </a:lnTo>
                  <a:lnTo>
                    <a:pt x="201271" y="39037"/>
                  </a:lnTo>
                  <a:lnTo>
                    <a:pt x="201199" y="38895"/>
                  </a:lnTo>
                  <a:lnTo>
                    <a:pt x="201021" y="38610"/>
                  </a:lnTo>
                  <a:lnTo>
                    <a:pt x="200737" y="38326"/>
                  </a:lnTo>
                  <a:lnTo>
                    <a:pt x="200381" y="38112"/>
                  </a:lnTo>
                  <a:lnTo>
                    <a:pt x="199954" y="37863"/>
                  </a:lnTo>
                  <a:lnTo>
                    <a:pt x="199527" y="37649"/>
                  </a:lnTo>
                  <a:lnTo>
                    <a:pt x="199064" y="37436"/>
                  </a:lnTo>
                  <a:lnTo>
                    <a:pt x="198566" y="37258"/>
                  </a:lnTo>
                  <a:lnTo>
                    <a:pt x="197641" y="36973"/>
                  </a:lnTo>
                  <a:lnTo>
                    <a:pt x="196822" y="36724"/>
                  </a:lnTo>
                  <a:lnTo>
                    <a:pt x="196039" y="36546"/>
                  </a:lnTo>
                  <a:lnTo>
                    <a:pt x="196075" y="36013"/>
                  </a:lnTo>
                  <a:lnTo>
                    <a:pt x="196146" y="34625"/>
                  </a:lnTo>
                  <a:lnTo>
                    <a:pt x="196217" y="32668"/>
                  </a:lnTo>
                  <a:lnTo>
                    <a:pt x="196182" y="31529"/>
                  </a:lnTo>
                  <a:lnTo>
                    <a:pt x="196146" y="30354"/>
                  </a:lnTo>
                  <a:lnTo>
                    <a:pt x="196075" y="29180"/>
                  </a:lnTo>
                  <a:lnTo>
                    <a:pt x="195933" y="28041"/>
                  </a:lnTo>
                  <a:lnTo>
                    <a:pt x="195755" y="26903"/>
                  </a:lnTo>
                  <a:lnTo>
                    <a:pt x="195648" y="26405"/>
                  </a:lnTo>
                  <a:lnTo>
                    <a:pt x="195506" y="25906"/>
                  </a:lnTo>
                  <a:lnTo>
                    <a:pt x="195363" y="25444"/>
                  </a:lnTo>
                  <a:lnTo>
                    <a:pt x="195185" y="25017"/>
                  </a:lnTo>
                  <a:lnTo>
                    <a:pt x="194972" y="24625"/>
                  </a:lnTo>
                  <a:lnTo>
                    <a:pt x="194758" y="24269"/>
                  </a:lnTo>
                  <a:lnTo>
                    <a:pt x="194545" y="23985"/>
                  </a:lnTo>
                  <a:lnTo>
                    <a:pt x="194296" y="23736"/>
                  </a:lnTo>
                  <a:lnTo>
                    <a:pt x="194011" y="23522"/>
                  </a:lnTo>
                  <a:lnTo>
                    <a:pt x="193691" y="23415"/>
                  </a:lnTo>
                  <a:lnTo>
                    <a:pt x="192908" y="23202"/>
                  </a:lnTo>
                  <a:lnTo>
                    <a:pt x="191912" y="23024"/>
                  </a:lnTo>
                  <a:lnTo>
                    <a:pt x="190702" y="22882"/>
                  </a:lnTo>
                  <a:lnTo>
                    <a:pt x="189349" y="22704"/>
                  </a:lnTo>
                  <a:lnTo>
                    <a:pt x="186289" y="22455"/>
                  </a:lnTo>
                  <a:lnTo>
                    <a:pt x="183086" y="22241"/>
                  </a:lnTo>
                  <a:lnTo>
                    <a:pt x="180026" y="22063"/>
                  </a:lnTo>
                  <a:lnTo>
                    <a:pt x="177464" y="21921"/>
                  </a:lnTo>
                  <a:lnTo>
                    <a:pt x="175044" y="21814"/>
                  </a:lnTo>
                  <a:lnTo>
                    <a:pt x="173941" y="21031"/>
                  </a:lnTo>
                  <a:lnTo>
                    <a:pt x="171023" y="18967"/>
                  </a:lnTo>
                  <a:lnTo>
                    <a:pt x="166753" y="15978"/>
                  </a:lnTo>
                  <a:lnTo>
                    <a:pt x="164226" y="14270"/>
                  </a:lnTo>
                  <a:lnTo>
                    <a:pt x="161557" y="12491"/>
                  </a:lnTo>
                  <a:lnTo>
                    <a:pt x="158817" y="10711"/>
                  </a:lnTo>
                  <a:lnTo>
                    <a:pt x="156006" y="8932"/>
                  </a:lnTo>
                  <a:lnTo>
                    <a:pt x="153195" y="7224"/>
                  </a:lnTo>
                  <a:lnTo>
                    <a:pt x="150490" y="5658"/>
                  </a:lnTo>
                  <a:lnTo>
                    <a:pt x="149174" y="4911"/>
                  </a:lnTo>
                  <a:lnTo>
                    <a:pt x="147893" y="4235"/>
                  </a:lnTo>
                  <a:lnTo>
                    <a:pt x="146683" y="3630"/>
                  </a:lnTo>
                  <a:lnTo>
                    <a:pt x="145544" y="3061"/>
                  </a:lnTo>
                  <a:lnTo>
                    <a:pt x="144441" y="2598"/>
                  </a:lnTo>
                  <a:lnTo>
                    <a:pt x="143409" y="2171"/>
                  </a:lnTo>
                  <a:lnTo>
                    <a:pt x="142448" y="1851"/>
                  </a:lnTo>
                  <a:lnTo>
                    <a:pt x="141594" y="1602"/>
                  </a:lnTo>
                  <a:lnTo>
                    <a:pt x="140704" y="1388"/>
                  </a:lnTo>
                  <a:lnTo>
                    <a:pt x="139672" y="1210"/>
                  </a:lnTo>
                  <a:lnTo>
                    <a:pt x="138498" y="1032"/>
                  </a:lnTo>
                  <a:lnTo>
                    <a:pt x="137181" y="890"/>
                  </a:lnTo>
                  <a:lnTo>
                    <a:pt x="135722" y="712"/>
                  </a:lnTo>
                  <a:lnTo>
                    <a:pt x="134157" y="570"/>
                  </a:lnTo>
                  <a:lnTo>
                    <a:pt x="130740" y="356"/>
                  </a:lnTo>
                  <a:lnTo>
                    <a:pt x="126968" y="178"/>
                  </a:lnTo>
                  <a:lnTo>
                    <a:pt x="122876" y="36"/>
                  </a:lnTo>
                  <a:lnTo>
                    <a:pt x="11860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9">
              <a:extLst>
                <a:ext uri="{FF2B5EF4-FFF2-40B4-BE49-F238E27FC236}">
                  <a16:creationId xmlns:a16="http://schemas.microsoft.com/office/drawing/2014/main" id="{A4DDF691-9F4B-40AC-1519-2CBC4756AA86}"/>
                </a:ext>
              </a:extLst>
            </p:cNvPr>
            <p:cNvSpPr/>
            <p:nvPr/>
          </p:nvSpPr>
          <p:spPr>
            <a:xfrm>
              <a:off x="3863445" y="3544814"/>
              <a:ext cx="1595255" cy="289099"/>
            </a:xfrm>
            <a:custGeom>
              <a:avLst/>
              <a:gdLst/>
              <a:ahLst/>
              <a:cxnLst/>
              <a:rect l="l" t="t" r="r" b="b"/>
              <a:pathLst>
                <a:path w="86793" h="15729" extrusionOk="0">
                  <a:moveTo>
                    <a:pt x="0" y="0"/>
                  </a:moveTo>
                  <a:lnTo>
                    <a:pt x="605" y="641"/>
                  </a:lnTo>
                  <a:lnTo>
                    <a:pt x="1210" y="1281"/>
                  </a:lnTo>
                  <a:lnTo>
                    <a:pt x="1744" y="1957"/>
                  </a:lnTo>
                  <a:lnTo>
                    <a:pt x="2277" y="2669"/>
                  </a:lnTo>
                  <a:lnTo>
                    <a:pt x="2740" y="3416"/>
                  </a:lnTo>
                  <a:lnTo>
                    <a:pt x="3203" y="4164"/>
                  </a:lnTo>
                  <a:lnTo>
                    <a:pt x="3630" y="4946"/>
                  </a:lnTo>
                  <a:lnTo>
                    <a:pt x="3986" y="5729"/>
                  </a:lnTo>
                  <a:lnTo>
                    <a:pt x="4341" y="6583"/>
                  </a:lnTo>
                  <a:lnTo>
                    <a:pt x="4626" y="7402"/>
                  </a:lnTo>
                  <a:lnTo>
                    <a:pt x="4875" y="8291"/>
                  </a:lnTo>
                  <a:lnTo>
                    <a:pt x="5089" y="9181"/>
                  </a:lnTo>
                  <a:lnTo>
                    <a:pt x="5267" y="10071"/>
                  </a:lnTo>
                  <a:lnTo>
                    <a:pt x="5373" y="10960"/>
                  </a:lnTo>
                  <a:lnTo>
                    <a:pt x="5445" y="11921"/>
                  </a:lnTo>
                  <a:lnTo>
                    <a:pt x="5480" y="12846"/>
                  </a:lnTo>
                  <a:lnTo>
                    <a:pt x="5445" y="13594"/>
                  </a:lnTo>
                  <a:lnTo>
                    <a:pt x="5409" y="14305"/>
                  </a:lnTo>
                  <a:lnTo>
                    <a:pt x="5338" y="15017"/>
                  </a:lnTo>
                  <a:lnTo>
                    <a:pt x="5231" y="15729"/>
                  </a:lnTo>
                  <a:lnTo>
                    <a:pt x="5231" y="15729"/>
                  </a:lnTo>
                  <a:lnTo>
                    <a:pt x="24518" y="15658"/>
                  </a:lnTo>
                  <a:lnTo>
                    <a:pt x="44197" y="15551"/>
                  </a:lnTo>
                  <a:lnTo>
                    <a:pt x="81526" y="15337"/>
                  </a:lnTo>
                  <a:lnTo>
                    <a:pt x="81384" y="14092"/>
                  </a:lnTo>
                  <a:lnTo>
                    <a:pt x="81348" y="13487"/>
                  </a:lnTo>
                  <a:lnTo>
                    <a:pt x="81312" y="12846"/>
                  </a:lnTo>
                  <a:lnTo>
                    <a:pt x="81348" y="11921"/>
                  </a:lnTo>
                  <a:lnTo>
                    <a:pt x="81419" y="10960"/>
                  </a:lnTo>
                  <a:lnTo>
                    <a:pt x="81562" y="10071"/>
                  </a:lnTo>
                  <a:lnTo>
                    <a:pt x="81704" y="9181"/>
                  </a:lnTo>
                  <a:lnTo>
                    <a:pt x="81917" y="8291"/>
                  </a:lnTo>
                  <a:lnTo>
                    <a:pt x="82166" y="7402"/>
                  </a:lnTo>
                  <a:lnTo>
                    <a:pt x="82451" y="6583"/>
                  </a:lnTo>
                  <a:lnTo>
                    <a:pt x="82807" y="5729"/>
                  </a:lnTo>
                  <a:lnTo>
                    <a:pt x="83163" y="4946"/>
                  </a:lnTo>
                  <a:lnTo>
                    <a:pt x="83590" y="4164"/>
                  </a:lnTo>
                  <a:lnTo>
                    <a:pt x="84053" y="3416"/>
                  </a:lnTo>
                  <a:lnTo>
                    <a:pt x="84515" y="2669"/>
                  </a:lnTo>
                  <a:lnTo>
                    <a:pt x="85049" y="1957"/>
                  </a:lnTo>
                  <a:lnTo>
                    <a:pt x="85618" y="1281"/>
                  </a:lnTo>
                  <a:lnTo>
                    <a:pt x="86188" y="641"/>
                  </a:lnTo>
                  <a:lnTo>
                    <a:pt x="8679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9">
              <a:extLst>
                <a:ext uri="{FF2B5EF4-FFF2-40B4-BE49-F238E27FC236}">
                  <a16:creationId xmlns:a16="http://schemas.microsoft.com/office/drawing/2014/main" id="{7DDFF9ED-41D1-ADD1-14F1-DBE03D2D93EC}"/>
                </a:ext>
              </a:extLst>
            </p:cNvPr>
            <p:cNvSpPr/>
            <p:nvPr/>
          </p:nvSpPr>
          <p:spPr>
            <a:xfrm>
              <a:off x="3648914" y="3453245"/>
              <a:ext cx="87654" cy="15715"/>
            </a:xfrm>
            <a:custGeom>
              <a:avLst/>
              <a:gdLst/>
              <a:ahLst/>
              <a:cxnLst/>
              <a:rect l="l" t="t" r="r" b="b"/>
              <a:pathLst>
                <a:path w="4769" h="855" extrusionOk="0">
                  <a:moveTo>
                    <a:pt x="0" y="0"/>
                  </a:moveTo>
                  <a:lnTo>
                    <a:pt x="712" y="36"/>
                  </a:lnTo>
                  <a:lnTo>
                    <a:pt x="1423" y="107"/>
                  </a:lnTo>
                  <a:lnTo>
                    <a:pt x="2100" y="214"/>
                  </a:lnTo>
                  <a:lnTo>
                    <a:pt x="2776" y="320"/>
                  </a:lnTo>
                  <a:lnTo>
                    <a:pt x="3452" y="463"/>
                  </a:lnTo>
                  <a:lnTo>
                    <a:pt x="4128" y="641"/>
                  </a:lnTo>
                  <a:lnTo>
                    <a:pt x="4768" y="854"/>
                  </a:lnTo>
                  <a:lnTo>
                    <a:pt x="4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9">
              <a:extLst>
                <a:ext uri="{FF2B5EF4-FFF2-40B4-BE49-F238E27FC236}">
                  <a16:creationId xmlns:a16="http://schemas.microsoft.com/office/drawing/2014/main" id="{DB61F84B-DFB2-8BDC-AD2F-6131501EAF18}"/>
                </a:ext>
              </a:extLst>
            </p:cNvPr>
            <p:cNvSpPr/>
            <p:nvPr/>
          </p:nvSpPr>
          <p:spPr>
            <a:xfrm>
              <a:off x="3836629" y="3453245"/>
              <a:ext cx="100741" cy="100079"/>
            </a:xfrm>
            <a:custGeom>
              <a:avLst/>
              <a:gdLst/>
              <a:ahLst/>
              <a:cxnLst/>
              <a:rect l="l" t="t" r="r" b="b"/>
              <a:pathLst>
                <a:path w="5481" h="5445" extrusionOk="0">
                  <a:moveTo>
                    <a:pt x="0" y="0"/>
                  </a:moveTo>
                  <a:lnTo>
                    <a:pt x="0" y="3737"/>
                  </a:lnTo>
                  <a:lnTo>
                    <a:pt x="1922" y="5445"/>
                  </a:lnTo>
                  <a:lnTo>
                    <a:pt x="5480" y="5445"/>
                  </a:lnTo>
                  <a:lnTo>
                    <a:pt x="54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9">
              <a:extLst>
                <a:ext uri="{FF2B5EF4-FFF2-40B4-BE49-F238E27FC236}">
                  <a16:creationId xmlns:a16="http://schemas.microsoft.com/office/drawing/2014/main" id="{931AD83D-0C35-A3F5-7DF7-0AB258E9CF3D}"/>
                </a:ext>
              </a:extLst>
            </p:cNvPr>
            <p:cNvSpPr/>
            <p:nvPr/>
          </p:nvSpPr>
          <p:spPr>
            <a:xfrm>
              <a:off x="4037412" y="3453245"/>
              <a:ext cx="100741" cy="100079"/>
            </a:xfrm>
            <a:custGeom>
              <a:avLst/>
              <a:gdLst/>
              <a:ahLst/>
              <a:cxnLst/>
              <a:rect l="l" t="t" r="r" b="b"/>
              <a:pathLst>
                <a:path w="5481" h="5445" extrusionOk="0">
                  <a:moveTo>
                    <a:pt x="1" y="0"/>
                  </a:moveTo>
                  <a:lnTo>
                    <a:pt x="1" y="5445"/>
                  </a:lnTo>
                  <a:lnTo>
                    <a:pt x="5481" y="5445"/>
                  </a:lnTo>
                  <a:lnTo>
                    <a:pt x="5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9">
              <a:extLst>
                <a:ext uri="{FF2B5EF4-FFF2-40B4-BE49-F238E27FC236}">
                  <a16:creationId xmlns:a16="http://schemas.microsoft.com/office/drawing/2014/main" id="{2AB15BB2-5659-781B-F6C6-A9BEC1B641FE}"/>
                </a:ext>
              </a:extLst>
            </p:cNvPr>
            <p:cNvSpPr/>
            <p:nvPr/>
          </p:nvSpPr>
          <p:spPr>
            <a:xfrm>
              <a:off x="4238213" y="3453245"/>
              <a:ext cx="100741" cy="100079"/>
            </a:xfrm>
            <a:custGeom>
              <a:avLst/>
              <a:gdLst/>
              <a:ahLst/>
              <a:cxnLst/>
              <a:rect l="l" t="t" r="r" b="b"/>
              <a:pathLst>
                <a:path w="5481" h="5445" extrusionOk="0">
                  <a:moveTo>
                    <a:pt x="0" y="0"/>
                  </a:moveTo>
                  <a:lnTo>
                    <a:pt x="0" y="5445"/>
                  </a:lnTo>
                  <a:lnTo>
                    <a:pt x="5481" y="5445"/>
                  </a:lnTo>
                  <a:lnTo>
                    <a:pt x="5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9">
              <a:extLst>
                <a:ext uri="{FF2B5EF4-FFF2-40B4-BE49-F238E27FC236}">
                  <a16:creationId xmlns:a16="http://schemas.microsoft.com/office/drawing/2014/main" id="{B9C7146E-0FB5-3889-FF14-D54B40D78DA6}"/>
                </a:ext>
              </a:extLst>
            </p:cNvPr>
            <p:cNvSpPr/>
            <p:nvPr/>
          </p:nvSpPr>
          <p:spPr>
            <a:xfrm>
              <a:off x="4439015" y="3453245"/>
              <a:ext cx="100079" cy="100079"/>
            </a:xfrm>
            <a:custGeom>
              <a:avLst/>
              <a:gdLst/>
              <a:ahLst/>
              <a:cxnLst/>
              <a:rect l="l" t="t" r="r" b="b"/>
              <a:pathLst>
                <a:path w="5445" h="5445" extrusionOk="0">
                  <a:moveTo>
                    <a:pt x="0" y="0"/>
                  </a:moveTo>
                  <a:lnTo>
                    <a:pt x="0" y="5445"/>
                  </a:lnTo>
                  <a:lnTo>
                    <a:pt x="5445" y="5445"/>
                  </a:lnTo>
                  <a:lnTo>
                    <a:pt x="54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9">
              <a:extLst>
                <a:ext uri="{FF2B5EF4-FFF2-40B4-BE49-F238E27FC236}">
                  <a16:creationId xmlns:a16="http://schemas.microsoft.com/office/drawing/2014/main" id="{8519A099-3592-FFAF-812F-25136F1CF051}"/>
                </a:ext>
              </a:extLst>
            </p:cNvPr>
            <p:cNvSpPr/>
            <p:nvPr/>
          </p:nvSpPr>
          <p:spPr>
            <a:xfrm>
              <a:off x="4639798" y="3453245"/>
              <a:ext cx="100097" cy="100079"/>
            </a:xfrm>
            <a:custGeom>
              <a:avLst/>
              <a:gdLst/>
              <a:ahLst/>
              <a:cxnLst/>
              <a:rect l="l" t="t" r="r" b="b"/>
              <a:pathLst>
                <a:path w="5446" h="5445" extrusionOk="0">
                  <a:moveTo>
                    <a:pt x="1" y="0"/>
                  </a:moveTo>
                  <a:lnTo>
                    <a:pt x="1" y="5445"/>
                  </a:lnTo>
                  <a:lnTo>
                    <a:pt x="5445" y="5445"/>
                  </a:lnTo>
                  <a:lnTo>
                    <a:pt x="54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9">
              <a:extLst>
                <a:ext uri="{FF2B5EF4-FFF2-40B4-BE49-F238E27FC236}">
                  <a16:creationId xmlns:a16="http://schemas.microsoft.com/office/drawing/2014/main" id="{F878B38C-9EE5-C769-53E2-5A89D0FD9624}"/>
                </a:ext>
              </a:extLst>
            </p:cNvPr>
            <p:cNvSpPr/>
            <p:nvPr/>
          </p:nvSpPr>
          <p:spPr>
            <a:xfrm>
              <a:off x="4840600" y="3453245"/>
              <a:ext cx="100079" cy="100079"/>
            </a:xfrm>
            <a:custGeom>
              <a:avLst/>
              <a:gdLst/>
              <a:ahLst/>
              <a:cxnLst/>
              <a:rect l="l" t="t" r="r" b="b"/>
              <a:pathLst>
                <a:path w="5445" h="5445" extrusionOk="0">
                  <a:moveTo>
                    <a:pt x="0" y="0"/>
                  </a:moveTo>
                  <a:lnTo>
                    <a:pt x="0" y="5445"/>
                  </a:lnTo>
                  <a:lnTo>
                    <a:pt x="5445" y="5445"/>
                  </a:lnTo>
                  <a:lnTo>
                    <a:pt x="54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9">
              <a:extLst>
                <a:ext uri="{FF2B5EF4-FFF2-40B4-BE49-F238E27FC236}">
                  <a16:creationId xmlns:a16="http://schemas.microsoft.com/office/drawing/2014/main" id="{E0B375F1-F2CA-F138-0D4F-2309BF72F25F}"/>
                </a:ext>
              </a:extLst>
            </p:cNvPr>
            <p:cNvSpPr/>
            <p:nvPr/>
          </p:nvSpPr>
          <p:spPr>
            <a:xfrm>
              <a:off x="5041401" y="3453245"/>
              <a:ext cx="100079" cy="100079"/>
            </a:xfrm>
            <a:custGeom>
              <a:avLst/>
              <a:gdLst/>
              <a:ahLst/>
              <a:cxnLst/>
              <a:rect l="l" t="t" r="r" b="b"/>
              <a:pathLst>
                <a:path w="5445" h="5445" extrusionOk="0">
                  <a:moveTo>
                    <a:pt x="0" y="0"/>
                  </a:moveTo>
                  <a:lnTo>
                    <a:pt x="0" y="5445"/>
                  </a:lnTo>
                  <a:lnTo>
                    <a:pt x="5445" y="5445"/>
                  </a:lnTo>
                  <a:lnTo>
                    <a:pt x="54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9">
              <a:extLst>
                <a:ext uri="{FF2B5EF4-FFF2-40B4-BE49-F238E27FC236}">
                  <a16:creationId xmlns:a16="http://schemas.microsoft.com/office/drawing/2014/main" id="{A1051A39-2015-7794-D60B-04CA9A1758D7}"/>
                </a:ext>
              </a:extLst>
            </p:cNvPr>
            <p:cNvSpPr/>
            <p:nvPr/>
          </p:nvSpPr>
          <p:spPr>
            <a:xfrm>
              <a:off x="5241541" y="3453245"/>
              <a:ext cx="100741" cy="100079"/>
            </a:xfrm>
            <a:custGeom>
              <a:avLst/>
              <a:gdLst/>
              <a:ahLst/>
              <a:cxnLst/>
              <a:rect l="l" t="t" r="r" b="b"/>
              <a:pathLst>
                <a:path w="5481" h="5445" extrusionOk="0">
                  <a:moveTo>
                    <a:pt x="0" y="0"/>
                  </a:moveTo>
                  <a:lnTo>
                    <a:pt x="0" y="5445"/>
                  </a:lnTo>
                  <a:lnTo>
                    <a:pt x="5480" y="5445"/>
                  </a:lnTo>
                  <a:lnTo>
                    <a:pt x="54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9">
              <a:extLst>
                <a:ext uri="{FF2B5EF4-FFF2-40B4-BE49-F238E27FC236}">
                  <a16:creationId xmlns:a16="http://schemas.microsoft.com/office/drawing/2014/main" id="{2C2323BF-E545-8707-63F8-8DD4DAF0E3CF}"/>
                </a:ext>
              </a:extLst>
            </p:cNvPr>
            <p:cNvSpPr/>
            <p:nvPr/>
          </p:nvSpPr>
          <p:spPr>
            <a:xfrm>
              <a:off x="5442324" y="3453245"/>
              <a:ext cx="100759" cy="100079"/>
            </a:xfrm>
            <a:custGeom>
              <a:avLst/>
              <a:gdLst/>
              <a:ahLst/>
              <a:cxnLst/>
              <a:rect l="l" t="t" r="r" b="b"/>
              <a:pathLst>
                <a:path w="5482" h="5445" extrusionOk="0">
                  <a:moveTo>
                    <a:pt x="1" y="0"/>
                  </a:moveTo>
                  <a:lnTo>
                    <a:pt x="1" y="5445"/>
                  </a:lnTo>
                  <a:lnTo>
                    <a:pt x="428" y="5445"/>
                  </a:lnTo>
                  <a:lnTo>
                    <a:pt x="962" y="4911"/>
                  </a:lnTo>
                  <a:lnTo>
                    <a:pt x="1567" y="4377"/>
                  </a:lnTo>
                  <a:lnTo>
                    <a:pt x="2136" y="3879"/>
                  </a:lnTo>
                  <a:lnTo>
                    <a:pt x="2777" y="3381"/>
                  </a:lnTo>
                  <a:lnTo>
                    <a:pt x="3417" y="2954"/>
                  </a:lnTo>
                  <a:lnTo>
                    <a:pt x="4093" y="2527"/>
                  </a:lnTo>
                  <a:lnTo>
                    <a:pt x="4769" y="2135"/>
                  </a:lnTo>
                  <a:lnTo>
                    <a:pt x="5481" y="1779"/>
                  </a:lnTo>
                  <a:lnTo>
                    <a:pt x="54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9">
              <a:extLst>
                <a:ext uri="{FF2B5EF4-FFF2-40B4-BE49-F238E27FC236}">
                  <a16:creationId xmlns:a16="http://schemas.microsoft.com/office/drawing/2014/main" id="{DF6D0EA4-8429-DC04-C69A-E97D2F0D0728}"/>
                </a:ext>
              </a:extLst>
            </p:cNvPr>
            <p:cNvSpPr/>
            <p:nvPr/>
          </p:nvSpPr>
          <p:spPr>
            <a:xfrm>
              <a:off x="3937351" y="3553306"/>
              <a:ext cx="100079" cy="100741"/>
            </a:xfrm>
            <a:custGeom>
              <a:avLst/>
              <a:gdLst/>
              <a:ahLst/>
              <a:cxnLst/>
              <a:rect l="l" t="t" r="r" b="b"/>
              <a:pathLst>
                <a:path w="5445" h="5481" extrusionOk="0">
                  <a:moveTo>
                    <a:pt x="0" y="1"/>
                  </a:moveTo>
                  <a:lnTo>
                    <a:pt x="0" y="5303"/>
                  </a:lnTo>
                  <a:lnTo>
                    <a:pt x="71" y="5481"/>
                  </a:lnTo>
                  <a:lnTo>
                    <a:pt x="5445" y="5481"/>
                  </a:lnTo>
                  <a:lnTo>
                    <a:pt x="54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9">
              <a:extLst>
                <a:ext uri="{FF2B5EF4-FFF2-40B4-BE49-F238E27FC236}">
                  <a16:creationId xmlns:a16="http://schemas.microsoft.com/office/drawing/2014/main" id="{BC5ADF27-CEA0-F17E-455D-044D1F83BC30}"/>
                </a:ext>
              </a:extLst>
            </p:cNvPr>
            <p:cNvSpPr/>
            <p:nvPr/>
          </p:nvSpPr>
          <p:spPr>
            <a:xfrm>
              <a:off x="4138134" y="3553306"/>
              <a:ext cx="100097" cy="100741"/>
            </a:xfrm>
            <a:custGeom>
              <a:avLst/>
              <a:gdLst/>
              <a:ahLst/>
              <a:cxnLst/>
              <a:rect l="l" t="t" r="r" b="b"/>
              <a:pathLst>
                <a:path w="5446" h="5481" extrusionOk="0">
                  <a:moveTo>
                    <a:pt x="1" y="1"/>
                  </a:moveTo>
                  <a:lnTo>
                    <a:pt x="1" y="5481"/>
                  </a:lnTo>
                  <a:lnTo>
                    <a:pt x="5445" y="5481"/>
                  </a:lnTo>
                  <a:lnTo>
                    <a:pt x="54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9">
              <a:extLst>
                <a:ext uri="{FF2B5EF4-FFF2-40B4-BE49-F238E27FC236}">
                  <a16:creationId xmlns:a16="http://schemas.microsoft.com/office/drawing/2014/main" id="{69147A58-A01E-DCB4-C8CD-D222162DC0EC}"/>
                </a:ext>
              </a:extLst>
            </p:cNvPr>
            <p:cNvSpPr/>
            <p:nvPr/>
          </p:nvSpPr>
          <p:spPr>
            <a:xfrm>
              <a:off x="4338936" y="3553306"/>
              <a:ext cx="100097" cy="100741"/>
            </a:xfrm>
            <a:custGeom>
              <a:avLst/>
              <a:gdLst/>
              <a:ahLst/>
              <a:cxnLst/>
              <a:rect l="l" t="t" r="r" b="b"/>
              <a:pathLst>
                <a:path w="5446" h="5481" extrusionOk="0">
                  <a:moveTo>
                    <a:pt x="1" y="1"/>
                  </a:moveTo>
                  <a:lnTo>
                    <a:pt x="1" y="5481"/>
                  </a:lnTo>
                  <a:lnTo>
                    <a:pt x="5445" y="5481"/>
                  </a:lnTo>
                  <a:lnTo>
                    <a:pt x="54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9">
              <a:extLst>
                <a:ext uri="{FF2B5EF4-FFF2-40B4-BE49-F238E27FC236}">
                  <a16:creationId xmlns:a16="http://schemas.microsoft.com/office/drawing/2014/main" id="{24E14F14-9501-64EB-3464-2A3E00619382}"/>
                </a:ext>
              </a:extLst>
            </p:cNvPr>
            <p:cNvSpPr/>
            <p:nvPr/>
          </p:nvSpPr>
          <p:spPr>
            <a:xfrm>
              <a:off x="4539076" y="3553306"/>
              <a:ext cx="100741" cy="100741"/>
            </a:xfrm>
            <a:custGeom>
              <a:avLst/>
              <a:gdLst/>
              <a:ahLst/>
              <a:cxnLst/>
              <a:rect l="l" t="t" r="r" b="b"/>
              <a:pathLst>
                <a:path w="5481" h="5481" extrusionOk="0">
                  <a:moveTo>
                    <a:pt x="1" y="1"/>
                  </a:moveTo>
                  <a:lnTo>
                    <a:pt x="1" y="5481"/>
                  </a:lnTo>
                  <a:lnTo>
                    <a:pt x="5481" y="5481"/>
                  </a:lnTo>
                  <a:lnTo>
                    <a:pt x="54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9">
              <a:extLst>
                <a:ext uri="{FF2B5EF4-FFF2-40B4-BE49-F238E27FC236}">
                  <a16:creationId xmlns:a16="http://schemas.microsoft.com/office/drawing/2014/main" id="{8F14A9BE-72FD-01C4-4719-640D52EBD90A}"/>
                </a:ext>
              </a:extLst>
            </p:cNvPr>
            <p:cNvSpPr/>
            <p:nvPr/>
          </p:nvSpPr>
          <p:spPr>
            <a:xfrm>
              <a:off x="4739877" y="3553306"/>
              <a:ext cx="100741" cy="100741"/>
            </a:xfrm>
            <a:custGeom>
              <a:avLst/>
              <a:gdLst/>
              <a:ahLst/>
              <a:cxnLst/>
              <a:rect l="l" t="t" r="r" b="b"/>
              <a:pathLst>
                <a:path w="5481" h="5481" extrusionOk="0">
                  <a:moveTo>
                    <a:pt x="0" y="1"/>
                  </a:moveTo>
                  <a:lnTo>
                    <a:pt x="0" y="5481"/>
                  </a:lnTo>
                  <a:lnTo>
                    <a:pt x="5480" y="5481"/>
                  </a:lnTo>
                  <a:lnTo>
                    <a:pt x="54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9">
              <a:extLst>
                <a:ext uri="{FF2B5EF4-FFF2-40B4-BE49-F238E27FC236}">
                  <a16:creationId xmlns:a16="http://schemas.microsoft.com/office/drawing/2014/main" id="{6A3D1124-B91A-2E63-2863-58D0787A455A}"/>
                </a:ext>
              </a:extLst>
            </p:cNvPr>
            <p:cNvSpPr/>
            <p:nvPr/>
          </p:nvSpPr>
          <p:spPr>
            <a:xfrm>
              <a:off x="4940679" y="3553306"/>
              <a:ext cx="100741" cy="100741"/>
            </a:xfrm>
            <a:custGeom>
              <a:avLst/>
              <a:gdLst/>
              <a:ahLst/>
              <a:cxnLst/>
              <a:rect l="l" t="t" r="r" b="b"/>
              <a:pathLst>
                <a:path w="5481" h="5481" extrusionOk="0">
                  <a:moveTo>
                    <a:pt x="0" y="1"/>
                  </a:moveTo>
                  <a:lnTo>
                    <a:pt x="0" y="5481"/>
                  </a:lnTo>
                  <a:lnTo>
                    <a:pt x="5480" y="5481"/>
                  </a:lnTo>
                  <a:lnTo>
                    <a:pt x="54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9">
              <a:extLst>
                <a:ext uri="{FF2B5EF4-FFF2-40B4-BE49-F238E27FC236}">
                  <a16:creationId xmlns:a16="http://schemas.microsoft.com/office/drawing/2014/main" id="{9C8FBF44-77A4-DAC5-0054-4FEB747A4F47}"/>
                </a:ext>
              </a:extLst>
            </p:cNvPr>
            <p:cNvSpPr/>
            <p:nvPr/>
          </p:nvSpPr>
          <p:spPr>
            <a:xfrm>
              <a:off x="5141462" y="3553306"/>
              <a:ext cx="100097" cy="100741"/>
            </a:xfrm>
            <a:custGeom>
              <a:avLst/>
              <a:gdLst/>
              <a:ahLst/>
              <a:cxnLst/>
              <a:rect l="l" t="t" r="r" b="b"/>
              <a:pathLst>
                <a:path w="5446" h="5481" extrusionOk="0">
                  <a:moveTo>
                    <a:pt x="1" y="1"/>
                  </a:moveTo>
                  <a:lnTo>
                    <a:pt x="1" y="5481"/>
                  </a:lnTo>
                  <a:lnTo>
                    <a:pt x="5445" y="5481"/>
                  </a:lnTo>
                  <a:lnTo>
                    <a:pt x="54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9">
              <a:extLst>
                <a:ext uri="{FF2B5EF4-FFF2-40B4-BE49-F238E27FC236}">
                  <a16:creationId xmlns:a16="http://schemas.microsoft.com/office/drawing/2014/main" id="{ED88BD93-EC56-845F-8EE5-20937DD3E85A}"/>
                </a:ext>
              </a:extLst>
            </p:cNvPr>
            <p:cNvSpPr/>
            <p:nvPr/>
          </p:nvSpPr>
          <p:spPr>
            <a:xfrm>
              <a:off x="5342263" y="3553306"/>
              <a:ext cx="100079" cy="100741"/>
            </a:xfrm>
            <a:custGeom>
              <a:avLst/>
              <a:gdLst/>
              <a:ahLst/>
              <a:cxnLst/>
              <a:rect l="l" t="t" r="r" b="b"/>
              <a:pathLst>
                <a:path w="5445" h="5481" extrusionOk="0">
                  <a:moveTo>
                    <a:pt x="0" y="1"/>
                  </a:moveTo>
                  <a:lnTo>
                    <a:pt x="0" y="5481"/>
                  </a:lnTo>
                  <a:lnTo>
                    <a:pt x="2278" y="5481"/>
                  </a:lnTo>
                  <a:lnTo>
                    <a:pt x="2563" y="4769"/>
                  </a:lnTo>
                  <a:lnTo>
                    <a:pt x="2918" y="4093"/>
                  </a:lnTo>
                  <a:lnTo>
                    <a:pt x="3274" y="3452"/>
                  </a:lnTo>
                  <a:lnTo>
                    <a:pt x="3666" y="2812"/>
                  </a:lnTo>
                  <a:lnTo>
                    <a:pt x="4057" y="2207"/>
                  </a:lnTo>
                  <a:lnTo>
                    <a:pt x="4520" y="1602"/>
                  </a:lnTo>
                  <a:lnTo>
                    <a:pt x="4982" y="997"/>
                  </a:lnTo>
                  <a:lnTo>
                    <a:pt x="5445" y="428"/>
                  </a:lnTo>
                  <a:lnTo>
                    <a:pt x="544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9">
              <a:extLst>
                <a:ext uri="{FF2B5EF4-FFF2-40B4-BE49-F238E27FC236}">
                  <a16:creationId xmlns:a16="http://schemas.microsoft.com/office/drawing/2014/main" id="{8E7D44F9-41DC-14D8-9AF4-F995AFDEDBAB}"/>
                </a:ext>
              </a:extLst>
            </p:cNvPr>
            <p:cNvSpPr/>
            <p:nvPr/>
          </p:nvSpPr>
          <p:spPr>
            <a:xfrm>
              <a:off x="2786212" y="3544814"/>
              <a:ext cx="622678" cy="289761"/>
            </a:xfrm>
            <a:custGeom>
              <a:avLst/>
              <a:gdLst/>
              <a:ahLst/>
              <a:cxnLst/>
              <a:rect l="l" t="t" r="r" b="b"/>
              <a:pathLst>
                <a:path w="33878" h="15765" extrusionOk="0">
                  <a:moveTo>
                    <a:pt x="1352" y="0"/>
                  </a:moveTo>
                  <a:lnTo>
                    <a:pt x="1068" y="498"/>
                  </a:lnTo>
                  <a:lnTo>
                    <a:pt x="854" y="1068"/>
                  </a:lnTo>
                  <a:lnTo>
                    <a:pt x="676" y="1708"/>
                  </a:lnTo>
                  <a:lnTo>
                    <a:pt x="569" y="2384"/>
                  </a:lnTo>
                  <a:lnTo>
                    <a:pt x="391" y="4306"/>
                  </a:lnTo>
                  <a:lnTo>
                    <a:pt x="178" y="6299"/>
                  </a:lnTo>
                  <a:lnTo>
                    <a:pt x="36" y="8291"/>
                  </a:lnTo>
                  <a:lnTo>
                    <a:pt x="0" y="9252"/>
                  </a:lnTo>
                  <a:lnTo>
                    <a:pt x="0" y="10213"/>
                  </a:lnTo>
                  <a:lnTo>
                    <a:pt x="0" y="11067"/>
                  </a:lnTo>
                  <a:lnTo>
                    <a:pt x="71" y="11921"/>
                  </a:lnTo>
                  <a:lnTo>
                    <a:pt x="142" y="12704"/>
                  </a:lnTo>
                  <a:lnTo>
                    <a:pt x="285" y="13380"/>
                  </a:lnTo>
                  <a:lnTo>
                    <a:pt x="463" y="14021"/>
                  </a:lnTo>
                  <a:lnTo>
                    <a:pt x="569" y="14270"/>
                  </a:lnTo>
                  <a:lnTo>
                    <a:pt x="712" y="14519"/>
                  </a:lnTo>
                  <a:lnTo>
                    <a:pt x="854" y="14768"/>
                  </a:lnTo>
                  <a:lnTo>
                    <a:pt x="996" y="14946"/>
                  </a:lnTo>
                  <a:lnTo>
                    <a:pt x="1174" y="15124"/>
                  </a:lnTo>
                  <a:lnTo>
                    <a:pt x="1352" y="15266"/>
                  </a:lnTo>
                  <a:lnTo>
                    <a:pt x="1566" y="15302"/>
                  </a:lnTo>
                  <a:lnTo>
                    <a:pt x="2028" y="15373"/>
                  </a:lnTo>
                  <a:lnTo>
                    <a:pt x="3594" y="15444"/>
                  </a:lnTo>
                  <a:lnTo>
                    <a:pt x="6014" y="15551"/>
                  </a:lnTo>
                  <a:lnTo>
                    <a:pt x="9181" y="15622"/>
                  </a:lnTo>
                  <a:lnTo>
                    <a:pt x="17686" y="15693"/>
                  </a:lnTo>
                  <a:lnTo>
                    <a:pt x="28682" y="15764"/>
                  </a:lnTo>
                  <a:lnTo>
                    <a:pt x="28575" y="15053"/>
                  </a:lnTo>
                  <a:lnTo>
                    <a:pt x="28468" y="14305"/>
                  </a:lnTo>
                  <a:lnTo>
                    <a:pt x="28433" y="13594"/>
                  </a:lnTo>
                  <a:lnTo>
                    <a:pt x="28397" y="12846"/>
                  </a:lnTo>
                  <a:lnTo>
                    <a:pt x="28433" y="11921"/>
                  </a:lnTo>
                  <a:lnTo>
                    <a:pt x="28504" y="10960"/>
                  </a:lnTo>
                  <a:lnTo>
                    <a:pt x="28611" y="10071"/>
                  </a:lnTo>
                  <a:lnTo>
                    <a:pt x="28789" y="9181"/>
                  </a:lnTo>
                  <a:lnTo>
                    <a:pt x="29002" y="8291"/>
                  </a:lnTo>
                  <a:lnTo>
                    <a:pt x="29251" y="7402"/>
                  </a:lnTo>
                  <a:lnTo>
                    <a:pt x="29536" y="6583"/>
                  </a:lnTo>
                  <a:lnTo>
                    <a:pt x="29892" y="5729"/>
                  </a:lnTo>
                  <a:lnTo>
                    <a:pt x="30248" y="4946"/>
                  </a:lnTo>
                  <a:lnTo>
                    <a:pt x="30675" y="4164"/>
                  </a:lnTo>
                  <a:lnTo>
                    <a:pt x="31102" y="3416"/>
                  </a:lnTo>
                  <a:lnTo>
                    <a:pt x="31600" y="2669"/>
                  </a:lnTo>
                  <a:lnTo>
                    <a:pt x="32134" y="1957"/>
                  </a:lnTo>
                  <a:lnTo>
                    <a:pt x="32667" y="1281"/>
                  </a:lnTo>
                  <a:lnTo>
                    <a:pt x="33272" y="641"/>
                  </a:lnTo>
                  <a:lnTo>
                    <a:pt x="338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9">
              <a:extLst>
                <a:ext uri="{FF2B5EF4-FFF2-40B4-BE49-F238E27FC236}">
                  <a16:creationId xmlns:a16="http://schemas.microsoft.com/office/drawing/2014/main" id="{B2072E24-2657-398A-E36E-3CD99B711F9D}"/>
                </a:ext>
              </a:extLst>
            </p:cNvPr>
            <p:cNvSpPr/>
            <p:nvPr/>
          </p:nvSpPr>
          <p:spPr>
            <a:xfrm>
              <a:off x="5913256" y="3544814"/>
              <a:ext cx="597166" cy="276674"/>
            </a:xfrm>
            <a:custGeom>
              <a:avLst/>
              <a:gdLst/>
              <a:ahLst/>
              <a:cxnLst/>
              <a:rect l="l" t="t" r="r" b="b"/>
              <a:pathLst>
                <a:path w="32490" h="15053" extrusionOk="0">
                  <a:moveTo>
                    <a:pt x="0" y="0"/>
                  </a:moveTo>
                  <a:lnTo>
                    <a:pt x="605" y="641"/>
                  </a:lnTo>
                  <a:lnTo>
                    <a:pt x="1210" y="1281"/>
                  </a:lnTo>
                  <a:lnTo>
                    <a:pt x="1744" y="1957"/>
                  </a:lnTo>
                  <a:lnTo>
                    <a:pt x="2278" y="2669"/>
                  </a:lnTo>
                  <a:lnTo>
                    <a:pt x="2776" y="3416"/>
                  </a:lnTo>
                  <a:lnTo>
                    <a:pt x="3203" y="4164"/>
                  </a:lnTo>
                  <a:lnTo>
                    <a:pt x="3630" y="4946"/>
                  </a:lnTo>
                  <a:lnTo>
                    <a:pt x="4021" y="5729"/>
                  </a:lnTo>
                  <a:lnTo>
                    <a:pt x="4342" y="6583"/>
                  </a:lnTo>
                  <a:lnTo>
                    <a:pt x="4626" y="7402"/>
                  </a:lnTo>
                  <a:lnTo>
                    <a:pt x="4876" y="8291"/>
                  </a:lnTo>
                  <a:lnTo>
                    <a:pt x="5089" y="9181"/>
                  </a:lnTo>
                  <a:lnTo>
                    <a:pt x="5267" y="10071"/>
                  </a:lnTo>
                  <a:lnTo>
                    <a:pt x="5374" y="10960"/>
                  </a:lnTo>
                  <a:lnTo>
                    <a:pt x="5445" y="11921"/>
                  </a:lnTo>
                  <a:lnTo>
                    <a:pt x="5480" y="12846"/>
                  </a:lnTo>
                  <a:lnTo>
                    <a:pt x="5445" y="13949"/>
                  </a:lnTo>
                  <a:lnTo>
                    <a:pt x="5338" y="15053"/>
                  </a:lnTo>
                  <a:lnTo>
                    <a:pt x="14092" y="14981"/>
                  </a:lnTo>
                  <a:lnTo>
                    <a:pt x="14839" y="14946"/>
                  </a:lnTo>
                  <a:lnTo>
                    <a:pt x="16298" y="14804"/>
                  </a:lnTo>
                  <a:lnTo>
                    <a:pt x="18327" y="14590"/>
                  </a:lnTo>
                  <a:lnTo>
                    <a:pt x="19501" y="14412"/>
                  </a:lnTo>
                  <a:lnTo>
                    <a:pt x="20747" y="14199"/>
                  </a:lnTo>
                  <a:lnTo>
                    <a:pt x="21992" y="13949"/>
                  </a:lnTo>
                  <a:lnTo>
                    <a:pt x="23309" y="13700"/>
                  </a:lnTo>
                  <a:lnTo>
                    <a:pt x="24590" y="13345"/>
                  </a:lnTo>
                  <a:lnTo>
                    <a:pt x="25835" y="12989"/>
                  </a:lnTo>
                  <a:lnTo>
                    <a:pt x="27045" y="12597"/>
                  </a:lnTo>
                  <a:lnTo>
                    <a:pt x="28184" y="12135"/>
                  </a:lnTo>
                  <a:lnTo>
                    <a:pt x="28718" y="11886"/>
                  </a:lnTo>
                  <a:lnTo>
                    <a:pt x="29216" y="11601"/>
                  </a:lnTo>
                  <a:lnTo>
                    <a:pt x="29679" y="11352"/>
                  </a:lnTo>
                  <a:lnTo>
                    <a:pt x="30106" y="11067"/>
                  </a:lnTo>
                  <a:lnTo>
                    <a:pt x="30355" y="10889"/>
                  </a:lnTo>
                  <a:lnTo>
                    <a:pt x="30568" y="10676"/>
                  </a:lnTo>
                  <a:lnTo>
                    <a:pt x="30960" y="10249"/>
                  </a:lnTo>
                  <a:lnTo>
                    <a:pt x="31280" y="9750"/>
                  </a:lnTo>
                  <a:lnTo>
                    <a:pt x="31565" y="9217"/>
                  </a:lnTo>
                  <a:lnTo>
                    <a:pt x="31814" y="8576"/>
                  </a:lnTo>
                  <a:lnTo>
                    <a:pt x="32027" y="7936"/>
                  </a:lnTo>
                  <a:lnTo>
                    <a:pt x="32169" y="7224"/>
                  </a:lnTo>
                  <a:lnTo>
                    <a:pt x="32312" y="6512"/>
                  </a:lnTo>
                  <a:lnTo>
                    <a:pt x="32383" y="5729"/>
                  </a:lnTo>
                  <a:lnTo>
                    <a:pt x="32454" y="4946"/>
                  </a:lnTo>
                  <a:lnTo>
                    <a:pt x="32490" y="4128"/>
                  </a:lnTo>
                  <a:lnTo>
                    <a:pt x="32490" y="3310"/>
                  </a:lnTo>
                  <a:lnTo>
                    <a:pt x="32490" y="2491"/>
                  </a:lnTo>
                  <a:lnTo>
                    <a:pt x="32454" y="1637"/>
                  </a:lnTo>
                  <a:lnTo>
                    <a:pt x="3231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9">
              <a:extLst>
                <a:ext uri="{FF2B5EF4-FFF2-40B4-BE49-F238E27FC236}">
                  <a16:creationId xmlns:a16="http://schemas.microsoft.com/office/drawing/2014/main" id="{5D8AB158-B761-4227-DACC-F8E6AD993153}"/>
                </a:ext>
              </a:extLst>
            </p:cNvPr>
            <p:cNvSpPr/>
            <p:nvPr/>
          </p:nvSpPr>
          <p:spPr>
            <a:xfrm>
              <a:off x="5388691" y="3483333"/>
              <a:ext cx="594556" cy="594538"/>
            </a:xfrm>
            <a:custGeom>
              <a:avLst/>
              <a:gdLst/>
              <a:ahLst/>
              <a:cxnLst/>
              <a:rect l="l" t="t" r="r" b="b"/>
              <a:pathLst>
                <a:path w="32348" h="32347" extrusionOk="0">
                  <a:moveTo>
                    <a:pt x="16192" y="0"/>
                  </a:moveTo>
                  <a:lnTo>
                    <a:pt x="15338" y="36"/>
                  </a:lnTo>
                  <a:lnTo>
                    <a:pt x="14520" y="107"/>
                  </a:lnTo>
                  <a:lnTo>
                    <a:pt x="13701" y="214"/>
                  </a:lnTo>
                  <a:lnTo>
                    <a:pt x="12918" y="356"/>
                  </a:lnTo>
                  <a:lnTo>
                    <a:pt x="12136" y="534"/>
                  </a:lnTo>
                  <a:lnTo>
                    <a:pt x="11388" y="747"/>
                  </a:lnTo>
                  <a:lnTo>
                    <a:pt x="10605" y="997"/>
                  </a:lnTo>
                  <a:lnTo>
                    <a:pt x="9894" y="1281"/>
                  </a:lnTo>
                  <a:lnTo>
                    <a:pt x="9182" y="1601"/>
                  </a:lnTo>
                  <a:lnTo>
                    <a:pt x="8470" y="1957"/>
                  </a:lnTo>
                  <a:lnTo>
                    <a:pt x="7794" y="2349"/>
                  </a:lnTo>
                  <a:lnTo>
                    <a:pt x="7154" y="2776"/>
                  </a:lnTo>
                  <a:lnTo>
                    <a:pt x="6513" y="3238"/>
                  </a:lnTo>
                  <a:lnTo>
                    <a:pt x="5908" y="3701"/>
                  </a:lnTo>
                  <a:lnTo>
                    <a:pt x="5303" y="4235"/>
                  </a:lnTo>
                  <a:lnTo>
                    <a:pt x="4734" y="4769"/>
                  </a:lnTo>
                  <a:lnTo>
                    <a:pt x="4200" y="5302"/>
                  </a:lnTo>
                  <a:lnTo>
                    <a:pt x="3702" y="5907"/>
                  </a:lnTo>
                  <a:lnTo>
                    <a:pt x="3239" y="6512"/>
                  </a:lnTo>
                  <a:lnTo>
                    <a:pt x="2777" y="7153"/>
                  </a:lnTo>
                  <a:lnTo>
                    <a:pt x="2350" y="7793"/>
                  </a:lnTo>
                  <a:lnTo>
                    <a:pt x="1958" y="8469"/>
                  </a:lnTo>
                  <a:lnTo>
                    <a:pt x="1602" y="9181"/>
                  </a:lnTo>
                  <a:lnTo>
                    <a:pt x="1282" y="9893"/>
                  </a:lnTo>
                  <a:lnTo>
                    <a:pt x="997" y="10640"/>
                  </a:lnTo>
                  <a:lnTo>
                    <a:pt x="748" y="11387"/>
                  </a:lnTo>
                  <a:lnTo>
                    <a:pt x="535" y="12135"/>
                  </a:lnTo>
                  <a:lnTo>
                    <a:pt x="321" y="12918"/>
                  </a:lnTo>
                  <a:lnTo>
                    <a:pt x="179" y="13736"/>
                  </a:lnTo>
                  <a:lnTo>
                    <a:pt x="108" y="14519"/>
                  </a:lnTo>
                  <a:lnTo>
                    <a:pt x="37" y="15373"/>
                  </a:lnTo>
                  <a:lnTo>
                    <a:pt x="1" y="16191"/>
                  </a:lnTo>
                  <a:lnTo>
                    <a:pt x="37" y="17010"/>
                  </a:lnTo>
                  <a:lnTo>
                    <a:pt x="108" y="17828"/>
                  </a:lnTo>
                  <a:lnTo>
                    <a:pt x="179" y="18647"/>
                  </a:lnTo>
                  <a:lnTo>
                    <a:pt x="321" y="19465"/>
                  </a:lnTo>
                  <a:lnTo>
                    <a:pt x="535" y="20248"/>
                  </a:lnTo>
                  <a:lnTo>
                    <a:pt x="748" y="20995"/>
                  </a:lnTo>
                  <a:lnTo>
                    <a:pt x="997" y="21743"/>
                  </a:lnTo>
                  <a:lnTo>
                    <a:pt x="1282" y="22490"/>
                  </a:lnTo>
                  <a:lnTo>
                    <a:pt x="1602" y="23202"/>
                  </a:lnTo>
                  <a:lnTo>
                    <a:pt x="1958" y="23913"/>
                  </a:lnTo>
                  <a:lnTo>
                    <a:pt x="2350" y="24589"/>
                  </a:lnTo>
                  <a:lnTo>
                    <a:pt x="2777" y="25230"/>
                  </a:lnTo>
                  <a:lnTo>
                    <a:pt x="3239" y="25871"/>
                  </a:lnTo>
                  <a:lnTo>
                    <a:pt x="3702" y="26475"/>
                  </a:lnTo>
                  <a:lnTo>
                    <a:pt x="4200" y="27080"/>
                  </a:lnTo>
                  <a:lnTo>
                    <a:pt x="4734" y="27614"/>
                  </a:lnTo>
                  <a:lnTo>
                    <a:pt x="5303" y="28148"/>
                  </a:lnTo>
                  <a:lnTo>
                    <a:pt x="5908" y="28682"/>
                  </a:lnTo>
                  <a:lnTo>
                    <a:pt x="6513" y="29144"/>
                  </a:lnTo>
                  <a:lnTo>
                    <a:pt x="7154" y="29607"/>
                  </a:lnTo>
                  <a:lnTo>
                    <a:pt x="7794" y="30034"/>
                  </a:lnTo>
                  <a:lnTo>
                    <a:pt x="8470" y="30425"/>
                  </a:lnTo>
                  <a:lnTo>
                    <a:pt x="9182" y="30781"/>
                  </a:lnTo>
                  <a:lnTo>
                    <a:pt x="9894" y="31102"/>
                  </a:lnTo>
                  <a:lnTo>
                    <a:pt x="10605" y="31386"/>
                  </a:lnTo>
                  <a:lnTo>
                    <a:pt x="11388" y="31635"/>
                  </a:lnTo>
                  <a:lnTo>
                    <a:pt x="12136" y="31849"/>
                  </a:lnTo>
                  <a:lnTo>
                    <a:pt x="12918" y="32027"/>
                  </a:lnTo>
                  <a:lnTo>
                    <a:pt x="13701" y="32169"/>
                  </a:lnTo>
                  <a:lnTo>
                    <a:pt x="14520" y="32276"/>
                  </a:lnTo>
                  <a:lnTo>
                    <a:pt x="15338" y="32347"/>
                  </a:lnTo>
                  <a:lnTo>
                    <a:pt x="17011" y="32347"/>
                  </a:lnTo>
                  <a:lnTo>
                    <a:pt x="17829" y="32276"/>
                  </a:lnTo>
                  <a:lnTo>
                    <a:pt x="18648" y="32169"/>
                  </a:lnTo>
                  <a:lnTo>
                    <a:pt x="19431" y="32027"/>
                  </a:lnTo>
                  <a:lnTo>
                    <a:pt x="20213" y="31849"/>
                  </a:lnTo>
                  <a:lnTo>
                    <a:pt x="20996" y="31635"/>
                  </a:lnTo>
                  <a:lnTo>
                    <a:pt x="21744" y="31386"/>
                  </a:lnTo>
                  <a:lnTo>
                    <a:pt x="22491" y="31102"/>
                  </a:lnTo>
                  <a:lnTo>
                    <a:pt x="23203" y="30781"/>
                  </a:lnTo>
                  <a:lnTo>
                    <a:pt x="23879" y="30425"/>
                  </a:lnTo>
                  <a:lnTo>
                    <a:pt x="24555" y="30034"/>
                  </a:lnTo>
                  <a:lnTo>
                    <a:pt x="25231" y="29607"/>
                  </a:lnTo>
                  <a:lnTo>
                    <a:pt x="25871" y="29144"/>
                  </a:lnTo>
                  <a:lnTo>
                    <a:pt x="26476" y="28682"/>
                  </a:lnTo>
                  <a:lnTo>
                    <a:pt x="27046" y="28148"/>
                  </a:lnTo>
                  <a:lnTo>
                    <a:pt x="27615" y="27614"/>
                  </a:lnTo>
                  <a:lnTo>
                    <a:pt x="28149" y="27080"/>
                  </a:lnTo>
                  <a:lnTo>
                    <a:pt x="28647" y="26475"/>
                  </a:lnTo>
                  <a:lnTo>
                    <a:pt x="29145" y="25871"/>
                  </a:lnTo>
                  <a:lnTo>
                    <a:pt x="29608" y="25230"/>
                  </a:lnTo>
                  <a:lnTo>
                    <a:pt x="29999" y="24589"/>
                  </a:lnTo>
                  <a:lnTo>
                    <a:pt x="30391" y="23913"/>
                  </a:lnTo>
                  <a:lnTo>
                    <a:pt x="30747" y="23202"/>
                  </a:lnTo>
                  <a:lnTo>
                    <a:pt x="31067" y="22490"/>
                  </a:lnTo>
                  <a:lnTo>
                    <a:pt x="31387" y="21743"/>
                  </a:lnTo>
                  <a:lnTo>
                    <a:pt x="31636" y="20995"/>
                  </a:lnTo>
                  <a:lnTo>
                    <a:pt x="31850" y="20248"/>
                  </a:lnTo>
                  <a:lnTo>
                    <a:pt x="32028" y="19465"/>
                  </a:lnTo>
                  <a:lnTo>
                    <a:pt x="32170" y="18647"/>
                  </a:lnTo>
                  <a:lnTo>
                    <a:pt x="32277" y="17828"/>
                  </a:lnTo>
                  <a:lnTo>
                    <a:pt x="32348" y="17010"/>
                  </a:lnTo>
                  <a:lnTo>
                    <a:pt x="32348" y="16191"/>
                  </a:lnTo>
                  <a:lnTo>
                    <a:pt x="32348" y="15373"/>
                  </a:lnTo>
                  <a:lnTo>
                    <a:pt x="32277" y="14519"/>
                  </a:lnTo>
                  <a:lnTo>
                    <a:pt x="32170" y="13736"/>
                  </a:lnTo>
                  <a:lnTo>
                    <a:pt x="32028" y="12918"/>
                  </a:lnTo>
                  <a:lnTo>
                    <a:pt x="31850" y="12135"/>
                  </a:lnTo>
                  <a:lnTo>
                    <a:pt x="31636" y="11387"/>
                  </a:lnTo>
                  <a:lnTo>
                    <a:pt x="31387" y="10640"/>
                  </a:lnTo>
                  <a:lnTo>
                    <a:pt x="31067" y="9893"/>
                  </a:lnTo>
                  <a:lnTo>
                    <a:pt x="30747" y="9181"/>
                  </a:lnTo>
                  <a:lnTo>
                    <a:pt x="30391" y="8469"/>
                  </a:lnTo>
                  <a:lnTo>
                    <a:pt x="29999" y="7793"/>
                  </a:lnTo>
                  <a:lnTo>
                    <a:pt x="29608" y="7153"/>
                  </a:lnTo>
                  <a:lnTo>
                    <a:pt x="29145" y="6512"/>
                  </a:lnTo>
                  <a:lnTo>
                    <a:pt x="28647" y="5907"/>
                  </a:lnTo>
                  <a:lnTo>
                    <a:pt x="28149" y="5302"/>
                  </a:lnTo>
                  <a:lnTo>
                    <a:pt x="27615" y="4769"/>
                  </a:lnTo>
                  <a:lnTo>
                    <a:pt x="27046" y="4235"/>
                  </a:lnTo>
                  <a:lnTo>
                    <a:pt x="26476" y="3701"/>
                  </a:lnTo>
                  <a:lnTo>
                    <a:pt x="25871" y="3238"/>
                  </a:lnTo>
                  <a:lnTo>
                    <a:pt x="25231" y="2776"/>
                  </a:lnTo>
                  <a:lnTo>
                    <a:pt x="24555" y="2349"/>
                  </a:lnTo>
                  <a:lnTo>
                    <a:pt x="23879" y="1957"/>
                  </a:lnTo>
                  <a:lnTo>
                    <a:pt x="23203" y="1601"/>
                  </a:lnTo>
                  <a:lnTo>
                    <a:pt x="22491" y="1281"/>
                  </a:lnTo>
                  <a:lnTo>
                    <a:pt x="21744" y="997"/>
                  </a:lnTo>
                  <a:lnTo>
                    <a:pt x="20996" y="747"/>
                  </a:lnTo>
                  <a:lnTo>
                    <a:pt x="20213" y="534"/>
                  </a:lnTo>
                  <a:lnTo>
                    <a:pt x="19431" y="356"/>
                  </a:lnTo>
                  <a:lnTo>
                    <a:pt x="18648" y="214"/>
                  </a:lnTo>
                  <a:lnTo>
                    <a:pt x="17829" y="107"/>
                  </a:lnTo>
                  <a:lnTo>
                    <a:pt x="17011" y="36"/>
                  </a:lnTo>
                  <a:lnTo>
                    <a:pt x="1619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9">
              <a:extLst>
                <a:ext uri="{FF2B5EF4-FFF2-40B4-BE49-F238E27FC236}">
                  <a16:creationId xmlns:a16="http://schemas.microsoft.com/office/drawing/2014/main" id="{1C2CB5BC-34FE-EE41-8417-CBC45122E7CE}"/>
                </a:ext>
              </a:extLst>
            </p:cNvPr>
            <p:cNvSpPr/>
            <p:nvPr/>
          </p:nvSpPr>
          <p:spPr>
            <a:xfrm>
              <a:off x="5485499" y="3580122"/>
              <a:ext cx="401603" cy="401603"/>
            </a:xfrm>
            <a:custGeom>
              <a:avLst/>
              <a:gdLst/>
              <a:ahLst/>
              <a:cxnLst/>
              <a:rect l="l" t="t" r="r" b="b"/>
              <a:pathLst>
                <a:path w="21850" h="21850" extrusionOk="0">
                  <a:moveTo>
                    <a:pt x="10356" y="1"/>
                  </a:moveTo>
                  <a:lnTo>
                    <a:pt x="9787" y="36"/>
                  </a:lnTo>
                  <a:lnTo>
                    <a:pt x="9253" y="107"/>
                  </a:lnTo>
                  <a:lnTo>
                    <a:pt x="8719" y="214"/>
                  </a:lnTo>
                  <a:lnTo>
                    <a:pt x="8185" y="321"/>
                  </a:lnTo>
                  <a:lnTo>
                    <a:pt x="7651" y="499"/>
                  </a:lnTo>
                  <a:lnTo>
                    <a:pt x="7153" y="641"/>
                  </a:lnTo>
                  <a:lnTo>
                    <a:pt x="6655" y="855"/>
                  </a:lnTo>
                  <a:lnTo>
                    <a:pt x="6192" y="1068"/>
                  </a:lnTo>
                  <a:lnTo>
                    <a:pt x="5694" y="1317"/>
                  </a:lnTo>
                  <a:lnTo>
                    <a:pt x="5232" y="1566"/>
                  </a:lnTo>
                  <a:lnTo>
                    <a:pt x="4805" y="1851"/>
                  </a:lnTo>
                  <a:lnTo>
                    <a:pt x="4378" y="2171"/>
                  </a:lnTo>
                  <a:lnTo>
                    <a:pt x="3951" y="2492"/>
                  </a:lnTo>
                  <a:lnTo>
                    <a:pt x="3559" y="2848"/>
                  </a:lnTo>
                  <a:lnTo>
                    <a:pt x="3203" y="3203"/>
                  </a:lnTo>
                  <a:lnTo>
                    <a:pt x="2812" y="3559"/>
                  </a:lnTo>
                  <a:lnTo>
                    <a:pt x="2492" y="3986"/>
                  </a:lnTo>
                  <a:lnTo>
                    <a:pt x="2171" y="4378"/>
                  </a:lnTo>
                  <a:lnTo>
                    <a:pt x="1851" y="4805"/>
                  </a:lnTo>
                  <a:lnTo>
                    <a:pt x="1566" y="5267"/>
                  </a:lnTo>
                  <a:lnTo>
                    <a:pt x="1317" y="5730"/>
                  </a:lnTo>
                  <a:lnTo>
                    <a:pt x="1068" y="6193"/>
                  </a:lnTo>
                  <a:lnTo>
                    <a:pt x="855" y="6655"/>
                  </a:lnTo>
                  <a:lnTo>
                    <a:pt x="641" y="7153"/>
                  </a:lnTo>
                  <a:lnTo>
                    <a:pt x="463" y="7687"/>
                  </a:lnTo>
                  <a:lnTo>
                    <a:pt x="321" y="8185"/>
                  </a:lnTo>
                  <a:lnTo>
                    <a:pt x="214" y="8719"/>
                  </a:lnTo>
                  <a:lnTo>
                    <a:pt x="107" y="9253"/>
                  </a:lnTo>
                  <a:lnTo>
                    <a:pt x="36" y="9822"/>
                  </a:lnTo>
                  <a:lnTo>
                    <a:pt x="1" y="10356"/>
                  </a:lnTo>
                  <a:lnTo>
                    <a:pt x="1" y="10925"/>
                  </a:lnTo>
                  <a:lnTo>
                    <a:pt x="1" y="11495"/>
                  </a:lnTo>
                  <a:lnTo>
                    <a:pt x="36" y="12028"/>
                  </a:lnTo>
                  <a:lnTo>
                    <a:pt x="107" y="12598"/>
                  </a:lnTo>
                  <a:lnTo>
                    <a:pt x="214" y="13132"/>
                  </a:lnTo>
                  <a:lnTo>
                    <a:pt x="321" y="13665"/>
                  </a:lnTo>
                  <a:lnTo>
                    <a:pt x="463" y="14164"/>
                  </a:lnTo>
                  <a:lnTo>
                    <a:pt x="641" y="14697"/>
                  </a:lnTo>
                  <a:lnTo>
                    <a:pt x="855" y="15160"/>
                  </a:lnTo>
                  <a:lnTo>
                    <a:pt x="1068" y="15658"/>
                  </a:lnTo>
                  <a:lnTo>
                    <a:pt x="1317" y="16121"/>
                  </a:lnTo>
                  <a:lnTo>
                    <a:pt x="1566" y="16583"/>
                  </a:lnTo>
                  <a:lnTo>
                    <a:pt x="1851" y="17046"/>
                  </a:lnTo>
                  <a:lnTo>
                    <a:pt x="2171" y="17473"/>
                  </a:lnTo>
                  <a:lnTo>
                    <a:pt x="2492" y="17864"/>
                  </a:lnTo>
                  <a:lnTo>
                    <a:pt x="2812" y="18256"/>
                  </a:lnTo>
                  <a:lnTo>
                    <a:pt x="3203" y="18647"/>
                  </a:lnTo>
                  <a:lnTo>
                    <a:pt x="3559" y="19003"/>
                  </a:lnTo>
                  <a:lnTo>
                    <a:pt x="3951" y="19359"/>
                  </a:lnTo>
                  <a:lnTo>
                    <a:pt x="4378" y="19679"/>
                  </a:lnTo>
                  <a:lnTo>
                    <a:pt x="4805" y="20000"/>
                  </a:lnTo>
                  <a:lnTo>
                    <a:pt x="5232" y="20284"/>
                  </a:lnTo>
                  <a:lnTo>
                    <a:pt x="5694" y="20533"/>
                  </a:lnTo>
                  <a:lnTo>
                    <a:pt x="6192" y="20782"/>
                  </a:lnTo>
                  <a:lnTo>
                    <a:pt x="6655" y="20996"/>
                  </a:lnTo>
                  <a:lnTo>
                    <a:pt x="7153" y="21174"/>
                  </a:lnTo>
                  <a:lnTo>
                    <a:pt x="7651" y="21352"/>
                  </a:lnTo>
                  <a:lnTo>
                    <a:pt x="8185" y="21494"/>
                  </a:lnTo>
                  <a:lnTo>
                    <a:pt x="8719" y="21636"/>
                  </a:lnTo>
                  <a:lnTo>
                    <a:pt x="9253" y="21743"/>
                  </a:lnTo>
                  <a:lnTo>
                    <a:pt x="9787" y="21779"/>
                  </a:lnTo>
                  <a:lnTo>
                    <a:pt x="10356" y="21850"/>
                  </a:lnTo>
                  <a:lnTo>
                    <a:pt x="11495" y="21850"/>
                  </a:lnTo>
                  <a:lnTo>
                    <a:pt x="12028" y="21779"/>
                  </a:lnTo>
                  <a:lnTo>
                    <a:pt x="12562" y="21743"/>
                  </a:lnTo>
                  <a:lnTo>
                    <a:pt x="13132" y="21636"/>
                  </a:lnTo>
                  <a:lnTo>
                    <a:pt x="13630" y="21494"/>
                  </a:lnTo>
                  <a:lnTo>
                    <a:pt x="14164" y="21352"/>
                  </a:lnTo>
                  <a:lnTo>
                    <a:pt x="14662" y="21174"/>
                  </a:lnTo>
                  <a:lnTo>
                    <a:pt x="15160" y="20996"/>
                  </a:lnTo>
                  <a:lnTo>
                    <a:pt x="15658" y="20782"/>
                  </a:lnTo>
                  <a:lnTo>
                    <a:pt x="16121" y="20533"/>
                  </a:lnTo>
                  <a:lnTo>
                    <a:pt x="16583" y="20284"/>
                  </a:lnTo>
                  <a:lnTo>
                    <a:pt x="17010" y="20000"/>
                  </a:lnTo>
                  <a:lnTo>
                    <a:pt x="17437" y="19679"/>
                  </a:lnTo>
                  <a:lnTo>
                    <a:pt x="17864" y="19359"/>
                  </a:lnTo>
                  <a:lnTo>
                    <a:pt x="18256" y="19003"/>
                  </a:lnTo>
                  <a:lnTo>
                    <a:pt x="18647" y="18647"/>
                  </a:lnTo>
                  <a:lnTo>
                    <a:pt x="19003" y="18256"/>
                  </a:lnTo>
                  <a:lnTo>
                    <a:pt x="19359" y="17864"/>
                  </a:lnTo>
                  <a:lnTo>
                    <a:pt x="19679" y="17473"/>
                  </a:lnTo>
                  <a:lnTo>
                    <a:pt x="19964" y="17046"/>
                  </a:lnTo>
                  <a:lnTo>
                    <a:pt x="20249" y="16583"/>
                  </a:lnTo>
                  <a:lnTo>
                    <a:pt x="20533" y="16121"/>
                  </a:lnTo>
                  <a:lnTo>
                    <a:pt x="20782" y="15658"/>
                  </a:lnTo>
                  <a:lnTo>
                    <a:pt x="20996" y="15160"/>
                  </a:lnTo>
                  <a:lnTo>
                    <a:pt x="21174" y="14697"/>
                  </a:lnTo>
                  <a:lnTo>
                    <a:pt x="21352" y="14164"/>
                  </a:lnTo>
                  <a:lnTo>
                    <a:pt x="21494" y="13665"/>
                  </a:lnTo>
                  <a:lnTo>
                    <a:pt x="21636" y="13132"/>
                  </a:lnTo>
                  <a:lnTo>
                    <a:pt x="21708" y="12598"/>
                  </a:lnTo>
                  <a:lnTo>
                    <a:pt x="21779" y="12028"/>
                  </a:lnTo>
                  <a:lnTo>
                    <a:pt x="21814" y="11495"/>
                  </a:lnTo>
                  <a:lnTo>
                    <a:pt x="21850" y="10925"/>
                  </a:lnTo>
                  <a:lnTo>
                    <a:pt x="21814" y="10356"/>
                  </a:lnTo>
                  <a:lnTo>
                    <a:pt x="21779" y="9822"/>
                  </a:lnTo>
                  <a:lnTo>
                    <a:pt x="21708" y="9253"/>
                  </a:lnTo>
                  <a:lnTo>
                    <a:pt x="21636" y="8719"/>
                  </a:lnTo>
                  <a:lnTo>
                    <a:pt x="21494" y="8185"/>
                  </a:lnTo>
                  <a:lnTo>
                    <a:pt x="21352" y="7687"/>
                  </a:lnTo>
                  <a:lnTo>
                    <a:pt x="21174" y="7153"/>
                  </a:lnTo>
                  <a:lnTo>
                    <a:pt x="20996" y="6655"/>
                  </a:lnTo>
                  <a:lnTo>
                    <a:pt x="20782" y="6193"/>
                  </a:lnTo>
                  <a:lnTo>
                    <a:pt x="20533" y="5730"/>
                  </a:lnTo>
                  <a:lnTo>
                    <a:pt x="20249" y="5267"/>
                  </a:lnTo>
                  <a:lnTo>
                    <a:pt x="19964" y="4805"/>
                  </a:lnTo>
                  <a:lnTo>
                    <a:pt x="19679" y="4378"/>
                  </a:lnTo>
                  <a:lnTo>
                    <a:pt x="19359" y="3986"/>
                  </a:lnTo>
                  <a:lnTo>
                    <a:pt x="19003" y="3559"/>
                  </a:lnTo>
                  <a:lnTo>
                    <a:pt x="18647" y="3203"/>
                  </a:lnTo>
                  <a:lnTo>
                    <a:pt x="18256" y="2848"/>
                  </a:lnTo>
                  <a:lnTo>
                    <a:pt x="17864" y="2492"/>
                  </a:lnTo>
                  <a:lnTo>
                    <a:pt x="17437" y="2171"/>
                  </a:lnTo>
                  <a:lnTo>
                    <a:pt x="17010" y="1851"/>
                  </a:lnTo>
                  <a:lnTo>
                    <a:pt x="16583" y="1566"/>
                  </a:lnTo>
                  <a:lnTo>
                    <a:pt x="16121" y="1317"/>
                  </a:lnTo>
                  <a:lnTo>
                    <a:pt x="15658" y="1068"/>
                  </a:lnTo>
                  <a:lnTo>
                    <a:pt x="15160" y="855"/>
                  </a:lnTo>
                  <a:lnTo>
                    <a:pt x="14662" y="641"/>
                  </a:lnTo>
                  <a:lnTo>
                    <a:pt x="14164" y="499"/>
                  </a:lnTo>
                  <a:lnTo>
                    <a:pt x="13630" y="321"/>
                  </a:lnTo>
                  <a:lnTo>
                    <a:pt x="13132" y="214"/>
                  </a:lnTo>
                  <a:lnTo>
                    <a:pt x="12562" y="107"/>
                  </a:lnTo>
                  <a:lnTo>
                    <a:pt x="12028" y="36"/>
                  </a:lnTo>
                  <a:lnTo>
                    <a:pt x="114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9">
              <a:extLst>
                <a:ext uri="{FF2B5EF4-FFF2-40B4-BE49-F238E27FC236}">
                  <a16:creationId xmlns:a16="http://schemas.microsoft.com/office/drawing/2014/main" id="{CFB039D7-382F-022B-78DC-CAB40CD5598F}"/>
                </a:ext>
              </a:extLst>
            </p:cNvPr>
            <p:cNvSpPr/>
            <p:nvPr/>
          </p:nvSpPr>
          <p:spPr>
            <a:xfrm>
              <a:off x="5633311" y="3611515"/>
              <a:ext cx="105336" cy="147849"/>
            </a:xfrm>
            <a:custGeom>
              <a:avLst/>
              <a:gdLst/>
              <a:ahLst/>
              <a:cxnLst/>
              <a:rect l="l" t="t" r="r" b="b"/>
              <a:pathLst>
                <a:path w="5731" h="8044" extrusionOk="0">
                  <a:moveTo>
                    <a:pt x="2136" y="1"/>
                  </a:moveTo>
                  <a:lnTo>
                    <a:pt x="1389" y="72"/>
                  </a:lnTo>
                  <a:lnTo>
                    <a:pt x="713" y="214"/>
                  </a:lnTo>
                  <a:lnTo>
                    <a:pt x="1" y="357"/>
                  </a:lnTo>
                  <a:lnTo>
                    <a:pt x="2883" y="8043"/>
                  </a:lnTo>
                  <a:lnTo>
                    <a:pt x="5730" y="357"/>
                  </a:lnTo>
                  <a:lnTo>
                    <a:pt x="5054" y="214"/>
                  </a:lnTo>
                  <a:lnTo>
                    <a:pt x="4342" y="72"/>
                  </a:lnTo>
                  <a:lnTo>
                    <a:pt x="36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9">
              <a:extLst>
                <a:ext uri="{FF2B5EF4-FFF2-40B4-BE49-F238E27FC236}">
                  <a16:creationId xmlns:a16="http://schemas.microsoft.com/office/drawing/2014/main" id="{B6521A8E-A8D7-AA08-D843-4526B4E8BF6F}"/>
                </a:ext>
              </a:extLst>
            </p:cNvPr>
            <p:cNvSpPr/>
            <p:nvPr/>
          </p:nvSpPr>
          <p:spPr>
            <a:xfrm>
              <a:off x="5701335" y="3628535"/>
              <a:ext cx="136729" cy="137354"/>
            </a:xfrm>
            <a:custGeom>
              <a:avLst/>
              <a:gdLst/>
              <a:ahLst/>
              <a:cxnLst/>
              <a:rect l="l" t="t" r="r" b="b"/>
              <a:pathLst>
                <a:path w="7439" h="7473" extrusionOk="0">
                  <a:moveTo>
                    <a:pt x="3417" y="0"/>
                  </a:moveTo>
                  <a:lnTo>
                    <a:pt x="1" y="7473"/>
                  </a:lnTo>
                  <a:lnTo>
                    <a:pt x="7438" y="4057"/>
                  </a:lnTo>
                  <a:lnTo>
                    <a:pt x="7082" y="3452"/>
                  </a:lnTo>
                  <a:lnTo>
                    <a:pt x="6655" y="2882"/>
                  </a:lnTo>
                  <a:lnTo>
                    <a:pt x="6193" y="2313"/>
                  </a:lnTo>
                  <a:lnTo>
                    <a:pt x="5694" y="1779"/>
                  </a:lnTo>
                  <a:lnTo>
                    <a:pt x="5161" y="1245"/>
                  </a:lnTo>
                  <a:lnTo>
                    <a:pt x="4591" y="783"/>
                  </a:lnTo>
                  <a:lnTo>
                    <a:pt x="3986" y="391"/>
                  </a:lnTo>
                  <a:lnTo>
                    <a:pt x="34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9">
              <a:extLst>
                <a:ext uri="{FF2B5EF4-FFF2-40B4-BE49-F238E27FC236}">
                  <a16:creationId xmlns:a16="http://schemas.microsoft.com/office/drawing/2014/main" id="{DDD1C8F9-0CBC-CD2D-7F0B-1C54E7C89047}"/>
                </a:ext>
              </a:extLst>
            </p:cNvPr>
            <p:cNvSpPr/>
            <p:nvPr/>
          </p:nvSpPr>
          <p:spPr>
            <a:xfrm>
              <a:off x="5707878" y="3727934"/>
              <a:ext cx="147830" cy="105336"/>
            </a:xfrm>
            <a:custGeom>
              <a:avLst/>
              <a:gdLst/>
              <a:ahLst/>
              <a:cxnLst/>
              <a:rect l="l" t="t" r="r" b="b"/>
              <a:pathLst>
                <a:path w="8043" h="5731" extrusionOk="0">
                  <a:moveTo>
                    <a:pt x="7651" y="1"/>
                  </a:moveTo>
                  <a:lnTo>
                    <a:pt x="1" y="2883"/>
                  </a:lnTo>
                  <a:lnTo>
                    <a:pt x="7651" y="5730"/>
                  </a:lnTo>
                  <a:lnTo>
                    <a:pt x="7829" y="5054"/>
                  </a:lnTo>
                  <a:lnTo>
                    <a:pt x="7936" y="4342"/>
                  </a:lnTo>
                  <a:lnTo>
                    <a:pt x="8007" y="3631"/>
                  </a:lnTo>
                  <a:lnTo>
                    <a:pt x="8043" y="2883"/>
                  </a:lnTo>
                  <a:lnTo>
                    <a:pt x="8007" y="2136"/>
                  </a:lnTo>
                  <a:lnTo>
                    <a:pt x="7936" y="1424"/>
                  </a:lnTo>
                  <a:lnTo>
                    <a:pt x="7829" y="713"/>
                  </a:lnTo>
                  <a:lnTo>
                    <a:pt x="76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9">
              <a:extLst>
                <a:ext uri="{FF2B5EF4-FFF2-40B4-BE49-F238E27FC236}">
                  <a16:creationId xmlns:a16="http://schemas.microsoft.com/office/drawing/2014/main" id="{B134CD5E-6D9A-9C89-FBE5-16603580B97F}"/>
                </a:ext>
              </a:extLst>
            </p:cNvPr>
            <p:cNvSpPr/>
            <p:nvPr/>
          </p:nvSpPr>
          <p:spPr>
            <a:xfrm>
              <a:off x="5701335" y="3795958"/>
              <a:ext cx="136729" cy="137372"/>
            </a:xfrm>
            <a:custGeom>
              <a:avLst/>
              <a:gdLst/>
              <a:ahLst/>
              <a:cxnLst/>
              <a:rect l="l" t="t" r="r" b="b"/>
              <a:pathLst>
                <a:path w="7439" h="7474" extrusionOk="0">
                  <a:moveTo>
                    <a:pt x="1" y="1"/>
                  </a:moveTo>
                  <a:lnTo>
                    <a:pt x="3417" y="7474"/>
                  </a:lnTo>
                  <a:lnTo>
                    <a:pt x="3986" y="7082"/>
                  </a:lnTo>
                  <a:lnTo>
                    <a:pt x="4591" y="6655"/>
                  </a:lnTo>
                  <a:lnTo>
                    <a:pt x="5161" y="6228"/>
                  </a:lnTo>
                  <a:lnTo>
                    <a:pt x="5694" y="5694"/>
                  </a:lnTo>
                  <a:lnTo>
                    <a:pt x="6193" y="5161"/>
                  </a:lnTo>
                  <a:lnTo>
                    <a:pt x="6655" y="4591"/>
                  </a:lnTo>
                  <a:lnTo>
                    <a:pt x="7082" y="4022"/>
                  </a:lnTo>
                  <a:lnTo>
                    <a:pt x="7438" y="34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9">
              <a:extLst>
                <a:ext uri="{FF2B5EF4-FFF2-40B4-BE49-F238E27FC236}">
                  <a16:creationId xmlns:a16="http://schemas.microsoft.com/office/drawing/2014/main" id="{A8085265-7C91-C7C5-343C-EE8041AA8C0A}"/>
                </a:ext>
              </a:extLst>
            </p:cNvPr>
            <p:cNvSpPr/>
            <p:nvPr/>
          </p:nvSpPr>
          <p:spPr>
            <a:xfrm>
              <a:off x="5633311" y="3802502"/>
              <a:ext cx="105336" cy="147830"/>
            </a:xfrm>
            <a:custGeom>
              <a:avLst/>
              <a:gdLst/>
              <a:ahLst/>
              <a:cxnLst/>
              <a:rect l="l" t="t" r="r" b="b"/>
              <a:pathLst>
                <a:path w="5731" h="8043" extrusionOk="0">
                  <a:moveTo>
                    <a:pt x="2883" y="1"/>
                  </a:moveTo>
                  <a:lnTo>
                    <a:pt x="1" y="7687"/>
                  </a:lnTo>
                  <a:lnTo>
                    <a:pt x="713" y="7829"/>
                  </a:lnTo>
                  <a:lnTo>
                    <a:pt x="1389" y="7936"/>
                  </a:lnTo>
                  <a:lnTo>
                    <a:pt x="2136" y="8043"/>
                  </a:lnTo>
                  <a:lnTo>
                    <a:pt x="3631" y="8043"/>
                  </a:lnTo>
                  <a:lnTo>
                    <a:pt x="4342" y="7936"/>
                  </a:lnTo>
                  <a:lnTo>
                    <a:pt x="5054" y="7829"/>
                  </a:lnTo>
                  <a:lnTo>
                    <a:pt x="5730" y="7687"/>
                  </a:lnTo>
                  <a:lnTo>
                    <a:pt x="2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9">
              <a:extLst>
                <a:ext uri="{FF2B5EF4-FFF2-40B4-BE49-F238E27FC236}">
                  <a16:creationId xmlns:a16="http://schemas.microsoft.com/office/drawing/2014/main" id="{4F21CBBB-0DD6-6C80-3FE3-BB41EBCBF9EC}"/>
                </a:ext>
              </a:extLst>
            </p:cNvPr>
            <p:cNvSpPr/>
            <p:nvPr/>
          </p:nvSpPr>
          <p:spPr>
            <a:xfrm>
              <a:off x="5533893" y="3795958"/>
              <a:ext cx="136729" cy="137372"/>
            </a:xfrm>
            <a:custGeom>
              <a:avLst/>
              <a:gdLst/>
              <a:ahLst/>
              <a:cxnLst/>
              <a:rect l="l" t="t" r="r" b="b"/>
              <a:pathLst>
                <a:path w="7439" h="7474" extrusionOk="0">
                  <a:moveTo>
                    <a:pt x="7438" y="1"/>
                  </a:moveTo>
                  <a:lnTo>
                    <a:pt x="1" y="3417"/>
                  </a:lnTo>
                  <a:lnTo>
                    <a:pt x="357" y="4022"/>
                  </a:lnTo>
                  <a:lnTo>
                    <a:pt x="784" y="4591"/>
                  </a:lnTo>
                  <a:lnTo>
                    <a:pt x="1246" y="5161"/>
                  </a:lnTo>
                  <a:lnTo>
                    <a:pt x="1745" y="5694"/>
                  </a:lnTo>
                  <a:lnTo>
                    <a:pt x="2314" y="6228"/>
                  </a:lnTo>
                  <a:lnTo>
                    <a:pt x="2848" y="6655"/>
                  </a:lnTo>
                  <a:lnTo>
                    <a:pt x="3453" y="7082"/>
                  </a:lnTo>
                  <a:lnTo>
                    <a:pt x="4058" y="7474"/>
                  </a:lnTo>
                  <a:lnTo>
                    <a:pt x="7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9">
              <a:extLst>
                <a:ext uri="{FF2B5EF4-FFF2-40B4-BE49-F238E27FC236}">
                  <a16:creationId xmlns:a16="http://schemas.microsoft.com/office/drawing/2014/main" id="{CB2666BD-CEF0-F708-4F01-FA89B53DC421}"/>
                </a:ext>
              </a:extLst>
            </p:cNvPr>
            <p:cNvSpPr/>
            <p:nvPr/>
          </p:nvSpPr>
          <p:spPr>
            <a:xfrm>
              <a:off x="5516248" y="3727934"/>
              <a:ext cx="148474" cy="105336"/>
            </a:xfrm>
            <a:custGeom>
              <a:avLst/>
              <a:gdLst/>
              <a:ahLst/>
              <a:cxnLst/>
              <a:rect l="l" t="t" r="r" b="b"/>
              <a:pathLst>
                <a:path w="8078" h="5731" extrusionOk="0">
                  <a:moveTo>
                    <a:pt x="392" y="1"/>
                  </a:moveTo>
                  <a:lnTo>
                    <a:pt x="249" y="713"/>
                  </a:lnTo>
                  <a:lnTo>
                    <a:pt x="107" y="1424"/>
                  </a:lnTo>
                  <a:lnTo>
                    <a:pt x="36" y="2136"/>
                  </a:lnTo>
                  <a:lnTo>
                    <a:pt x="0" y="2883"/>
                  </a:lnTo>
                  <a:lnTo>
                    <a:pt x="36" y="3631"/>
                  </a:lnTo>
                  <a:lnTo>
                    <a:pt x="107" y="4342"/>
                  </a:lnTo>
                  <a:lnTo>
                    <a:pt x="249" y="5054"/>
                  </a:lnTo>
                  <a:lnTo>
                    <a:pt x="392" y="5730"/>
                  </a:lnTo>
                  <a:lnTo>
                    <a:pt x="8078" y="2883"/>
                  </a:lnTo>
                  <a:lnTo>
                    <a:pt x="3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9">
              <a:extLst>
                <a:ext uri="{FF2B5EF4-FFF2-40B4-BE49-F238E27FC236}">
                  <a16:creationId xmlns:a16="http://schemas.microsoft.com/office/drawing/2014/main" id="{EAA9A870-3D75-6568-383F-EC182BA256F2}"/>
                </a:ext>
              </a:extLst>
            </p:cNvPr>
            <p:cNvSpPr/>
            <p:nvPr/>
          </p:nvSpPr>
          <p:spPr>
            <a:xfrm>
              <a:off x="5533893" y="3628535"/>
              <a:ext cx="136729" cy="137354"/>
            </a:xfrm>
            <a:custGeom>
              <a:avLst/>
              <a:gdLst/>
              <a:ahLst/>
              <a:cxnLst/>
              <a:rect l="l" t="t" r="r" b="b"/>
              <a:pathLst>
                <a:path w="7439" h="7473" extrusionOk="0">
                  <a:moveTo>
                    <a:pt x="4058" y="0"/>
                  </a:moveTo>
                  <a:lnTo>
                    <a:pt x="3453" y="391"/>
                  </a:lnTo>
                  <a:lnTo>
                    <a:pt x="2848" y="783"/>
                  </a:lnTo>
                  <a:lnTo>
                    <a:pt x="2314" y="1245"/>
                  </a:lnTo>
                  <a:lnTo>
                    <a:pt x="1745" y="1779"/>
                  </a:lnTo>
                  <a:lnTo>
                    <a:pt x="1246" y="2313"/>
                  </a:lnTo>
                  <a:lnTo>
                    <a:pt x="784" y="2882"/>
                  </a:lnTo>
                  <a:lnTo>
                    <a:pt x="357" y="3452"/>
                  </a:lnTo>
                  <a:lnTo>
                    <a:pt x="1" y="4057"/>
                  </a:lnTo>
                  <a:lnTo>
                    <a:pt x="7438" y="7473"/>
                  </a:lnTo>
                  <a:lnTo>
                    <a:pt x="40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9">
              <a:extLst>
                <a:ext uri="{FF2B5EF4-FFF2-40B4-BE49-F238E27FC236}">
                  <a16:creationId xmlns:a16="http://schemas.microsoft.com/office/drawing/2014/main" id="{E44203C1-BEFD-2A41-D044-C8B515B9C3FA}"/>
                </a:ext>
              </a:extLst>
            </p:cNvPr>
            <p:cNvSpPr/>
            <p:nvPr/>
          </p:nvSpPr>
          <p:spPr>
            <a:xfrm>
              <a:off x="5624819" y="3719442"/>
              <a:ext cx="122319" cy="122319"/>
            </a:xfrm>
            <a:custGeom>
              <a:avLst/>
              <a:gdLst/>
              <a:ahLst/>
              <a:cxnLst/>
              <a:rect l="l" t="t" r="r" b="b"/>
              <a:pathLst>
                <a:path w="6655" h="6655" extrusionOk="0">
                  <a:moveTo>
                    <a:pt x="3345" y="0"/>
                  </a:moveTo>
                  <a:lnTo>
                    <a:pt x="2989" y="36"/>
                  </a:lnTo>
                  <a:lnTo>
                    <a:pt x="2669" y="72"/>
                  </a:lnTo>
                  <a:lnTo>
                    <a:pt x="2349" y="178"/>
                  </a:lnTo>
                  <a:lnTo>
                    <a:pt x="2029" y="285"/>
                  </a:lnTo>
                  <a:lnTo>
                    <a:pt x="1744" y="427"/>
                  </a:lnTo>
                  <a:lnTo>
                    <a:pt x="1459" y="570"/>
                  </a:lnTo>
                  <a:lnTo>
                    <a:pt x="1210" y="783"/>
                  </a:lnTo>
                  <a:lnTo>
                    <a:pt x="997" y="997"/>
                  </a:lnTo>
                  <a:lnTo>
                    <a:pt x="783" y="1210"/>
                  </a:lnTo>
                  <a:lnTo>
                    <a:pt x="570" y="1495"/>
                  </a:lnTo>
                  <a:lnTo>
                    <a:pt x="392" y="1744"/>
                  </a:lnTo>
                  <a:lnTo>
                    <a:pt x="285" y="2064"/>
                  </a:lnTo>
                  <a:lnTo>
                    <a:pt x="143" y="2349"/>
                  </a:lnTo>
                  <a:lnTo>
                    <a:pt x="71" y="2669"/>
                  </a:lnTo>
                  <a:lnTo>
                    <a:pt x="36" y="2990"/>
                  </a:lnTo>
                  <a:lnTo>
                    <a:pt x="0" y="3345"/>
                  </a:lnTo>
                  <a:lnTo>
                    <a:pt x="36" y="3666"/>
                  </a:lnTo>
                  <a:lnTo>
                    <a:pt x="71" y="4021"/>
                  </a:lnTo>
                  <a:lnTo>
                    <a:pt x="143" y="4342"/>
                  </a:lnTo>
                  <a:lnTo>
                    <a:pt x="285" y="4626"/>
                  </a:lnTo>
                  <a:lnTo>
                    <a:pt x="392" y="4947"/>
                  </a:lnTo>
                  <a:lnTo>
                    <a:pt x="570" y="5196"/>
                  </a:lnTo>
                  <a:lnTo>
                    <a:pt x="783" y="5445"/>
                  </a:lnTo>
                  <a:lnTo>
                    <a:pt x="997" y="5694"/>
                  </a:lnTo>
                  <a:lnTo>
                    <a:pt x="1210" y="5907"/>
                  </a:lnTo>
                  <a:lnTo>
                    <a:pt x="1459" y="6121"/>
                  </a:lnTo>
                  <a:lnTo>
                    <a:pt x="1744" y="6263"/>
                  </a:lnTo>
                  <a:lnTo>
                    <a:pt x="2029" y="6406"/>
                  </a:lnTo>
                  <a:lnTo>
                    <a:pt x="2349" y="6512"/>
                  </a:lnTo>
                  <a:lnTo>
                    <a:pt x="2669" y="6619"/>
                  </a:lnTo>
                  <a:lnTo>
                    <a:pt x="2989" y="6655"/>
                  </a:lnTo>
                  <a:lnTo>
                    <a:pt x="3666" y="6655"/>
                  </a:lnTo>
                  <a:lnTo>
                    <a:pt x="4021" y="6619"/>
                  </a:lnTo>
                  <a:lnTo>
                    <a:pt x="4342" y="6512"/>
                  </a:lnTo>
                  <a:lnTo>
                    <a:pt x="4626" y="6406"/>
                  </a:lnTo>
                  <a:lnTo>
                    <a:pt x="4911" y="6263"/>
                  </a:lnTo>
                  <a:lnTo>
                    <a:pt x="5196" y="6121"/>
                  </a:lnTo>
                  <a:lnTo>
                    <a:pt x="5445" y="5907"/>
                  </a:lnTo>
                  <a:lnTo>
                    <a:pt x="5694" y="5694"/>
                  </a:lnTo>
                  <a:lnTo>
                    <a:pt x="5907" y="5445"/>
                  </a:lnTo>
                  <a:lnTo>
                    <a:pt x="6085" y="5196"/>
                  </a:lnTo>
                  <a:lnTo>
                    <a:pt x="6263" y="4947"/>
                  </a:lnTo>
                  <a:lnTo>
                    <a:pt x="6406" y="4626"/>
                  </a:lnTo>
                  <a:lnTo>
                    <a:pt x="6512" y="4342"/>
                  </a:lnTo>
                  <a:lnTo>
                    <a:pt x="6584" y="4021"/>
                  </a:lnTo>
                  <a:lnTo>
                    <a:pt x="6655" y="3666"/>
                  </a:lnTo>
                  <a:lnTo>
                    <a:pt x="6655" y="3345"/>
                  </a:lnTo>
                  <a:lnTo>
                    <a:pt x="6655" y="2990"/>
                  </a:lnTo>
                  <a:lnTo>
                    <a:pt x="6584" y="2669"/>
                  </a:lnTo>
                  <a:lnTo>
                    <a:pt x="6512" y="2349"/>
                  </a:lnTo>
                  <a:lnTo>
                    <a:pt x="6406" y="2064"/>
                  </a:lnTo>
                  <a:lnTo>
                    <a:pt x="6263" y="1744"/>
                  </a:lnTo>
                  <a:lnTo>
                    <a:pt x="6085" y="1495"/>
                  </a:lnTo>
                  <a:lnTo>
                    <a:pt x="5907" y="1210"/>
                  </a:lnTo>
                  <a:lnTo>
                    <a:pt x="5694" y="997"/>
                  </a:lnTo>
                  <a:lnTo>
                    <a:pt x="5445" y="783"/>
                  </a:lnTo>
                  <a:lnTo>
                    <a:pt x="5196" y="570"/>
                  </a:lnTo>
                  <a:lnTo>
                    <a:pt x="4911" y="427"/>
                  </a:lnTo>
                  <a:lnTo>
                    <a:pt x="4626" y="285"/>
                  </a:lnTo>
                  <a:lnTo>
                    <a:pt x="4342" y="178"/>
                  </a:lnTo>
                  <a:lnTo>
                    <a:pt x="4021" y="72"/>
                  </a:lnTo>
                  <a:lnTo>
                    <a:pt x="3666" y="36"/>
                  </a:lnTo>
                  <a:lnTo>
                    <a:pt x="33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9">
              <a:extLst>
                <a:ext uri="{FF2B5EF4-FFF2-40B4-BE49-F238E27FC236}">
                  <a16:creationId xmlns:a16="http://schemas.microsoft.com/office/drawing/2014/main" id="{7C1B6BE8-27DB-5072-937F-F2824F39F2A5}"/>
                </a:ext>
              </a:extLst>
            </p:cNvPr>
            <p:cNvSpPr/>
            <p:nvPr/>
          </p:nvSpPr>
          <p:spPr>
            <a:xfrm>
              <a:off x="3777096" y="2780224"/>
              <a:ext cx="550077" cy="320492"/>
            </a:xfrm>
            <a:custGeom>
              <a:avLst/>
              <a:gdLst/>
              <a:ahLst/>
              <a:cxnLst/>
              <a:rect l="l" t="t" r="r" b="b"/>
              <a:pathLst>
                <a:path w="29928" h="17437" extrusionOk="0">
                  <a:moveTo>
                    <a:pt x="27152" y="0"/>
                  </a:moveTo>
                  <a:lnTo>
                    <a:pt x="25444" y="854"/>
                  </a:lnTo>
                  <a:lnTo>
                    <a:pt x="23558" y="1922"/>
                  </a:lnTo>
                  <a:lnTo>
                    <a:pt x="21494" y="3132"/>
                  </a:lnTo>
                  <a:lnTo>
                    <a:pt x="19324" y="4448"/>
                  </a:lnTo>
                  <a:lnTo>
                    <a:pt x="17117" y="5836"/>
                  </a:lnTo>
                  <a:lnTo>
                    <a:pt x="14840" y="7295"/>
                  </a:lnTo>
                  <a:lnTo>
                    <a:pt x="10392" y="10249"/>
                  </a:lnTo>
                  <a:lnTo>
                    <a:pt x="6371" y="12989"/>
                  </a:lnTo>
                  <a:lnTo>
                    <a:pt x="3061" y="15302"/>
                  </a:lnTo>
                  <a:lnTo>
                    <a:pt x="1" y="17437"/>
                  </a:lnTo>
                  <a:lnTo>
                    <a:pt x="8506" y="17437"/>
                  </a:lnTo>
                  <a:lnTo>
                    <a:pt x="9004" y="17401"/>
                  </a:lnTo>
                  <a:lnTo>
                    <a:pt x="9573" y="17294"/>
                  </a:lnTo>
                  <a:lnTo>
                    <a:pt x="10178" y="17152"/>
                  </a:lnTo>
                  <a:lnTo>
                    <a:pt x="10783" y="16903"/>
                  </a:lnTo>
                  <a:lnTo>
                    <a:pt x="11459" y="16618"/>
                  </a:lnTo>
                  <a:lnTo>
                    <a:pt x="12135" y="16298"/>
                  </a:lnTo>
                  <a:lnTo>
                    <a:pt x="12847" y="15907"/>
                  </a:lnTo>
                  <a:lnTo>
                    <a:pt x="13594" y="15480"/>
                  </a:lnTo>
                  <a:lnTo>
                    <a:pt x="14342" y="15017"/>
                  </a:lnTo>
                  <a:lnTo>
                    <a:pt x="15089" y="14519"/>
                  </a:lnTo>
                  <a:lnTo>
                    <a:pt x="16655" y="13380"/>
                  </a:lnTo>
                  <a:lnTo>
                    <a:pt x="18256" y="12170"/>
                  </a:lnTo>
                  <a:lnTo>
                    <a:pt x="19857" y="10889"/>
                  </a:lnTo>
                  <a:lnTo>
                    <a:pt x="21423" y="9572"/>
                  </a:lnTo>
                  <a:lnTo>
                    <a:pt x="22953" y="8256"/>
                  </a:lnTo>
                  <a:lnTo>
                    <a:pt x="24412" y="6975"/>
                  </a:lnTo>
                  <a:lnTo>
                    <a:pt x="25765" y="5729"/>
                  </a:lnTo>
                  <a:lnTo>
                    <a:pt x="28078" y="3487"/>
                  </a:lnTo>
                  <a:lnTo>
                    <a:pt x="29714" y="1886"/>
                  </a:lnTo>
                  <a:lnTo>
                    <a:pt x="29821" y="1744"/>
                  </a:lnTo>
                  <a:lnTo>
                    <a:pt x="29892" y="1566"/>
                  </a:lnTo>
                  <a:lnTo>
                    <a:pt x="29928" y="1388"/>
                  </a:lnTo>
                  <a:lnTo>
                    <a:pt x="29892" y="1210"/>
                  </a:lnTo>
                  <a:lnTo>
                    <a:pt x="29857" y="1068"/>
                  </a:lnTo>
                  <a:lnTo>
                    <a:pt x="29750" y="925"/>
                  </a:lnTo>
                  <a:lnTo>
                    <a:pt x="29608" y="819"/>
                  </a:lnTo>
                  <a:lnTo>
                    <a:pt x="29430" y="712"/>
                  </a:lnTo>
                  <a:lnTo>
                    <a:pt x="2715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9">
              <a:extLst>
                <a:ext uri="{FF2B5EF4-FFF2-40B4-BE49-F238E27FC236}">
                  <a16:creationId xmlns:a16="http://schemas.microsoft.com/office/drawing/2014/main" id="{C5E8C621-70A6-AD6B-F430-6D2C5A257419}"/>
                </a:ext>
              </a:extLst>
            </p:cNvPr>
            <p:cNvSpPr/>
            <p:nvPr/>
          </p:nvSpPr>
          <p:spPr>
            <a:xfrm>
              <a:off x="4964867" y="2746203"/>
              <a:ext cx="785543" cy="397688"/>
            </a:xfrm>
            <a:custGeom>
              <a:avLst/>
              <a:gdLst/>
              <a:ahLst/>
              <a:cxnLst/>
              <a:rect l="l" t="t" r="r" b="b"/>
              <a:pathLst>
                <a:path w="42739" h="21637" extrusionOk="0">
                  <a:moveTo>
                    <a:pt x="2847" y="1"/>
                  </a:moveTo>
                  <a:lnTo>
                    <a:pt x="1460" y="36"/>
                  </a:lnTo>
                  <a:lnTo>
                    <a:pt x="1" y="36"/>
                  </a:lnTo>
                  <a:lnTo>
                    <a:pt x="1" y="21636"/>
                  </a:lnTo>
                  <a:lnTo>
                    <a:pt x="28327" y="21103"/>
                  </a:lnTo>
                  <a:lnTo>
                    <a:pt x="30284" y="21067"/>
                  </a:lnTo>
                  <a:lnTo>
                    <a:pt x="32383" y="20996"/>
                  </a:lnTo>
                  <a:lnTo>
                    <a:pt x="34803" y="20854"/>
                  </a:lnTo>
                  <a:lnTo>
                    <a:pt x="36049" y="20747"/>
                  </a:lnTo>
                  <a:lnTo>
                    <a:pt x="37294" y="20604"/>
                  </a:lnTo>
                  <a:lnTo>
                    <a:pt x="38504" y="20462"/>
                  </a:lnTo>
                  <a:lnTo>
                    <a:pt x="39607" y="20320"/>
                  </a:lnTo>
                  <a:lnTo>
                    <a:pt x="40604" y="20106"/>
                  </a:lnTo>
                  <a:lnTo>
                    <a:pt x="41458" y="19857"/>
                  </a:lnTo>
                  <a:lnTo>
                    <a:pt x="41813" y="19750"/>
                  </a:lnTo>
                  <a:lnTo>
                    <a:pt x="42134" y="19608"/>
                  </a:lnTo>
                  <a:lnTo>
                    <a:pt x="42383" y="19466"/>
                  </a:lnTo>
                  <a:lnTo>
                    <a:pt x="42561" y="19288"/>
                  </a:lnTo>
                  <a:lnTo>
                    <a:pt x="42632" y="19217"/>
                  </a:lnTo>
                  <a:lnTo>
                    <a:pt x="42703" y="19110"/>
                  </a:lnTo>
                  <a:lnTo>
                    <a:pt x="42739" y="18861"/>
                  </a:lnTo>
                  <a:lnTo>
                    <a:pt x="42703" y="18576"/>
                  </a:lnTo>
                  <a:lnTo>
                    <a:pt x="42596" y="18256"/>
                  </a:lnTo>
                  <a:lnTo>
                    <a:pt x="42454" y="17900"/>
                  </a:lnTo>
                  <a:lnTo>
                    <a:pt x="42205" y="17509"/>
                  </a:lnTo>
                  <a:lnTo>
                    <a:pt x="41920" y="17082"/>
                  </a:lnTo>
                  <a:lnTo>
                    <a:pt x="41564" y="16619"/>
                  </a:lnTo>
                  <a:lnTo>
                    <a:pt x="41173" y="16121"/>
                  </a:lnTo>
                  <a:lnTo>
                    <a:pt x="40746" y="15587"/>
                  </a:lnTo>
                  <a:lnTo>
                    <a:pt x="39678" y="14484"/>
                  </a:lnTo>
                  <a:lnTo>
                    <a:pt x="38504" y="13310"/>
                  </a:lnTo>
                  <a:lnTo>
                    <a:pt x="37152" y="12064"/>
                  </a:lnTo>
                  <a:lnTo>
                    <a:pt x="35693" y="10819"/>
                  </a:lnTo>
                  <a:lnTo>
                    <a:pt x="34198" y="9573"/>
                  </a:lnTo>
                  <a:lnTo>
                    <a:pt x="32597" y="8363"/>
                  </a:lnTo>
                  <a:lnTo>
                    <a:pt x="30995" y="7153"/>
                  </a:lnTo>
                  <a:lnTo>
                    <a:pt x="29359" y="6050"/>
                  </a:lnTo>
                  <a:lnTo>
                    <a:pt x="27757" y="5018"/>
                  </a:lnTo>
                  <a:lnTo>
                    <a:pt x="26227" y="4093"/>
                  </a:lnTo>
                  <a:lnTo>
                    <a:pt x="25480" y="3666"/>
                  </a:lnTo>
                  <a:lnTo>
                    <a:pt x="24732" y="3274"/>
                  </a:lnTo>
                  <a:lnTo>
                    <a:pt x="24305" y="3132"/>
                  </a:lnTo>
                  <a:lnTo>
                    <a:pt x="23060" y="2705"/>
                  </a:lnTo>
                  <a:lnTo>
                    <a:pt x="22135" y="2456"/>
                  </a:lnTo>
                  <a:lnTo>
                    <a:pt x="21032" y="2136"/>
                  </a:lnTo>
                  <a:lnTo>
                    <a:pt x="19715" y="1816"/>
                  </a:lnTo>
                  <a:lnTo>
                    <a:pt x="18220" y="1495"/>
                  </a:lnTo>
                  <a:lnTo>
                    <a:pt x="16548" y="1175"/>
                  </a:lnTo>
                  <a:lnTo>
                    <a:pt x="14662" y="890"/>
                  </a:lnTo>
                  <a:lnTo>
                    <a:pt x="12633" y="606"/>
                  </a:lnTo>
                  <a:lnTo>
                    <a:pt x="10427" y="357"/>
                  </a:lnTo>
                  <a:lnTo>
                    <a:pt x="8079" y="179"/>
                  </a:lnTo>
                  <a:lnTo>
                    <a:pt x="5552" y="72"/>
                  </a:lnTo>
                  <a:lnTo>
                    <a:pt x="28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9">
              <a:extLst>
                <a:ext uri="{FF2B5EF4-FFF2-40B4-BE49-F238E27FC236}">
                  <a16:creationId xmlns:a16="http://schemas.microsoft.com/office/drawing/2014/main" id="{B9DD3187-5F0A-66F9-38F6-799E20F6D9F5}"/>
                </a:ext>
              </a:extLst>
            </p:cNvPr>
            <p:cNvSpPr/>
            <p:nvPr/>
          </p:nvSpPr>
          <p:spPr>
            <a:xfrm>
              <a:off x="4117218" y="2750780"/>
              <a:ext cx="767218" cy="402926"/>
            </a:xfrm>
            <a:custGeom>
              <a:avLst/>
              <a:gdLst/>
              <a:ahLst/>
              <a:cxnLst/>
              <a:rect l="l" t="t" r="r" b="b"/>
              <a:pathLst>
                <a:path w="41742" h="21922" extrusionOk="0">
                  <a:moveTo>
                    <a:pt x="41742" y="1"/>
                  </a:moveTo>
                  <a:lnTo>
                    <a:pt x="36546" y="321"/>
                  </a:lnTo>
                  <a:lnTo>
                    <a:pt x="33984" y="499"/>
                  </a:lnTo>
                  <a:lnTo>
                    <a:pt x="31386" y="712"/>
                  </a:lnTo>
                  <a:lnTo>
                    <a:pt x="28824" y="962"/>
                  </a:lnTo>
                  <a:lnTo>
                    <a:pt x="26191" y="1282"/>
                  </a:lnTo>
                  <a:lnTo>
                    <a:pt x="23558" y="1638"/>
                  </a:lnTo>
                  <a:lnTo>
                    <a:pt x="20853" y="2100"/>
                  </a:lnTo>
                  <a:lnTo>
                    <a:pt x="19536" y="2349"/>
                  </a:lnTo>
                  <a:lnTo>
                    <a:pt x="18362" y="2634"/>
                  </a:lnTo>
                  <a:lnTo>
                    <a:pt x="17259" y="2919"/>
                  </a:lnTo>
                  <a:lnTo>
                    <a:pt x="16263" y="3310"/>
                  </a:lnTo>
                  <a:lnTo>
                    <a:pt x="15764" y="3488"/>
                  </a:lnTo>
                  <a:lnTo>
                    <a:pt x="15302" y="3737"/>
                  </a:lnTo>
                  <a:lnTo>
                    <a:pt x="14804" y="3986"/>
                  </a:lnTo>
                  <a:lnTo>
                    <a:pt x="14305" y="4271"/>
                  </a:lnTo>
                  <a:lnTo>
                    <a:pt x="13309" y="4947"/>
                  </a:lnTo>
                  <a:lnTo>
                    <a:pt x="12206" y="5730"/>
                  </a:lnTo>
                  <a:lnTo>
                    <a:pt x="11281" y="6513"/>
                  </a:lnTo>
                  <a:lnTo>
                    <a:pt x="10284" y="7296"/>
                  </a:lnTo>
                  <a:lnTo>
                    <a:pt x="9288" y="8185"/>
                  </a:lnTo>
                  <a:lnTo>
                    <a:pt x="8256" y="9075"/>
                  </a:lnTo>
                  <a:lnTo>
                    <a:pt x="7224" y="10036"/>
                  </a:lnTo>
                  <a:lnTo>
                    <a:pt x="6228" y="10997"/>
                  </a:lnTo>
                  <a:lnTo>
                    <a:pt x="5231" y="11957"/>
                  </a:lnTo>
                  <a:lnTo>
                    <a:pt x="4270" y="12918"/>
                  </a:lnTo>
                  <a:lnTo>
                    <a:pt x="3381" y="13879"/>
                  </a:lnTo>
                  <a:lnTo>
                    <a:pt x="2562" y="14804"/>
                  </a:lnTo>
                  <a:lnTo>
                    <a:pt x="1851" y="15658"/>
                  </a:lnTo>
                  <a:lnTo>
                    <a:pt x="1210" y="16477"/>
                  </a:lnTo>
                  <a:lnTo>
                    <a:pt x="712" y="17260"/>
                  </a:lnTo>
                  <a:lnTo>
                    <a:pt x="320" y="17936"/>
                  </a:lnTo>
                  <a:lnTo>
                    <a:pt x="178" y="18256"/>
                  </a:lnTo>
                  <a:lnTo>
                    <a:pt x="71" y="18541"/>
                  </a:lnTo>
                  <a:lnTo>
                    <a:pt x="0" y="18825"/>
                  </a:lnTo>
                  <a:lnTo>
                    <a:pt x="0" y="19039"/>
                  </a:lnTo>
                  <a:lnTo>
                    <a:pt x="0" y="19395"/>
                  </a:lnTo>
                  <a:lnTo>
                    <a:pt x="107" y="19679"/>
                  </a:lnTo>
                  <a:lnTo>
                    <a:pt x="249" y="19964"/>
                  </a:lnTo>
                  <a:lnTo>
                    <a:pt x="427" y="20213"/>
                  </a:lnTo>
                  <a:lnTo>
                    <a:pt x="676" y="20462"/>
                  </a:lnTo>
                  <a:lnTo>
                    <a:pt x="996" y="20676"/>
                  </a:lnTo>
                  <a:lnTo>
                    <a:pt x="1317" y="20854"/>
                  </a:lnTo>
                  <a:lnTo>
                    <a:pt x="1708" y="21032"/>
                  </a:lnTo>
                  <a:lnTo>
                    <a:pt x="2135" y="21174"/>
                  </a:lnTo>
                  <a:lnTo>
                    <a:pt x="2633" y="21316"/>
                  </a:lnTo>
                  <a:lnTo>
                    <a:pt x="3132" y="21459"/>
                  </a:lnTo>
                  <a:lnTo>
                    <a:pt x="3665" y="21530"/>
                  </a:lnTo>
                  <a:lnTo>
                    <a:pt x="4875" y="21708"/>
                  </a:lnTo>
                  <a:lnTo>
                    <a:pt x="6156" y="21814"/>
                  </a:lnTo>
                  <a:lnTo>
                    <a:pt x="7580" y="21886"/>
                  </a:lnTo>
                  <a:lnTo>
                    <a:pt x="9074" y="21921"/>
                  </a:lnTo>
                  <a:lnTo>
                    <a:pt x="12241" y="21886"/>
                  </a:lnTo>
                  <a:lnTo>
                    <a:pt x="15515" y="21814"/>
                  </a:lnTo>
                  <a:lnTo>
                    <a:pt x="18789" y="21814"/>
                  </a:lnTo>
                  <a:lnTo>
                    <a:pt x="25550" y="21743"/>
                  </a:lnTo>
                  <a:lnTo>
                    <a:pt x="36155" y="21565"/>
                  </a:lnTo>
                  <a:lnTo>
                    <a:pt x="417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9">
              <a:extLst>
                <a:ext uri="{FF2B5EF4-FFF2-40B4-BE49-F238E27FC236}">
                  <a16:creationId xmlns:a16="http://schemas.microsoft.com/office/drawing/2014/main" id="{9A2B053E-4477-22EB-3974-1F92A0E5BF4F}"/>
                </a:ext>
              </a:extLst>
            </p:cNvPr>
            <p:cNvSpPr/>
            <p:nvPr/>
          </p:nvSpPr>
          <p:spPr>
            <a:xfrm>
              <a:off x="2907851" y="3313924"/>
              <a:ext cx="345360" cy="173342"/>
            </a:xfrm>
            <a:custGeom>
              <a:avLst/>
              <a:gdLst/>
              <a:ahLst/>
              <a:cxnLst/>
              <a:rect l="l" t="t" r="r" b="b"/>
              <a:pathLst>
                <a:path w="18790" h="9431" extrusionOk="0">
                  <a:moveTo>
                    <a:pt x="10534" y="1"/>
                  </a:moveTo>
                  <a:lnTo>
                    <a:pt x="8790" y="72"/>
                  </a:lnTo>
                  <a:lnTo>
                    <a:pt x="7545" y="178"/>
                  </a:lnTo>
                  <a:lnTo>
                    <a:pt x="7118" y="214"/>
                  </a:lnTo>
                  <a:lnTo>
                    <a:pt x="6442" y="534"/>
                  </a:lnTo>
                  <a:lnTo>
                    <a:pt x="5837" y="890"/>
                  </a:lnTo>
                  <a:lnTo>
                    <a:pt x="5268" y="1246"/>
                  </a:lnTo>
                  <a:lnTo>
                    <a:pt x="4734" y="1602"/>
                  </a:lnTo>
                  <a:lnTo>
                    <a:pt x="4236" y="1958"/>
                  </a:lnTo>
                  <a:lnTo>
                    <a:pt x="3773" y="2314"/>
                  </a:lnTo>
                  <a:lnTo>
                    <a:pt x="3346" y="2705"/>
                  </a:lnTo>
                  <a:lnTo>
                    <a:pt x="2954" y="3096"/>
                  </a:lnTo>
                  <a:lnTo>
                    <a:pt x="2599" y="3452"/>
                  </a:lnTo>
                  <a:lnTo>
                    <a:pt x="2278" y="3844"/>
                  </a:lnTo>
                  <a:lnTo>
                    <a:pt x="1994" y="4235"/>
                  </a:lnTo>
                  <a:lnTo>
                    <a:pt x="1709" y="4627"/>
                  </a:lnTo>
                  <a:lnTo>
                    <a:pt x="1246" y="5374"/>
                  </a:lnTo>
                  <a:lnTo>
                    <a:pt x="855" y="6086"/>
                  </a:lnTo>
                  <a:lnTo>
                    <a:pt x="570" y="6762"/>
                  </a:lnTo>
                  <a:lnTo>
                    <a:pt x="357" y="7402"/>
                  </a:lnTo>
                  <a:lnTo>
                    <a:pt x="214" y="7972"/>
                  </a:lnTo>
                  <a:lnTo>
                    <a:pt x="108" y="8470"/>
                  </a:lnTo>
                  <a:lnTo>
                    <a:pt x="36" y="8861"/>
                  </a:lnTo>
                  <a:lnTo>
                    <a:pt x="1" y="9182"/>
                  </a:lnTo>
                  <a:lnTo>
                    <a:pt x="1" y="9431"/>
                  </a:lnTo>
                  <a:lnTo>
                    <a:pt x="3559" y="8932"/>
                  </a:lnTo>
                  <a:lnTo>
                    <a:pt x="6371" y="8541"/>
                  </a:lnTo>
                  <a:lnTo>
                    <a:pt x="7581" y="8327"/>
                  </a:lnTo>
                  <a:lnTo>
                    <a:pt x="8470" y="8150"/>
                  </a:lnTo>
                  <a:lnTo>
                    <a:pt x="9929" y="7794"/>
                  </a:lnTo>
                  <a:lnTo>
                    <a:pt x="11673" y="7296"/>
                  </a:lnTo>
                  <a:lnTo>
                    <a:pt x="12562" y="7011"/>
                  </a:lnTo>
                  <a:lnTo>
                    <a:pt x="13488" y="6691"/>
                  </a:lnTo>
                  <a:lnTo>
                    <a:pt x="14377" y="6370"/>
                  </a:lnTo>
                  <a:lnTo>
                    <a:pt x="15231" y="5979"/>
                  </a:lnTo>
                  <a:lnTo>
                    <a:pt x="16050" y="5587"/>
                  </a:lnTo>
                  <a:lnTo>
                    <a:pt x="16797" y="5160"/>
                  </a:lnTo>
                  <a:lnTo>
                    <a:pt x="17438" y="4698"/>
                  </a:lnTo>
                  <a:lnTo>
                    <a:pt x="17722" y="4484"/>
                  </a:lnTo>
                  <a:lnTo>
                    <a:pt x="17971" y="4235"/>
                  </a:lnTo>
                  <a:lnTo>
                    <a:pt x="18221" y="3986"/>
                  </a:lnTo>
                  <a:lnTo>
                    <a:pt x="18398" y="3737"/>
                  </a:lnTo>
                  <a:lnTo>
                    <a:pt x="18541" y="3488"/>
                  </a:lnTo>
                  <a:lnTo>
                    <a:pt x="18683" y="3203"/>
                  </a:lnTo>
                  <a:lnTo>
                    <a:pt x="18754" y="2954"/>
                  </a:lnTo>
                  <a:lnTo>
                    <a:pt x="18790" y="2669"/>
                  </a:lnTo>
                  <a:lnTo>
                    <a:pt x="18754" y="2385"/>
                  </a:lnTo>
                  <a:lnTo>
                    <a:pt x="18683" y="2100"/>
                  </a:lnTo>
                  <a:lnTo>
                    <a:pt x="18576" y="1815"/>
                  </a:lnTo>
                  <a:lnTo>
                    <a:pt x="18398" y="1566"/>
                  </a:lnTo>
                  <a:lnTo>
                    <a:pt x="18185" y="1353"/>
                  </a:lnTo>
                  <a:lnTo>
                    <a:pt x="17936" y="1139"/>
                  </a:lnTo>
                  <a:lnTo>
                    <a:pt x="17616" y="961"/>
                  </a:lnTo>
                  <a:lnTo>
                    <a:pt x="17260" y="783"/>
                  </a:lnTo>
                  <a:lnTo>
                    <a:pt x="16904" y="641"/>
                  </a:lnTo>
                  <a:lnTo>
                    <a:pt x="16477" y="499"/>
                  </a:lnTo>
                  <a:lnTo>
                    <a:pt x="16050" y="392"/>
                  </a:lnTo>
                  <a:lnTo>
                    <a:pt x="15587" y="285"/>
                  </a:lnTo>
                  <a:lnTo>
                    <a:pt x="14591" y="143"/>
                  </a:lnTo>
                  <a:lnTo>
                    <a:pt x="13594" y="72"/>
                  </a:lnTo>
                  <a:lnTo>
                    <a:pt x="125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9">
              <a:extLst>
                <a:ext uri="{FF2B5EF4-FFF2-40B4-BE49-F238E27FC236}">
                  <a16:creationId xmlns:a16="http://schemas.microsoft.com/office/drawing/2014/main" id="{BC814E79-D449-11D9-7973-B569D0B27B19}"/>
                </a:ext>
              </a:extLst>
            </p:cNvPr>
            <p:cNvSpPr/>
            <p:nvPr/>
          </p:nvSpPr>
          <p:spPr>
            <a:xfrm>
              <a:off x="4104131" y="3018944"/>
              <a:ext cx="147187" cy="124947"/>
            </a:xfrm>
            <a:custGeom>
              <a:avLst/>
              <a:gdLst/>
              <a:ahLst/>
              <a:cxnLst/>
              <a:rect l="l" t="t" r="r" b="b"/>
              <a:pathLst>
                <a:path w="8008" h="6798" extrusionOk="0">
                  <a:moveTo>
                    <a:pt x="6406" y="1"/>
                  </a:moveTo>
                  <a:lnTo>
                    <a:pt x="6228" y="36"/>
                  </a:lnTo>
                  <a:lnTo>
                    <a:pt x="5730" y="179"/>
                  </a:lnTo>
                  <a:lnTo>
                    <a:pt x="5338" y="357"/>
                  </a:lnTo>
                  <a:lnTo>
                    <a:pt x="4947" y="534"/>
                  </a:lnTo>
                  <a:lnTo>
                    <a:pt x="4591" y="748"/>
                  </a:lnTo>
                  <a:lnTo>
                    <a:pt x="4306" y="961"/>
                  </a:lnTo>
                  <a:lnTo>
                    <a:pt x="4022" y="1175"/>
                  </a:lnTo>
                  <a:lnTo>
                    <a:pt x="3595" y="1602"/>
                  </a:lnTo>
                  <a:lnTo>
                    <a:pt x="3274" y="2029"/>
                  </a:lnTo>
                  <a:lnTo>
                    <a:pt x="2990" y="2385"/>
                  </a:lnTo>
                  <a:lnTo>
                    <a:pt x="2812" y="2705"/>
                  </a:lnTo>
                  <a:lnTo>
                    <a:pt x="2634" y="2919"/>
                  </a:lnTo>
                  <a:lnTo>
                    <a:pt x="2527" y="2990"/>
                  </a:lnTo>
                  <a:lnTo>
                    <a:pt x="2420" y="3061"/>
                  </a:lnTo>
                  <a:lnTo>
                    <a:pt x="2136" y="3097"/>
                  </a:lnTo>
                  <a:lnTo>
                    <a:pt x="1815" y="3132"/>
                  </a:lnTo>
                  <a:lnTo>
                    <a:pt x="1495" y="3097"/>
                  </a:lnTo>
                  <a:lnTo>
                    <a:pt x="926" y="2990"/>
                  </a:lnTo>
                  <a:lnTo>
                    <a:pt x="712" y="2919"/>
                  </a:lnTo>
                  <a:lnTo>
                    <a:pt x="427" y="3203"/>
                  </a:lnTo>
                  <a:lnTo>
                    <a:pt x="249" y="3524"/>
                  </a:lnTo>
                  <a:lnTo>
                    <a:pt x="107" y="3844"/>
                  </a:lnTo>
                  <a:lnTo>
                    <a:pt x="36" y="4164"/>
                  </a:lnTo>
                  <a:lnTo>
                    <a:pt x="0" y="4520"/>
                  </a:lnTo>
                  <a:lnTo>
                    <a:pt x="0" y="4840"/>
                  </a:lnTo>
                  <a:lnTo>
                    <a:pt x="36" y="5125"/>
                  </a:lnTo>
                  <a:lnTo>
                    <a:pt x="107" y="5445"/>
                  </a:lnTo>
                  <a:lnTo>
                    <a:pt x="285" y="5979"/>
                  </a:lnTo>
                  <a:lnTo>
                    <a:pt x="463" y="6406"/>
                  </a:lnTo>
                  <a:lnTo>
                    <a:pt x="712" y="6797"/>
                  </a:lnTo>
                  <a:lnTo>
                    <a:pt x="2883" y="5303"/>
                  </a:lnTo>
                  <a:lnTo>
                    <a:pt x="3061" y="5445"/>
                  </a:lnTo>
                  <a:lnTo>
                    <a:pt x="3310" y="5623"/>
                  </a:lnTo>
                  <a:lnTo>
                    <a:pt x="3559" y="5801"/>
                  </a:lnTo>
                  <a:lnTo>
                    <a:pt x="3879" y="5943"/>
                  </a:lnTo>
                  <a:lnTo>
                    <a:pt x="4555" y="6228"/>
                  </a:lnTo>
                  <a:lnTo>
                    <a:pt x="5303" y="6442"/>
                  </a:lnTo>
                  <a:lnTo>
                    <a:pt x="5694" y="6513"/>
                  </a:lnTo>
                  <a:lnTo>
                    <a:pt x="6050" y="6584"/>
                  </a:lnTo>
                  <a:lnTo>
                    <a:pt x="6726" y="6584"/>
                  </a:lnTo>
                  <a:lnTo>
                    <a:pt x="7046" y="6548"/>
                  </a:lnTo>
                  <a:lnTo>
                    <a:pt x="7331" y="6513"/>
                  </a:lnTo>
                  <a:lnTo>
                    <a:pt x="7544" y="6406"/>
                  </a:lnTo>
                  <a:lnTo>
                    <a:pt x="7758" y="6264"/>
                  </a:lnTo>
                  <a:lnTo>
                    <a:pt x="7865" y="6086"/>
                  </a:lnTo>
                  <a:lnTo>
                    <a:pt x="7936" y="5872"/>
                  </a:lnTo>
                  <a:lnTo>
                    <a:pt x="8007" y="5623"/>
                  </a:lnTo>
                  <a:lnTo>
                    <a:pt x="8007" y="5338"/>
                  </a:lnTo>
                  <a:lnTo>
                    <a:pt x="8007" y="4627"/>
                  </a:lnTo>
                  <a:lnTo>
                    <a:pt x="7936" y="3844"/>
                  </a:lnTo>
                  <a:lnTo>
                    <a:pt x="7829" y="2990"/>
                  </a:lnTo>
                  <a:lnTo>
                    <a:pt x="7687" y="2171"/>
                  </a:lnTo>
                  <a:lnTo>
                    <a:pt x="7367" y="712"/>
                  </a:lnTo>
                  <a:lnTo>
                    <a:pt x="7295" y="534"/>
                  </a:lnTo>
                  <a:lnTo>
                    <a:pt x="7224" y="357"/>
                  </a:lnTo>
                  <a:lnTo>
                    <a:pt x="7082" y="214"/>
                  </a:lnTo>
                  <a:lnTo>
                    <a:pt x="6940" y="107"/>
                  </a:lnTo>
                  <a:lnTo>
                    <a:pt x="6762" y="36"/>
                  </a:lnTo>
                  <a:lnTo>
                    <a:pt x="6584" y="1"/>
                  </a:lnTo>
                  <a:close/>
                </a:path>
              </a:pathLst>
            </a:custGeom>
            <a:solidFill>
              <a:srgbClr val="EECD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9">
              <a:extLst>
                <a:ext uri="{FF2B5EF4-FFF2-40B4-BE49-F238E27FC236}">
                  <a16:creationId xmlns:a16="http://schemas.microsoft.com/office/drawing/2014/main" id="{649B47D6-A6AA-2BA9-3373-8B5E66E495D3}"/>
                </a:ext>
              </a:extLst>
            </p:cNvPr>
            <p:cNvSpPr/>
            <p:nvPr/>
          </p:nvSpPr>
          <p:spPr>
            <a:xfrm>
              <a:off x="4500496" y="3193572"/>
              <a:ext cx="255096" cy="68704"/>
            </a:xfrm>
            <a:custGeom>
              <a:avLst/>
              <a:gdLst/>
              <a:ahLst/>
              <a:cxnLst/>
              <a:rect l="l" t="t" r="r" b="b"/>
              <a:pathLst>
                <a:path w="13879" h="3738" extrusionOk="0">
                  <a:moveTo>
                    <a:pt x="1886" y="1"/>
                  </a:moveTo>
                  <a:lnTo>
                    <a:pt x="1495" y="36"/>
                  </a:lnTo>
                  <a:lnTo>
                    <a:pt x="1139" y="143"/>
                  </a:lnTo>
                  <a:lnTo>
                    <a:pt x="854" y="321"/>
                  </a:lnTo>
                  <a:lnTo>
                    <a:pt x="569" y="570"/>
                  </a:lnTo>
                  <a:lnTo>
                    <a:pt x="320" y="819"/>
                  </a:lnTo>
                  <a:lnTo>
                    <a:pt x="178" y="1140"/>
                  </a:lnTo>
                  <a:lnTo>
                    <a:pt x="36" y="1495"/>
                  </a:lnTo>
                  <a:lnTo>
                    <a:pt x="0" y="1887"/>
                  </a:lnTo>
                  <a:lnTo>
                    <a:pt x="36" y="2243"/>
                  </a:lnTo>
                  <a:lnTo>
                    <a:pt x="178" y="2599"/>
                  </a:lnTo>
                  <a:lnTo>
                    <a:pt x="320" y="2919"/>
                  </a:lnTo>
                  <a:lnTo>
                    <a:pt x="569" y="3204"/>
                  </a:lnTo>
                  <a:lnTo>
                    <a:pt x="854" y="3417"/>
                  </a:lnTo>
                  <a:lnTo>
                    <a:pt x="1139" y="3595"/>
                  </a:lnTo>
                  <a:lnTo>
                    <a:pt x="1495" y="3702"/>
                  </a:lnTo>
                  <a:lnTo>
                    <a:pt x="1886" y="3737"/>
                  </a:lnTo>
                  <a:lnTo>
                    <a:pt x="11992" y="3737"/>
                  </a:lnTo>
                  <a:lnTo>
                    <a:pt x="12384" y="3702"/>
                  </a:lnTo>
                  <a:lnTo>
                    <a:pt x="12740" y="3595"/>
                  </a:lnTo>
                  <a:lnTo>
                    <a:pt x="13024" y="3417"/>
                  </a:lnTo>
                  <a:lnTo>
                    <a:pt x="13309" y="3204"/>
                  </a:lnTo>
                  <a:lnTo>
                    <a:pt x="13558" y="2919"/>
                  </a:lnTo>
                  <a:lnTo>
                    <a:pt x="13700" y="2599"/>
                  </a:lnTo>
                  <a:lnTo>
                    <a:pt x="13807" y="2243"/>
                  </a:lnTo>
                  <a:lnTo>
                    <a:pt x="13878" y="1887"/>
                  </a:lnTo>
                  <a:lnTo>
                    <a:pt x="13807" y="1495"/>
                  </a:lnTo>
                  <a:lnTo>
                    <a:pt x="13700" y="1140"/>
                  </a:lnTo>
                  <a:lnTo>
                    <a:pt x="13558" y="819"/>
                  </a:lnTo>
                  <a:lnTo>
                    <a:pt x="13309" y="570"/>
                  </a:lnTo>
                  <a:lnTo>
                    <a:pt x="13024" y="321"/>
                  </a:lnTo>
                  <a:lnTo>
                    <a:pt x="12740" y="143"/>
                  </a:lnTo>
                  <a:lnTo>
                    <a:pt x="12384" y="36"/>
                  </a:lnTo>
                  <a:lnTo>
                    <a:pt x="11992" y="1"/>
                  </a:lnTo>
                  <a:close/>
                </a:path>
              </a:pathLst>
            </a:custGeom>
            <a:solidFill>
              <a:srgbClr val="FAFC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9">
              <a:extLst>
                <a:ext uri="{FF2B5EF4-FFF2-40B4-BE49-F238E27FC236}">
                  <a16:creationId xmlns:a16="http://schemas.microsoft.com/office/drawing/2014/main" id="{D42FEA1D-B81C-15D9-F179-01457EF6FEAD}"/>
                </a:ext>
              </a:extLst>
            </p:cNvPr>
            <p:cNvSpPr/>
            <p:nvPr/>
          </p:nvSpPr>
          <p:spPr>
            <a:xfrm>
              <a:off x="5389353" y="3193572"/>
              <a:ext cx="254453" cy="68704"/>
            </a:xfrm>
            <a:custGeom>
              <a:avLst/>
              <a:gdLst/>
              <a:ahLst/>
              <a:cxnLst/>
              <a:rect l="l" t="t" r="r" b="b"/>
              <a:pathLst>
                <a:path w="13844" h="3738" extrusionOk="0">
                  <a:moveTo>
                    <a:pt x="1851" y="1"/>
                  </a:moveTo>
                  <a:lnTo>
                    <a:pt x="1495" y="36"/>
                  </a:lnTo>
                  <a:lnTo>
                    <a:pt x="1139" y="143"/>
                  </a:lnTo>
                  <a:lnTo>
                    <a:pt x="819" y="321"/>
                  </a:lnTo>
                  <a:lnTo>
                    <a:pt x="534" y="570"/>
                  </a:lnTo>
                  <a:lnTo>
                    <a:pt x="321" y="819"/>
                  </a:lnTo>
                  <a:lnTo>
                    <a:pt x="143" y="1140"/>
                  </a:lnTo>
                  <a:lnTo>
                    <a:pt x="36" y="1495"/>
                  </a:lnTo>
                  <a:lnTo>
                    <a:pt x="1" y="1887"/>
                  </a:lnTo>
                  <a:lnTo>
                    <a:pt x="36" y="2243"/>
                  </a:lnTo>
                  <a:lnTo>
                    <a:pt x="143" y="2599"/>
                  </a:lnTo>
                  <a:lnTo>
                    <a:pt x="321" y="2919"/>
                  </a:lnTo>
                  <a:lnTo>
                    <a:pt x="534" y="3204"/>
                  </a:lnTo>
                  <a:lnTo>
                    <a:pt x="819" y="3417"/>
                  </a:lnTo>
                  <a:lnTo>
                    <a:pt x="1139" y="3595"/>
                  </a:lnTo>
                  <a:lnTo>
                    <a:pt x="1495" y="3702"/>
                  </a:lnTo>
                  <a:lnTo>
                    <a:pt x="1851" y="3737"/>
                  </a:lnTo>
                  <a:lnTo>
                    <a:pt x="11993" y="3737"/>
                  </a:lnTo>
                  <a:lnTo>
                    <a:pt x="12349" y="3702"/>
                  </a:lnTo>
                  <a:lnTo>
                    <a:pt x="12704" y="3595"/>
                  </a:lnTo>
                  <a:lnTo>
                    <a:pt x="13025" y="3417"/>
                  </a:lnTo>
                  <a:lnTo>
                    <a:pt x="13309" y="3204"/>
                  </a:lnTo>
                  <a:lnTo>
                    <a:pt x="13523" y="2919"/>
                  </a:lnTo>
                  <a:lnTo>
                    <a:pt x="13701" y="2599"/>
                  </a:lnTo>
                  <a:lnTo>
                    <a:pt x="13808" y="2243"/>
                  </a:lnTo>
                  <a:lnTo>
                    <a:pt x="13843" y="1887"/>
                  </a:lnTo>
                  <a:lnTo>
                    <a:pt x="13808" y="1495"/>
                  </a:lnTo>
                  <a:lnTo>
                    <a:pt x="13701" y="1140"/>
                  </a:lnTo>
                  <a:lnTo>
                    <a:pt x="13523" y="819"/>
                  </a:lnTo>
                  <a:lnTo>
                    <a:pt x="13309" y="570"/>
                  </a:lnTo>
                  <a:lnTo>
                    <a:pt x="13025" y="321"/>
                  </a:lnTo>
                  <a:lnTo>
                    <a:pt x="12704" y="143"/>
                  </a:lnTo>
                  <a:lnTo>
                    <a:pt x="12349" y="36"/>
                  </a:lnTo>
                  <a:lnTo>
                    <a:pt x="11993" y="1"/>
                  </a:lnTo>
                  <a:close/>
                </a:path>
              </a:pathLst>
            </a:custGeom>
            <a:solidFill>
              <a:srgbClr val="FAFC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9">
              <a:extLst>
                <a:ext uri="{FF2B5EF4-FFF2-40B4-BE49-F238E27FC236}">
                  <a16:creationId xmlns:a16="http://schemas.microsoft.com/office/drawing/2014/main" id="{51006C84-0D7E-8240-8645-D8B6A6BBFB49}"/>
                </a:ext>
              </a:extLst>
            </p:cNvPr>
            <p:cNvSpPr/>
            <p:nvPr/>
          </p:nvSpPr>
          <p:spPr>
            <a:xfrm>
              <a:off x="4686244" y="2526452"/>
              <a:ext cx="70653" cy="85688"/>
            </a:xfrm>
            <a:custGeom>
              <a:avLst/>
              <a:gdLst/>
              <a:ahLst/>
              <a:cxnLst/>
              <a:rect l="l" t="t" r="r" b="b"/>
              <a:pathLst>
                <a:path w="3844" h="4662" extrusionOk="0">
                  <a:moveTo>
                    <a:pt x="0" y="0"/>
                  </a:moveTo>
                  <a:lnTo>
                    <a:pt x="0" y="854"/>
                  </a:lnTo>
                  <a:lnTo>
                    <a:pt x="1424" y="854"/>
                  </a:lnTo>
                  <a:lnTo>
                    <a:pt x="1424" y="4662"/>
                  </a:lnTo>
                  <a:lnTo>
                    <a:pt x="2420" y="4662"/>
                  </a:lnTo>
                  <a:lnTo>
                    <a:pt x="2420" y="854"/>
                  </a:lnTo>
                  <a:lnTo>
                    <a:pt x="3844" y="854"/>
                  </a:lnTo>
                  <a:lnTo>
                    <a:pt x="3844" y="0"/>
                  </a:lnTo>
                  <a:close/>
                </a:path>
              </a:pathLst>
            </a:custGeom>
            <a:solidFill>
              <a:srgbClr val="212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9">
              <a:extLst>
                <a:ext uri="{FF2B5EF4-FFF2-40B4-BE49-F238E27FC236}">
                  <a16:creationId xmlns:a16="http://schemas.microsoft.com/office/drawing/2014/main" id="{385FF2B9-02F1-A681-CD81-5A22B71AAE85}"/>
                </a:ext>
              </a:extLst>
            </p:cNvPr>
            <p:cNvSpPr/>
            <p:nvPr/>
          </p:nvSpPr>
          <p:spPr>
            <a:xfrm>
              <a:off x="4746420" y="2526452"/>
              <a:ext cx="83739" cy="85688"/>
            </a:xfrm>
            <a:custGeom>
              <a:avLst/>
              <a:gdLst/>
              <a:ahLst/>
              <a:cxnLst/>
              <a:rect l="l" t="t" r="r" b="b"/>
              <a:pathLst>
                <a:path w="4556" h="4662" extrusionOk="0">
                  <a:moveTo>
                    <a:pt x="2278" y="1139"/>
                  </a:moveTo>
                  <a:lnTo>
                    <a:pt x="2883" y="2847"/>
                  </a:lnTo>
                  <a:lnTo>
                    <a:pt x="1673" y="2847"/>
                  </a:lnTo>
                  <a:lnTo>
                    <a:pt x="2278" y="1139"/>
                  </a:lnTo>
                  <a:close/>
                  <a:moveTo>
                    <a:pt x="1779" y="0"/>
                  </a:moveTo>
                  <a:lnTo>
                    <a:pt x="0" y="4662"/>
                  </a:lnTo>
                  <a:lnTo>
                    <a:pt x="1032" y="4662"/>
                  </a:lnTo>
                  <a:lnTo>
                    <a:pt x="1388" y="3630"/>
                  </a:lnTo>
                  <a:lnTo>
                    <a:pt x="3132" y="3630"/>
                  </a:lnTo>
                  <a:lnTo>
                    <a:pt x="3488" y="4662"/>
                  </a:lnTo>
                  <a:lnTo>
                    <a:pt x="4555" y="4662"/>
                  </a:lnTo>
                  <a:lnTo>
                    <a:pt x="2811" y="0"/>
                  </a:lnTo>
                  <a:close/>
                </a:path>
              </a:pathLst>
            </a:custGeom>
            <a:solidFill>
              <a:srgbClr val="212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9">
              <a:extLst>
                <a:ext uri="{FF2B5EF4-FFF2-40B4-BE49-F238E27FC236}">
                  <a16:creationId xmlns:a16="http://schemas.microsoft.com/office/drawing/2014/main" id="{E92D8DF6-E291-ED73-5402-D473DA66E15F}"/>
                </a:ext>
              </a:extLst>
            </p:cNvPr>
            <p:cNvSpPr/>
            <p:nvPr/>
          </p:nvSpPr>
          <p:spPr>
            <a:xfrm>
              <a:off x="4828818" y="2526452"/>
              <a:ext cx="81129" cy="85688"/>
            </a:xfrm>
            <a:custGeom>
              <a:avLst/>
              <a:gdLst/>
              <a:ahLst/>
              <a:cxnLst/>
              <a:rect l="l" t="t" r="r" b="b"/>
              <a:pathLst>
                <a:path w="4414" h="4662" extrusionOk="0">
                  <a:moveTo>
                    <a:pt x="108" y="0"/>
                  </a:moveTo>
                  <a:lnTo>
                    <a:pt x="1602" y="2206"/>
                  </a:lnTo>
                  <a:lnTo>
                    <a:pt x="1" y="4662"/>
                  </a:lnTo>
                  <a:lnTo>
                    <a:pt x="1140" y="4662"/>
                  </a:lnTo>
                  <a:lnTo>
                    <a:pt x="2172" y="3060"/>
                  </a:lnTo>
                  <a:lnTo>
                    <a:pt x="3204" y="4662"/>
                  </a:lnTo>
                  <a:lnTo>
                    <a:pt x="4414" y="4662"/>
                  </a:lnTo>
                  <a:lnTo>
                    <a:pt x="2777" y="2242"/>
                  </a:lnTo>
                  <a:lnTo>
                    <a:pt x="4271" y="0"/>
                  </a:lnTo>
                  <a:lnTo>
                    <a:pt x="3168" y="0"/>
                  </a:lnTo>
                  <a:lnTo>
                    <a:pt x="2207" y="1495"/>
                  </a:lnTo>
                  <a:lnTo>
                    <a:pt x="1318" y="0"/>
                  </a:lnTo>
                  <a:close/>
                </a:path>
              </a:pathLst>
            </a:custGeom>
            <a:solidFill>
              <a:srgbClr val="212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9">
              <a:extLst>
                <a:ext uri="{FF2B5EF4-FFF2-40B4-BE49-F238E27FC236}">
                  <a16:creationId xmlns:a16="http://schemas.microsoft.com/office/drawing/2014/main" id="{B0A01D16-C042-7C42-A641-2BAACCEDACB9}"/>
                </a:ext>
              </a:extLst>
            </p:cNvPr>
            <p:cNvSpPr/>
            <p:nvPr/>
          </p:nvSpPr>
          <p:spPr>
            <a:xfrm>
              <a:off x="4917777" y="2526452"/>
              <a:ext cx="18325" cy="85688"/>
            </a:xfrm>
            <a:custGeom>
              <a:avLst/>
              <a:gdLst/>
              <a:ahLst/>
              <a:cxnLst/>
              <a:rect l="l" t="t" r="r" b="b"/>
              <a:pathLst>
                <a:path w="997" h="4662" extrusionOk="0">
                  <a:moveTo>
                    <a:pt x="1" y="0"/>
                  </a:moveTo>
                  <a:lnTo>
                    <a:pt x="1" y="4662"/>
                  </a:lnTo>
                  <a:lnTo>
                    <a:pt x="997" y="4662"/>
                  </a:lnTo>
                  <a:lnTo>
                    <a:pt x="997" y="0"/>
                  </a:lnTo>
                  <a:close/>
                </a:path>
              </a:pathLst>
            </a:custGeom>
            <a:solidFill>
              <a:srgbClr val="212E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4621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020D4D83-E254-6C03-DD5E-FDA2A301B722}"/>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D69436C8-18B1-45D6-C066-C1D6A6A4F947}"/>
              </a:ext>
            </a:extLst>
          </p:cNvPr>
          <p:cNvSpPr txBox="1">
            <a:spLocks noGrp="1"/>
          </p:cNvSpPr>
          <p:nvPr>
            <p:ph type="title"/>
          </p:nvPr>
        </p:nvSpPr>
        <p:spPr>
          <a:xfrm>
            <a:off x="457200" y="117589"/>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from Correlation Analysis </a:t>
            </a:r>
            <a:endParaRPr dirty="0"/>
          </a:p>
        </p:txBody>
      </p:sp>
      <p:grpSp>
        <p:nvGrpSpPr>
          <p:cNvPr id="1202" name="Google Shape;1202;p27">
            <a:extLst>
              <a:ext uri="{FF2B5EF4-FFF2-40B4-BE49-F238E27FC236}">
                <a16:creationId xmlns:a16="http://schemas.microsoft.com/office/drawing/2014/main" id="{1A29FD6E-B8DB-68B0-119A-AA7F42F4B84C}"/>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171AB0C6-0F18-578F-54CA-7DD45AEB7AD1}"/>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A84D3744-23FD-6D30-60B1-EA3EC4B9F853}"/>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51AE4BFE-1F79-572B-C934-7CFA3DE782AF}"/>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D092C01E-8CC1-426C-93AD-5DDBDD1B08AF}"/>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64C7DFBA-DBF0-7B81-7E71-29189B8F25B3}"/>
              </a:ext>
            </a:extLst>
          </p:cNvPr>
          <p:cNvGrpSpPr/>
          <p:nvPr/>
        </p:nvGrpSpPr>
        <p:grpSpPr>
          <a:xfrm>
            <a:off x="6799158" y="3977261"/>
            <a:ext cx="2248860" cy="965943"/>
            <a:chOff x="2672187" y="3187306"/>
            <a:chExt cx="3799639" cy="1544771"/>
          </a:xfrm>
        </p:grpSpPr>
        <p:sp>
          <p:nvSpPr>
            <p:cNvPr id="1208" name="Google Shape;1208;p27">
              <a:extLst>
                <a:ext uri="{FF2B5EF4-FFF2-40B4-BE49-F238E27FC236}">
                  <a16:creationId xmlns:a16="http://schemas.microsoft.com/office/drawing/2014/main" id="{0E226377-C319-31BD-79C3-75FF47BAFDA3}"/>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91869DA2-DFDF-8147-7CC6-2F68D5A546A8}"/>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3E094FE0-B623-EB9C-0576-C38FF3F727A9}"/>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1131FF2E-BE04-410A-29E2-9F1070B37FCB}"/>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E4074DED-2E8F-5E2A-B814-7265A4BB9A37}"/>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F116FCA5-1055-0DBD-F764-7B2B1AA473F4}"/>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35987D10-47ED-FAC3-982E-9DC0C204EA90}"/>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95B620F1-CC85-5C23-9E38-F802B77E31D7}"/>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FD75C630-21F3-71F5-A76A-0F530B0113F0}"/>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C948C388-54C4-E074-DC1B-D4BF72CB1DC7}"/>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93FA1CEA-2932-F182-93AC-676857ABCE30}"/>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89E685B8-1241-374E-FC25-225C36F53513}"/>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760CB33C-67BC-4B85-5F80-BC622BAFDA0A}"/>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5D28301C-B37C-CBC3-412B-EB4D91549D5B}"/>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8CC46F8F-1DE3-96C3-2DD2-85CCD4579EFF}"/>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26278E7E-B51C-829B-8237-77F558A34390}"/>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F80CDB97-7DA0-951B-6532-418E25558382}"/>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DCE459A1-A9B1-399F-7CFA-95F9ADFF448F}"/>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B0A945B1-FF53-D82B-30FC-BCEB62FCFB52}"/>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D17142F4-7A2A-A60C-33C6-D0638D182E6D}"/>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3DE02B36-B9CD-88FB-49B5-DD414B67BD51}"/>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FA15F49C-92D0-791C-ED26-B7D05481216D}"/>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B809AC44-CB6C-E2C8-EF36-90E462079B6C}"/>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88C59622-DA04-6D81-F711-EE879F795C3A}"/>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037CAE26-2AD7-A072-6986-36E4BD4310A5}"/>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975A32FD-1621-6BCC-790E-4EB58158C25F}"/>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F483112A-30B4-DBDE-2126-E27C5A895CB9}"/>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F169375E-EFFE-F924-965E-EA2CFA90DA3A}"/>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D8F13375-842D-29A4-B090-179D7051CA86}"/>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BEC5551B-B5DA-25EF-3669-AC2B8ADFFC62}"/>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223678EB-DC92-BA15-E4FC-807835A9442C}"/>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53348D60-8693-8633-1670-1FE4F4D66935}"/>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C123A360-9A7C-F47E-A800-E1652FB47053}"/>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A2C3CB76-CE97-F3D0-B32B-4FC56AFE8BB7}"/>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F0845CA3-1DBE-B353-A0B6-7CEBC63C2820}"/>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CB083BD-D078-2787-BD6C-CC68851041E6}"/>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C248C2A6-5E7E-53F3-C134-4D30D71C8DF5}"/>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B2785AD6-1C72-50A6-53F3-E059095DA0AD}"/>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4B875C49-685A-2E5A-39CA-7A3BED4982AD}"/>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E357D88C-0286-E95E-D013-FA2668BECE6A}"/>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7B4B2952-386E-F64D-56AE-3E9E89348971}"/>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72232D71-812A-1324-770A-D8AE9839C8AA}"/>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01BFCE13-CAB2-0DBC-06D3-882C64FFD306}"/>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91C447AC-5BC2-40F3-7D58-1AB9662A99E5}"/>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E414FA30-8074-534B-B8A8-42E7B0580A54}"/>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05B43162-8D5F-2F2E-FEAE-32633F412D44}"/>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F0224923-F96B-2E95-78EE-39E6D1A4D57A}"/>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A5CF3C0F-F499-D2AC-3232-095F15D28983}"/>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8732F312-862C-7669-C409-B8A5DC9F1327}"/>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4481EBAC-C8F7-F88A-BDEE-F0523FC36499}"/>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7E38FD99-120E-6E23-33F3-68243A638765}"/>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680A857D-FF21-B818-1DEF-33AD04045016}"/>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A15F37D4-CA12-AF6C-F668-E356B9A75905}"/>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9E810BF2-4A4C-77A0-3FEA-A75B009EC381}"/>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6F5A676A-DA1E-F11C-0E36-83CAB5BB9C8B}"/>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78847881-A022-2610-FD64-9D470875CF6A}"/>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5FA2E35B-5A16-1968-59F0-E635F58381CE}"/>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E63CAF2C-633A-4111-390F-279F529C2570}"/>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B9B189AF-17F7-66B4-958A-40452B5B639F}"/>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7412AC94-FD3D-1299-ED2F-D5FFC9F4850A}"/>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EC65219B-0ED4-B4A4-0447-22D4C312EBDA}"/>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B110B6A4-7DA9-6337-B8DE-EEEFA55F04FA}"/>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6BCDF49C-8493-A4AE-F79F-9ADBA878789C}"/>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63F7DEA2-527B-6D89-875F-D2ED501A3C74}"/>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E0182F8E-856B-811D-B641-74FFB57694D6}"/>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881B539E-8417-E1C8-228E-54CC5D8D97CA}"/>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749A0576-CD04-651A-52C8-BBC7DD35BCAF}"/>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77D4015C-A2DB-BF0B-7806-7FB21203AE6F}"/>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6AC2B88F-F2AA-7D9E-E866-D3964D024DD1}"/>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2990FE4D-09EA-C227-6E69-54CAAEC1CF79}"/>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099159CC-85F7-E035-5196-3D52F7E83F08}"/>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99C3F3DF-74ED-C617-F5AE-171E858F11AE}"/>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740FEFB3-EE83-773F-F72E-4ABBDB773CB8}"/>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7112A6CD-1526-2701-6DAF-E4B75FCD4ECE}"/>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A4580F02-0827-992E-11A0-2E7DF05152CB}"/>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95B70794-0B0F-75E6-89AD-069C67991519}"/>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FE58EADB-9C29-5D22-E754-B30635498346}"/>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7C25D461-0B68-FDEE-BCBA-CC1B4A0AB359}"/>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6E713F98-636A-7227-1C54-A831894332DA}"/>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50982F7A-DB6C-F5F6-7A42-9A23930C2B3A}"/>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731D3CDA-4468-A9D6-475C-30C7161D3DFD}"/>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1D983439-48BE-CDF2-0F10-57CF7F8A6FA9}"/>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0731813E-1A55-DFE2-C12F-A5FBC50D1ACF}"/>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90D1DBF4-F3BE-DA47-33AA-5BA227A2C181}"/>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DEFF63DB-CEB1-13F4-2EB0-F3E7FAF77AC5}"/>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F18AB00A-7761-E6E6-8E25-310970896276}"/>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B274DDAC-025C-E881-FA85-38DF2A0616CC}"/>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71B47303-578C-8D03-9C4E-7EDB9880A73F}"/>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F5F613E7-1A4E-C6E7-1EB9-B1D6754CFBD1}"/>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BD4CC1B9-7B0D-705E-3817-7EDDE4B1B75E}"/>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87B00D0F-4864-F987-E83C-814F3A53135A}"/>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8F72ED0F-27A4-E70D-C213-8B12569580F3}"/>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A2B91BC5-6FA5-CF20-C235-83700071A0EB}"/>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863201EC-7844-D817-1905-3AF92816BD74}"/>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CB2C6EE9-F1B0-05DA-00F1-C46D5BBCAB50}"/>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ECCFF5D9-C07A-203B-57EB-4F9069EEBF59}"/>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2FC33030-527E-7221-ACA1-5CBC51BE65E4}"/>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E7B04E32-5F77-0F29-AECA-84095B9949E7}"/>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93AF8659-58EA-3CDE-9850-4DA38708D5A7}"/>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17829C1F-7C63-26A6-114C-749CE334651B}"/>
              </a:ext>
            </a:extLst>
          </p:cNvPr>
          <p:cNvPicPr>
            <a:picLocks noChangeAspect="1"/>
          </p:cNvPicPr>
          <p:nvPr/>
        </p:nvPicPr>
        <p:blipFill>
          <a:blip r:embed="rId3"/>
          <a:stretch>
            <a:fillRect/>
          </a:stretch>
        </p:blipFill>
        <p:spPr>
          <a:xfrm>
            <a:off x="5514976" y="610481"/>
            <a:ext cx="3533042" cy="2965944"/>
          </a:xfrm>
          <a:prstGeom prst="rect">
            <a:avLst/>
          </a:prstGeom>
        </p:spPr>
      </p:pic>
      <p:pic>
        <p:nvPicPr>
          <p:cNvPr id="5" name="Picture 4">
            <a:extLst>
              <a:ext uri="{FF2B5EF4-FFF2-40B4-BE49-F238E27FC236}">
                <a16:creationId xmlns:a16="http://schemas.microsoft.com/office/drawing/2014/main" id="{136BF442-6B5C-734F-BF1A-9AEFACB8C643}"/>
              </a:ext>
            </a:extLst>
          </p:cNvPr>
          <p:cNvPicPr>
            <a:picLocks noChangeAspect="1"/>
          </p:cNvPicPr>
          <p:nvPr/>
        </p:nvPicPr>
        <p:blipFill>
          <a:blip r:embed="rId4"/>
          <a:stretch>
            <a:fillRect/>
          </a:stretch>
        </p:blipFill>
        <p:spPr>
          <a:xfrm>
            <a:off x="0" y="610481"/>
            <a:ext cx="5201587" cy="3087120"/>
          </a:xfrm>
          <a:prstGeom prst="rect">
            <a:avLst/>
          </a:prstGeom>
        </p:spPr>
      </p:pic>
      <p:sp>
        <p:nvSpPr>
          <p:cNvPr id="7" name="TextBox 6">
            <a:extLst>
              <a:ext uri="{FF2B5EF4-FFF2-40B4-BE49-F238E27FC236}">
                <a16:creationId xmlns:a16="http://schemas.microsoft.com/office/drawing/2014/main" id="{136D65F2-C59F-37CB-E878-B34C4978AE14}"/>
              </a:ext>
            </a:extLst>
          </p:cNvPr>
          <p:cNvSpPr txBox="1"/>
          <p:nvPr/>
        </p:nvSpPr>
        <p:spPr>
          <a:xfrm>
            <a:off x="0" y="3767102"/>
            <a:ext cx="6799158" cy="1200329"/>
          </a:xfrm>
          <a:prstGeom prst="rect">
            <a:avLst/>
          </a:prstGeom>
          <a:noFill/>
        </p:spPr>
        <p:txBody>
          <a:bodyPr wrap="square">
            <a:spAutoFit/>
          </a:bodyPr>
          <a:lstStyle/>
          <a:p>
            <a:pPr marL="432000" indent="-285750" algn="l" rtl="0">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Distance is the strongest fare predictor</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0.83 correlation</a:t>
            </a:r>
            <a:r>
              <a:rPr lang="en-US" sz="1200" kern="100" dirty="0">
                <a:effectLst/>
                <a:latin typeface="Roboto" panose="02000000000000000000" pitchFamily="2" charset="0"/>
                <a:ea typeface="Calibri" panose="020F0502020204030204" pitchFamily="34" charset="0"/>
                <a:cs typeface="Arial" panose="020B0604020202020204" pitchFamily="34" charset="0"/>
              </a:rPr>
              <a:t>)—longer trips lead to higher fares.</a:t>
            </a:r>
          </a:p>
          <a:p>
            <a:pPr marL="432000" indent="-285750" algn="l" rtl="0">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Pickup/Dropoff Locations matter</a:t>
            </a:r>
            <a:r>
              <a:rPr lang="en-US" sz="1200" kern="100" dirty="0">
                <a:effectLst/>
                <a:latin typeface="Roboto" panose="02000000000000000000" pitchFamily="2" charset="0"/>
                <a:ea typeface="Calibri" panose="020F0502020204030204" pitchFamily="34" charset="0"/>
                <a:cs typeface="Arial" panose="020B0604020202020204" pitchFamily="34" charset="0"/>
              </a:rPr>
              <a:t>, especially in </a:t>
            </a:r>
            <a:r>
              <a:rPr lang="en-US" sz="1200" b="1" kern="100" dirty="0">
                <a:effectLst/>
                <a:latin typeface="Roboto" panose="02000000000000000000" pitchFamily="2" charset="0"/>
                <a:ea typeface="Calibri" panose="020F0502020204030204" pitchFamily="34" charset="0"/>
                <a:cs typeface="Arial" panose="020B0604020202020204" pitchFamily="34" charset="0"/>
              </a:rPr>
              <a:t>Manhattan and airport routes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p>
          <a:p>
            <a:pPr marL="432000" indent="-285750" algn="l" rtl="0">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Airport Distances show mixed effects</a:t>
            </a:r>
            <a:r>
              <a:rPr lang="en-US" sz="1200" kern="100" dirty="0">
                <a:effectLst/>
                <a:latin typeface="Roboto" panose="02000000000000000000" pitchFamily="2" charset="0"/>
                <a:ea typeface="Calibri" panose="020F0502020204030204" pitchFamily="34" charset="0"/>
                <a:cs typeface="Arial" panose="020B0604020202020204" pitchFamily="34" charset="0"/>
              </a:rPr>
              <a:t>, with </a:t>
            </a:r>
            <a:r>
              <a:rPr lang="en-US" sz="1200" b="1" kern="100" dirty="0">
                <a:effectLst/>
                <a:latin typeface="Roboto" panose="02000000000000000000" pitchFamily="2" charset="0"/>
                <a:ea typeface="Calibri" panose="020F0502020204030204" pitchFamily="34" charset="0"/>
                <a:cs typeface="Arial" panose="020B0604020202020204" pitchFamily="34" charset="0"/>
              </a:rPr>
              <a:t>JFK fares lower due to flat-rate pricing</a:t>
            </a:r>
            <a:r>
              <a:rPr lang="en-US" sz="1200" kern="100" dirty="0">
                <a:effectLst/>
                <a:latin typeface="Roboto" panose="02000000000000000000" pitchFamily="2" charset="0"/>
                <a:ea typeface="Calibri" panose="020F0502020204030204" pitchFamily="34" charset="0"/>
                <a:cs typeface="Arial" panose="020B0604020202020204" pitchFamily="34" charset="0"/>
              </a:rPr>
              <a:t>.</a:t>
            </a:r>
          </a:p>
          <a:p>
            <a:pPr marL="432000" indent="-285750" algn="l" rtl="0">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Time-based features (hour, weekday, rush hour) have minimal impact</a:t>
            </a:r>
            <a:r>
              <a:rPr lang="en-US" sz="1200" kern="100" dirty="0">
                <a:effectLst/>
                <a:latin typeface="Roboto" panose="02000000000000000000" pitchFamily="2" charset="0"/>
                <a:ea typeface="Calibri" panose="020F0502020204030204" pitchFamily="34" charset="0"/>
                <a:cs typeface="Arial" panose="020B0604020202020204" pitchFamily="34" charset="0"/>
              </a:rPr>
              <a:t> on fare variation.</a:t>
            </a:r>
          </a:p>
          <a:p>
            <a:pPr marL="432000" indent="-285750" algn="l" rtl="0">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External factors (weather, traffic, car condition) show weak correlations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a:t>
            </a:r>
            <a:r>
              <a:rPr lang="en-US" sz="1200" b="1" kern="100" dirty="0">
                <a:effectLst/>
                <a:latin typeface="Roboto" panose="02000000000000000000" pitchFamily="2" charset="0"/>
                <a:ea typeface="Calibri" panose="020F0502020204030204" pitchFamily="34" charset="0"/>
                <a:cs typeface="Arial" panose="020B0604020202020204" pitchFamily="34" charset="0"/>
              </a:rPr>
              <a:t>NYC taxis don’t adjust fares significantly for them</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104201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EDF6BDB1-49C6-CC52-6F4B-5B72A53DE83C}"/>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017101F9-825C-8B21-1267-7143E12B602F}"/>
              </a:ext>
            </a:extLst>
          </p:cNvPr>
          <p:cNvSpPr txBox="1">
            <a:spLocks noGrp="1"/>
          </p:cNvSpPr>
          <p:nvPr>
            <p:ph type="title"/>
          </p:nvPr>
        </p:nvSpPr>
        <p:spPr>
          <a:xfrm>
            <a:off x="457200" y="255611"/>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from Density Plots</a:t>
            </a:r>
            <a:endParaRPr dirty="0"/>
          </a:p>
        </p:txBody>
      </p:sp>
      <p:grpSp>
        <p:nvGrpSpPr>
          <p:cNvPr id="1202" name="Google Shape;1202;p27">
            <a:extLst>
              <a:ext uri="{FF2B5EF4-FFF2-40B4-BE49-F238E27FC236}">
                <a16:creationId xmlns:a16="http://schemas.microsoft.com/office/drawing/2014/main" id="{1C32B344-2D4E-FB56-EDC4-70E9FA48C562}"/>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4FFD2B35-8B90-081B-0D11-9D96A2273FD9}"/>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8F6851E3-11D7-3D23-1047-2D960C8439ED}"/>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1493F5B6-02BC-5800-6E41-7AC924CAADDA}"/>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875CDFE9-B50C-4054-8742-68D7B6622B07}"/>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EDF05E2F-BC0A-B486-1374-5F7F3AF86F77}"/>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856965AD-5538-6102-E185-BAB1EFBCEDFF}"/>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60D21FC3-A762-F34D-97D9-C7C8C1662DC9}"/>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8685BC71-C6A9-522C-3162-64534C8F9C3D}"/>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B7BE8154-BF61-078D-F14F-15BBEC1F1F90}"/>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4DBA86F1-8A2C-CCCE-585A-D27285F06333}"/>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186C59F7-5D36-0359-D3DC-2038E09C1107}"/>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F9CF248D-2808-D6A5-2E14-DCA287A6E506}"/>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857F46CB-5526-916D-8D13-6B20CD6AEA76}"/>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BA700FC1-687C-EA5D-CE76-939E529586AC}"/>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917D8C36-40D4-6CC0-7ABB-5321612D52C3}"/>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18C263F6-BA9B-682A-3E27-825B1BCFDF9C}"/>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CD0535F4-DC8D-2F98-0C52-15864B080F14}"/>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293AE03A-2C91-87B4-D85D-42C11543C9D7}"/>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1DD9291B-087E-73FC-C780-B70EED7451D2}"/>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7B7DDBF4-0CB5-A40A-D8B4-77BD5F53D732}"/>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CF900260-9C69-C230-6A61-F1F198AC4EA3}"/>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AC4C9CF3-A55C-D4CB-8D0F-1F74FEB2C915}"/>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CB550368-45B3-6134-BD95-CA51EBA4F684}"/>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FD345D3F-1E7D-48A3-8132-9200F4C7D527}"/>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B942B74E-885C-641E-16C7-9D23E7718FB9}"/>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CEE9631F-F004-0034-15D8-1502F23A4469}"/>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20454D0A-D78C-5E4C-9D26-AF51811AA570}"/>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80692156-BFC8-B6E2-8B18-43A624FD4302}"/>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37966EDB-F26D-5413-4DC6-05D547A21A8B}"/>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6BD8A6C0-D34B-BCE1-DECF-7FFBA6619FD3}"/>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5DD6D08A-6F7D-AFBB-3664-2F5EDA8D334A}"/>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8D6CB3E2-E4A7-253F-F8D3-849E3043D8CA}"/>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B6643700-BFB5-3F4F-65EF-ED2180F37C1F}"/>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667E4BB8-7E15-0494-9C8C-EF02820A6F17}"/>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2C8DE5B8-B8D2-1B1B-7BB1-978A68E1B727}"/>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96B77012-3F80-090E-6E8E-F6F8D3A75A22}"/>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B83E6CB1-D334-A663-AA1C-974D1966D501}"/>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58CB7214-897F-054F-6B5D-A17EF4AD6133}"/>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DF94039F-50E5-BB3A-C1AA-3AE386036907}"/>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E9157DD6-2202-7F70-BC12-D147C40CAAF1}"/>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7BA0BAFE-FA84-A33D-03C8-5164216874C2}"/>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6F541D53-C9F6-B120-6010-C4D174F60D47}"/>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E315BE65-048F-0B29-8830-48EEA6EEC574}"/>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0323BD11-9396-1222-7128-4945540677EC}"/>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9798BF40-0104-A029-2B98-549EBAD05002}"/>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CFF6790F-08CD-976D-513A-BB60A35CFED7}"/>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6390926C-D365-8B73-DABD-97D8C47C0D14}"/>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2C01C1E9-7F2E-C692-6AD6-93101B2CA251}"/>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CE3A327A-44AA-5619-25B4-2F30782BD8EE}"/>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6240ABF9-B0ED-569E-614D-93F970FE1698}"/>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25C54388-AC62-D1E2-F3AD-369385B00A15}"/>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9B0DAA5F-D16F-654A-D771-B411B1763FDD}"/>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C753E8ED-3EDC-707E-96B1-62A3C0AF28C2}"/>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592F5DCB-ABE4-F00B-2EB0-50FD3E40F5AD}"/>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F12C2C92-1610-139B-FEC5-B7D02C5ABB58}"/>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4EFFC91D-F66D-2529-76DC-EA0A15D6E1B4}"/>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7C8C22D6-E88C-1761-89BF-F64927CFC7F6}"/>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42E59577-58F3-58C9-7B3A-E47E255CF29F}"/>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A38AA5D4-7893-000F-9D33-C9AEBBA57217}"/>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F5FBDCC8-FFE9-66A7-F0CE-6DD8AF7FEA3E}"/>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BD097531-ABDA-E4B5-CB28-0672EC759689}"/>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13254BF0-F446-1EAF-0C93-DFEB02BD08FA}"/>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B74DDAD2-9B65-D145-62CC-203839B8BFA3}"/>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2A84BC0E-03D4-6BA7-DC55-8A41ECFA57D6}"/>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5E927850-2B4C-5D2E-150B-F31867F89430}"/>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CBD2CD52-3DEC-326D-A5F9-FCFAEE060AE9}"/>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7C5F93E4-BECB-4C6B-028C-B9444DEECD46}"/>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72668BC6-43C1-88D1-0B53-C270B05ECE5D}"/>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7F162558-5CF6-D1A5-55F8-4B37E790A5D5}"/>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BC4A2D7C-50B6-DB7B-237B-F6B65A40DB12}"/>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55349793-7DC1-6E5E-385A-86FC3C745D2C}"/>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23B3E18F-3162-3AE3-1C3F-7BEC41DCAE04}"/>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9A3F52C2-D165-8D7D-481E-EB97EF743F82}"/>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F9A1B142-BE63-D214-DE32-C0E898E61705}"/>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695B3DF2-7A4E-2137-E50C-A459308702AC}"/>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3C50E6AE-A522-C848-51C6-18738EB5744E}"/>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982F87FD-418A-9A32-053E-63B52B78FB57}"/>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B537246C-0791-F105-EF6B-FC1B10CA90CB}"/>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B41D2B2C-5299-0890-88B0-B07735CBDBB6}"/>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20C596BA-505D-9444-AFE5-D9F027619A77}"/>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5835413C-723C-DE8C-69D3-B63B72169B5E}"/>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54EACCCD-63ED-0AAE-D47F-7633ECB293B8}"/>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E1B7FBC6-71FC-FBFD-B7AD-2EBFC918A218}"/>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C9AA721A-2C4D-A9F9-8A96-E55B793BDEC5}"/>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997E372A-5FB9-E55B-46CB-51641AC355E7}"/>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2FC2FA22-F5FE-FCD7-80A8-9985932F86A7}"/>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A281D9C8-7538-EF6D-59CF-35BA76CC93B6}"/>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2AA66BF3-4B9D-61AC-2AA0-EE9C8151F029}"/>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95D348CD-FD2A-28E7-2D71-AD7ACC458F7A}"/>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6A7A7CD1-1A1D-5500-E67C-91AE4CF867A0}"/>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9E77F831-7878-342A-008F-F41FCAD3FFCA}"/>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E91ED304-0894-CB7E-736D-4027BADAC5D6}"/>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3949A502-2290-0202-2CD5-4690DEDF1CC1}"/>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A39365C0-BF67-105B-596C-7065F7302193}"/>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983F6A03-848B-6FE0-D747-2D6A25BF5C0E}"/>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6875D696-612B-553A-D2C1-9CEB25A477B4}"/>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9A54C3CF-C129-C4FE-5A40-EFDBE29BD706}"/>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399018F6-B03F-A931-B502-CCAFBD177FB1}"/>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FC08E00A-46D7-59D7-38C9-EF002CCD0DA0}"/>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A31E3DCE-4E71-A48B-867C-51FDEC9D6273}"/>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100F1476-9F15-D5E1-5019-60A3B922D7A4}"/>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E9955774-5936-0888-8E7F-8455658C3D5B}"/>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F824C0C1-AB7A-601D-6227-86F61FF5AFD7}"/>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2BDCE0D4-B974-6AAC-ADF4-D01FDCE4C3DB}"/>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663D696E-D56E-63C5-5084-EDFBA1BE32F0}"/>
              </a:ext>
            </a:extLst>
          </p:cNvPr>
          <p:cNvPicPr>
            <a:picLocks noChangeAspect="1"/>
          </p:cNvPicPr>
          <p:nvPr/>
        </p:nvPicPr>
        <p:blipFill>
          <a:blip r:embed="rId3"/>
          <a:stretch>
            <a:fillRect/>
          </a:stretch>
        </p:blipFill>
        <p:spPr>
          <a:xfrm>
            <a:off x="130629" y="955046"/>
            <a:ext cx="6115609" cy="3561443"/>
          </a:xfrm>
          <a:prstGeom prst="rect">
            <a:avLst/>
          </a:prstGeom>
        </p:spPr>
      </p:pic>
      <p:sp>
        <p:nvSpPr>
          <p:cNvPr id="9" name="TextBox 8">
            <a:extLst>
              <a:ext uri="{FF2B5EF4-FFF2-40B4-BE49-F238E27FC236}">
                <a16:creationId xmlns:a16="http://schemas.microsoft.com/office/drawing/2014/main" id="{0812874B-CDDD-95CA-E0EE-FCEB39DE3790}"/>
              </a:ext>
            </a:extLst>
          </p:cNvPr>
          <p:cNvSpPr txBox="1"/>
          <p:nvPr/>
        </p:nvSpPr>
        <p:spPr>
          <a:xfrm>
            <a:off x="6246238" y="473236"/>
            <a:ext cx="2767133" cy="3157596"/>
          </a:xfrm>
          <a:prstGeom prst="rect">
            <a:avLst/>
          </a:prstGeom>
          <a:noFill/>
        </p:spPr>
        <p:txBody>
          <a:bodyPr wrap="square">
            <a:spAutoFit/>
          </a:bodyPr>
          <a:lstStyle/>
          <a:p>
            <a:pPr marL="285750" indent="-285750" algn="l" rtl="0">
              <a:lnSpc>
                <a:spcPct val="107000"/>
              </a:lnSpc>
              <a:spcAft>
                <a:spcPts val="800"/>
              </a:spcAft>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Both fare amount and trip distance are highly skewed</a:t>
            </a:r>
            <a:r>
              <a:rPr lang="en-US" sz="1200" kern="100" dirty="0">
                <a:effectLst/>
                <a:latin typeface="Roboto" panose="02000000000000000000" pitchFamily="2" charset="0"/>
                <a:ea typeface="Calibri" panose="020F0502020204030204" pitchFamily="34" charset="0"/>
                <a:cs typeface="Arial" panose="020B0604020202020204" pitchFamily="34" charset="0"/>
              </a:rPr>
              <a:t>, with most values concentrated on the lower end.</a:t>
            </a:r>
          </a:p>
          <a:p>
            <a:pPr marL="285750" indent="-285750" algn="l" rtl="0">
              <a:lnSpc>
                <a:spcPct val="107000"/>
              </a:lnSpc>
              <a:spcAft>
                <a:spcPts val="800"/>
              </a:spcAft>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Majority of fares are below $25</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that most taxi trips are short rides.</a:t>
            </a:r>
          </a:p>
          <a:p>
            <a:pPr marL="285750" indent="-285750" algn="l" rtl="0">
              <a:lnSpc>
                <a:spcPct val="107000"/>
              </a:lnSpc>
              <a:spcAft>
                <a:spcPts val="800"/>
              </a:spcAft>
              <a:buFont typeface="Arial" panose="020B0604020202020204" pitchFamily="34" charset="0"/>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trips have a distance under 5 miles</a:t>
            </a:r>
            <a:r>
              <a:rPr lang="en-US" sz="1200" kern="100" dirty="0">
                <a:effectLst/>
                <a:latin typeface="Roboto" panose="02000000000000000000" pitchFamily="2" charset="0"/>
                <a:ea typeface="Calibri" panose="020F0502020204030204" pitchFamily="34" charset="0"/>
                <a:cs typeface="Arial" panose="020B0604020202020204" pitchFamily="34" charset="0"/>
              </a:rPr>
              <a:t>, indicating a concentration of </a:t>
            </a:r>
            <a:r>
              <a:rPr lang="en-US" sz="1200" b="1" kern="100" dirty="0">
                <a:effectLst/>
                <a:latin typeface="Roboto" panose="02000000000000000000" pitchFamily="2" charset="0"/>
                <a:ea typeface="Calibri" panose="020F0502020204030204" pitchFamily="34" charset="0"/>
                <a:cs typeface="Arial" panose="020B0604020202020204" pitchFamily="34" charset="0"/>
              </a:rPr>
              <a:t>short intra-city rides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p>
          <a:p>
            <a:pPr marL="285750" indent="-285750" algn="l" rtl="0">
              <a:lnSpc>
                <a:spcPct val="107000"/>
              </a:lnSpc>
              <a:spcAft>
                <a:spcPts val="800"/>
              </a:spcAft>
              <a:buFont typeface="Arial" panose="020B0604020202020204" pitchFamily="34" charset="0"/>
              <a:buChar char="•"/>
            </a:pPr>
            <a:r>
              <a:rPr lang="en-US" sz="1200" kern="100" dirty="0">
                <a:effectLst/>
                <a:latin typeface="Roboto" panose="02000000000000000000" pitchFamily="2" charset="0"/>
                <a:ea typeface="Calibri" panose="020F0502020204030204" pitchFamily="34" charset="0"/>
                <a:cs typeface="Arial" panose="020B0604020202020204" pitchFamily="34" charset="0"/>
              </a:rPr>
              <a:t>There are a few </a:t>
            </a:r>
            <a:r>
              <a:rPr lang="en-US" sz="1200" b="1" kern="100" dirty="0">
                <a:effectLst/>
                <a:latin typeface="Roboto" panose="02000000000000000000" pitchFamily="2" charset="0"/>
                <a:ea typeface="Calibri" panose="020F0502020204030204" pitchFamily="34" charset="0"/>
                <a:cs typeface="Arial" panose="020B0604020202020204" pitchFamily="34" charset="0"/>
              </a:rPr>
              <a:t>high-fare and long-distance rides</a:t>
            </a:r>
            <a:r>
              <a:rPr lang="en-US" sz="1200" kern="100" dirty="0">
                <a:effectLst/>
                <a:latin typeface="Roboto" panose="02000000000000000000" pitchFamily="2" charset="0"/>
                <a:ea typeface="Calibri" panose="020F0502020204030204" pitchFamily="34" charset="0"/>
                <a:cs typeface="Arial" panose="020B0604020202020204" pitchFamily="34" charset="0"/>
              </a:rPr>
              <a:t>, but they are </a:t>
            </a:r>
            <a:r>
              <a:rPr lang="en-US" sz="1200" b="1" kern="100" dirty="0">
                <a:effectLst/>
                <a:latin typeface="Roboto" panose="02000000000000000000" pitchFamily="2" charset="0"/>
                <a:ea typeface="Calibri" panose="020F0502020204030204" pitchFamily="34" charset="0"/>
                <a:cs typeface="Arial" panose="020B0604020202020204" pitchFamily="34" charset="0"/>
              </a:rPr>
              <a:t>rare compared to typical trips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454945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50D2112D-F639-FEA4-2AB1-D67172E4EF4B}"/>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2E4906A1-8675-6F3D-777E-BDB70A58257D}"/>
              </a:ext>
            </a:extLst>
          </p:cNvPr>
          <p:cNvSpPr txBox="1">
            <a:spLocks noGrp="1"/>
          </p:cNvSpPr>
          <p:nvPr>
            <p:ph type="title"/>
          </p:nvPr>
        </p:nvSpPr>
        <p:spPr>
          <a:xfrm>
            <a:off x="457200" y="414610"/>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Amount Distribution</a:t>
            </a:r>
            <a:endParaRPr dirty="0"/>
          </a:p>
        </p:txBody>
      </p:sp>
      <p:grpSp>
        <p:nvGrpSpPr>
          <p:cNvPr id="1202" name="Google Shape;1202;p27">
            <a:extLst>
              <a:ext uri="{FF2B5EF4-FFF2-40B4-BE49-F238E27FC236}">
                <a16:creationId xmlns:a16="http://schemas.microsoft.com/office/drawing/2014/main" id="{E1FA38BD-AB1F-629F-C415-88EB94F00D6C}"/>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F146E3CA-EB86-D1D3-149A-109F8B4BE305}"/>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630245E2-802B-4624-170E-C52A982564AB}"/>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D730E29A-26B8-001A-13BA-200B64522628}"/>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887ABFBA-B844-84C9-9A4C-46122D5E5D46}"/>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145D9C1A-58B3-AE07-266C-63666A8BAF1F}"/>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60838987-5F00-4696-D19E-7DB2C1AA80D1}"/>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89C769ED-CFE6-EE5F-5157-BEB5E805839E}"/>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C17229B7-FE56-D4BD-A4E7-5A03DBEB36CE}"/>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D7B61ABA-C296-2218-588D-80454A2C090A}"/>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FC385157-5F0C-D5AE-A002-07D4957A8871}"/>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687A5CC1-6155-BC4E-7A2D-5E5434C41555}"/>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71F9F4DC-6EAE-3095-E43F-358FE1873146}"/>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10CEE7D3-8D72-F689-6851-11ED541EC101}"/>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9138A0CB-FC8F-403C-35A2-0D5451DB9C00}"/>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ECB7A1E6-6511-71CD-CBB4-7DF422F2E397}"/>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62384204-D2E6-C3E5-0544-4E6251D4419A}"/>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CEEDD2DC-CF05-A5D2-11B9-DF00E25D7107}"/>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869789CE-EFE3-D438-1414-A8888F23EDB1}"/>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55983192-BA55-2ECA-8016-FCFB1D88ED48}"/>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7617E457-3F86-8F09-7C1B-F8B8384FA86B}"/>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265661D8-7935-F366-5B36-9D95D12A9388}"/>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7B53BA0C-750E-85C3-9676-675F1882364F}"/>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32BBEDFD-7A59-70CC-AC7B-25DE90C55AFA}"/>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EAA86821-8FB6-5BD4-C754-895F598A8839}"/>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FFED4F64-3532-6550-DAAB-497B057A2558}"/>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4913CFE2-013F-9C82-23B9-061FAB0E2DE8}"/>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EB160045-CC97-B713-0D96-45E5BEE0EEC4}"/>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A80A77C3-4947-2BFB-3BD8-E6362AA48536}"/>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40BDE2DB-1F51-CC40-E3DE-13863F85DC1E}"/>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97EFF2A6-0110-3CEA-91B0-55D6BECB0B30}"/>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BA3A6CC3-AFC9-8AF3-CBD4-EC1E1EC0D851}"/>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2EA32444-2A12-AA66-E5AB-C914DC097781}"/>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FF8D5AEA-6E4C-253A-C010-45B1BE58E327}"/>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65C046DB-C27C-0BDC-1170-DFC4B930D1BE}"/>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67306223-24B9-A66E-DA56-81F762B1B1D7}"/>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B0C43280-1486-B66D-54ED-BDE830251470}"/>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74C0131F-FEF3-5093-A80A-BCC1D557FDE5}"/>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0427A744-5626-ECBC-E4B5-4318957106A2}"/>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38126F06-1852-C6C0-7DAF-1DBC8BA12408}"/>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B7E2CC60-96E9-431D-3F63-D85889526AD0}"/>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8211B4F-30C6-7C6C-FE12-70E832EA0F7F}"/>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E4B94A1F-D10A-6A3E-AB90-C2528DFB6A4F}"/>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97623172-BC43-71FD-A993-580AC03DCFBA}"/>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530B4415-05DC-E2B0-349D-CBA6CF134B21}"/>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6467E34C-3BDB-4C43-05A0-8AD4E934F6E2}"/>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C9299BDA-51D0-8CAB-5F5E-F9E66480D543}"/>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762662F3-8D6C-4CFF-3E25-6B2918FC1FC6}"/>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B9D82511-0C75-C8E2-E65C-00A1371D3108}"/>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1862FC46-B754-7AAC-C1E8-96376D52DECD}"/>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18CC39CA-6009-8438-CCD6-FE25ACFA729E}"/>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43F8BB75-0322-209A-77BA-7CFF3AAFA781}"/>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8A73972A-03B8-BA4E-F313-D31D7A26498F}"/>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7CCA591D-D05C-CBB4-C49C-0EA8CFCF86E6}"/>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D9B132D9-6400-5F69-6664-9DBF466208D3}"/>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03A17554-05D9-2B12-5042-85336D4B171B}"/>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707E5645-C8C8-1809-12A9-F55FF4A43337}"/>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C861BB8F-BD8B-7F07-DEF8-7D065806731C}"/>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F423822E-9DC6-897C-7AB1-4FC20A3D366A}"/>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30B61F62-456B-6FC4-8F59-10BC31121A5A}"/>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C0B01FE-6CAE-DBE6-CD19-FAC520B7554F}"/>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D249CCCA-2ADD-23FB-B2D9-C9F8917A7B07}"/>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CB0AC419-FF55-AC01-19C6-86670D50C8AA}"/>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906E3356-E050-1111-BC65-7157241EAFB6}"/>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9D7ED8FC-5BDE-203B-FBA5-84E3017DBF10}"/>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4A433F81-4404-B0D8-86E5-772EB2C7EB3D}"/>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BBDA07B5-FAD2-1E8C-FB24-9687BEBD261D}"/>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89F135DF-6EDB-C854-8B16-3C0C74486B6A}"/>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8913F5C6-BE74-91B4-7444-DE5F4B2549DD}"/>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5C78F289-E4AA-5D98-4E94-43F5A9957BA9}"/>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81607510-1530-BA71-9385-5561D360D960}"/>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775DC8B5-3AE1-9844-FB84-4A78A3787DD3}"/>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19A6A449-BBD5-9B9B-33F9-C343AD6C1D54}"/>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9761233B-F14D-AC22-4DE9-F1EE6922643B}"/>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4CFDA124-2BA6-15D4-8914-60B455B2349D}"/>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DB9F5FB4-B2FA-E8E5-E253-AC09D0E34B5D}"/>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9A84E777-F598-07E8-88E4-921BC5844CDD}"/>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2689F153-2D29-6BCF-EDB9-23F9F885A3E9}"/>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A144D96F-BABF-5ECD-9D45-EAA146527A2F}"/>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D0B405B0-6197-BEBF-BAF2-4252A4079934}"/>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1EDC19B1-52D8-06E4-F689-FE4A20795CB8}"/>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71132C5A-0867-7CB3-D5BA-5DCF05EB228C}"/>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4273D56D-B088-D45A-39B1-6C458EAD35C6}"/>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82688196-A4AB-742B-AC19-665B96C3C79D}"/>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BF318073-2D41-67D0-9034-C296E44CFF68}"/>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082A0265-75D1-6B1A-41FD-E216619A5EBC}"/>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6FA168A9-5ADC-9A26-1EBE-945DD91C390D}"/>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5650E945-CBAB-908F-3B6A-11608DEA997A}"/>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E09ACB2E-3E8A-C05A-281E-81F7E773CF78}"/>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1A6E23C3-4A16-CDDA-7EB2-D7218B8F17A3}"/>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D33F2CF9-5273-1E91-CBE1-C74AD633F987}"/>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10429FFA-BB72-4C9A-5C9F-66594452F9B1}"/>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E522AE66-8C9F-9B37-7867-C320F2F7A297}"/>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BFEA3C4A-4043-F4F6-2581-C49D8C7C91C0}"/>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8C387993-09B4-FC11-890F-8F74CED177F1}"/>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CC03DBF8-BA87-A8CA-50E1-13830FA96E29}"/>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19A0424E-F8B6-C3B6-2557-2645D003BBEE}"/>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3DD4F765-E92C-521B-0E11-9E320574C978}"/>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D7B20096-A4E3-373F-A3DE-ABD46AFC8A6F}"/>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D9C424A4-8AD3-B789-47E7-42A07D032737}"/>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042A1EA2-C3ED-7E76-3DE1-2718583F4179}"/>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E61886DF-3E30-18E7-119F-0D9824757AC6}"/>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7E7778D9-09FB-BEE4-9949-B423DA839627}"/>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37872B8F-BAA1-6331-6196-4D3B770AB475}"/>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6417E0E1-A4CA-D125-F7D9-FEFAE11AC331}"/>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9C90CBE6-2486-687D-0A29-F3281799E7E2}"/>
              </a:ext>
            </a:extLst>
          </p:cNvPr>
          <p:cNvSpPr txBox="1"/>
          <p:nvPr/>
        </p:nvSpPr>
        <p:spPr>
          <a:xfrm>
            <a:off x="6246238" y="516779"/>
            <a:ext cx="2767133" cy="3157596"/>
          </a:xfrm>
          <a:prstGeom prst="rect">
            <a:avLst/>
          </a:prstGeom>
          <a:noFill/>
        </p:spPr>
        <p:txBody>
          <a:bodyPr wrap="square">
            <a:spAutoFit/>
          </a:bodyPr>
          <a:lstStyle/>
          <a:p>
            <a:pPr marL="342900" marR="49149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fares are under $20</a:t>
            </a:r>
            <a:r>
              <a:rPr lang="en-US" sz="1200" kern="100" dirty="0">
                <a:effectLst/>
                <a:latin typeface="Roboto" panose="02000000000000000000" pitchFamily="2" charset="0"/>
                <a:ea typeface="Calibri" panose="020F0502020204030204" pitchFamily="34" charset="0"/>
                <a:cs typeface="Arial" panose="020B0604020202020204" pitchFamily="34" charset="0"/>
              </a:rPr>
              <a:t>, indicating that short-distance trips dominate the dataset.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marR="49149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The distribution is highly skewed</a:t>
            </a:r>
            <a:r>
              <a:rPr lang="en-US" sz="1200" kern="100" dirty="0">
                <a:effectLst/>
                <a:latin typeface="Roboto" panose="02000000000000000000" pitchFamily="2" charset="0"/>
                <a:ea typeface="Calibri" panose="020F0502020204030204" pitchFamily="34" charset="0"/>
                <a:cs typeface="Arial" panose="020B0604020202020204" pitchFamily="34" charset="0"/>
              </a:rPr>
              <a:t>, with fewer high-fare rides.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marR="49149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A small number of fares exceed $100</a:t>
            </a:r>
            <a:r>
              <a:rPr lang="en-US" sz="1200" kern="100" dirty="0">
                <a:effectLst/>
                <a:latin typeface="Roboto" panose="02000000000000000000" pitchFamily="2" charset="0"/>
                <a:ea typeface="Calibri" panose="020F0502020204030204" pitchFamily="34" charset="0"/>
                <a:cs typeface="Arial" panose="020B0604020202020204" pitchFamily="34" charset="0"/>
              </a:rPr>
              <a:t>, likely long-distance or premium service rides.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Taxi rides in NYC are generally short and affordable, with a few high-fare outliers.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5F87C761-2D10-978E-E91C-D518CE8E7BF1}"/>
              </a:ext>
            </a:extLst>
          </p:cNvPr>
          <p:cNvPicPr>
            <a:picLocks noChangeAspect="1"/>
          </p:cNvPicPr>
          <p:nvPr/>
        </p:nvPicPr>
        <p:blipFill>
          <a:blip r:embed="rId3"/>
          <a:stretch>
            <a:fillRect/>
          </a:stretch>
        </p:blipFill>
        <p:spPr>
          <a:xfrm>
            <a:off x="130629" y="1242164"/>
            <a:ext cx="5868000" cy="3125103"/>
          </a:xfrm>
          <a:prstGeom prst="rect">
            <a:avLst/>
          </a:prstGeom>
        </p:spPr>
      </p:pic>
    </p:spTree>
    <p:extLst>
      <p:ext uri="{BB962C8B-B14F-4D97-AF65-F5344CB8AC3E}">
        <p14:creationId xmlns:p14="http://schemas.microsoft.com/office/powerpoint/2010/main" val="1321847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24B05536-9BD7-98F2-502E-E64DEE39909D}"/>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C338DD39-EDA7-C141-EC00-B004670A5083}"/>
              </a:ext>
            </a:extLst>
          </p:cNvPr>
          <p:cNvSpPr txBox="1">
            <a:spLocks noGrp="1"/>
          </p:cNvSpPr>
          <p:nvPr>
            <p:ph type="title"/>
          </p:nvPr>
        </p:nvSpPr>
        <p:spPr>
          <a:xfrm>
            <a:off x="457200" y="414610"/>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Trip Distance Distribution</a:t>
            </a:r>
            <a:endParaRPr dirty="0"/>
          </a:p>
        </p:txBody>
      </p:sp>
      <p:grpSp>
        <p:nvGrpSpPr>
          <p:cNvPr id="1202" name="Google Shape;1202;p27">
            <a:extLst>
              <a:ext uri="{FF2B5EF4-FFF2-40B4-BE49-F238E27FC236}">
                <a16:creationId xmlns:a16="http://schemas.microsoft.com/office/drawing/2014/main" id="{2F6EC90B-3C9F-1821-7A9A-0F6A35378D5E}"/>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CEED8F54-661A-B006-A725-8AF0754DCEF5}"/>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55547B80-4A25-E2C6-0F60-048EED40B901}"/>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6F05B142-0821-9E7F-8943-5B9F80C641F5}"/>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66EA0716-5268-AA21-422F-BEA26B3382A8}"/>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40F4D7FA-84D4-3E25-D9C2-7A3762353C96}"/>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FD10204C-F555-4BF9-7936-188333FECE54}"/>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1F50BCB6-5EC3-C460-6D83-2DF5AAEBFDAA}"/>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F617BC7B-95AE-4457-6F6B-5E95B92456FB}"/>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B405928E-0AEA-5903-654C-29C41324F71D}"/>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66491BC2-BD4B-961E-8898-8C9390BA2410}"/>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6D597B7B-7621-3F7C-0402-899B037F26CE}"/>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998F08C4-2422-86FD-C8B6-59AFCC1F6CC5}"/>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F25B152A-AB9D-2CBF-BBFF-7BAB6047A0BF}"/>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38620EFA-1634-9881-4E86-14A4BF8358C5}"/>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D7632C3A-7725-6377-A971-4ABFE57483FB}"/>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F67DA9F0-F978-D445-5458-33C2C90A715C}"/>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917EB1AC-BEB9-FBAF-A658-64E50F613AC9}"/>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7B3D72D1-9E3B-9841-7893-00E88350A67A}"/>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3538CC07-B89D-231F-4069-BFE84CB8BC28}"/>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B3BB28F4-D19F-760F-C63F-FABA0BD4F02C}"/>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C7EA1184-A6E8-A5C6-470B-025A9CCE6747}"/>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D246DF01-FAF2-8996-97C9-88D95A099617}"/>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E47FFF9B-889C-F8D8-5007-0C89CC74F7EF}"/>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7AD0BF49-44FF-0B01-4788-CC1CD0C2ADE4}"/>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A7063650-7546-FF84-C202-DCCECF0BEF02}"/>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33B9CB98-5D13-CCF2-A4D5-2DE11C4A9EF0}"/>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7C40ABB5-B8A8-D210-D64E-39E59169D7D5}"/>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1EEE5B94-9DE9-5B3B-DA9B-664D0D7E2C37}"/>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E627E2F9-084F-87A3-A9BE-6C83662288DD}"/>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EA1AF207-1A92-02B1-5453-62A257157441}"/>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B1522B34-505F-A808-CF54-A49373CEE046}"/>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122A3905-F232-7937-B537-242697D1280C}"/>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A5099635-0BB2-CBD0-81C6-4DFD9A137141}"/>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C9998981-F2B5-7C7D-B390-46F4DC770CB5}"/>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7327B951-5161-7B09-9C15-4F22CA16DA44}"/>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F8E20811-825D-D7D4-86F5-F719F7F9958B}"/>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FD48D141-C732-0DC2-1FA1-5E43A6832D19}"/>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925CD8BD-91BE-CEDD-2130-A4D1F0BE6FA5}"/>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D1B542AF-7A84-B5BC-8A4E-90EF3E0A45E9}"/>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BA9F5E30-9D66-9335-6DA7-2080CD941222}"/>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273220F2-3920-EB99-DA65-CE555DA1F250}"/>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3EAD020A-6DAC-ACF0-5B8C-EC52AE6B0069}"/>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C8F15892-E15F-18AA-D36C-A8E59098C484}"/>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D6A5F4C4-5205-684C-92C3-287E63297743}"/>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F72A0714-30DE-B570-3DA6-447A613E29D6}"/>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DC058463-1DEC-57E5-97C7-294C3FB50451}"/>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D7C17580-235D-5B0B-BA82-0A07F74837B7}"/>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E343879C-E163-5D4F-A2C3-E03F557F265C}"/>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F3F13C0A-82EA-B34F-7960-98C881A0284B}"/>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7CC5B912-AFF0-E629-F133-181812F340CF}"/>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28212666-3C8B-DFE1-94A7-51D4631A9AF8}"/>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6481C499-1841-F8C7-1E43-A09E2325745D}"/>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ADCC3544-F505-9E81-D084-266E8F9C86CC}"/>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C6B6AADC-A990-3E52-D9C3-26A08056F106}"/>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EE24AB0E-49B9-5F90-0FA5-FDED6E3545AE}"/>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E3E8C8BD-1675-24CD-0967-A836C32EC69B}"/>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D486C3AC-D59F-1698-FF35-D05B971D020D}"/>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19DDD8DF-8608-8BAB-4FDF-25B9D8C3F1F1}"/>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E1764367-F6FC-6A10-ED46-44B302FD9E78}"/>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6C8471B4-DD10-EE1B-E58B-80B4B864886F}"/>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56854CE5-66DB-AC56-06D2-6D45DDC1E61D}"/>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68786D8E-08BD-C85D-E44E-6ED7506F3198}"/>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464169DA-751C-6FF9-E3F5-4483186256C6}"/>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65229D0B-D220-EAA2-BF9A-2A7701ECD46E}"/>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307C3FFD-3B85-AFA7-B5FB-2CF3E4872814}"/>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B7B289F9-A22D-841C-3552-31A504B9A3B9}"/>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05DEEE1F-B49F-4C22-3657-AA7AE5860768}"/>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3C6CB12D-D841-146B-30FD-43C4F4197263}"/>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F269F317-82B1-1DCA-EB19-7787F500678E}"/>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64D4FE45-1A7F-649D-BB2E-4BD96253346D}"/>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5C2DAF1E-3101-5BC8-B7CF-F97139AF11F5}"/>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69378934-7C95-C052-B041-31A4650D6E46}"/>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31616AAD-9A9F-C7CC-4FE7-0CCAD5D34FFD}"/>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1997D488-C584-10AA-B962-9765D138179F}"/>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FFDAF6DC-2D9D-3F81-4CCF-B1EE2F057E0B}"/>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78D3FC4D-5AA7-179E-EB47-637447BD9886}"/>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D0566834-4CA2-4B09-06EA-A39899D562D2}"/>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F2A74B09-7F15-C07D-46C0-97F5D724DA72}"/>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66F6C670-8430-576C-88E0-6A5EB129620F}"/>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E845BA14-DC66-79B3-6836-CDE39A09C5E1}"/>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7AD40C11-D31D-BB8C-8F2F-F11232EC7008}"/>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4CCB97AC-7524-12E0-862E-9147F73EFF15}"/>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2F7CF886-2A55-0CF1-2743-4F03732A9B6B}"/>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F80D12E2-0ABE-2A3F-E963-F05480921B9C}"/>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CE04A665-3A36-90DF-A65A-A0893D441624}"/>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0C8A2C63-C0E2-5B05-BA65-EF9B8B2791B4}"/>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848CF5E1-7C5A-7F48-0FF7-C9AC9B3473A9}"/>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8BEAFB61-A98F-9330-9534-F2E6DF43644D}"/>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092AB49D-6934-244B-1348-4D3A905F13DB}"/>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69592728-108D-3E1A-AE86-1B072076CCAE}"/>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7A72028B-9115-574A-4324-FC9A34BCBA26}"/>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14E8C2C3-73A1-83F6-50AD-5538BF29E21D}"/>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D2AFE037-5112-41B9-7158-D392934BF3C4}"/>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0E018B2F-E983-D0FE-B606-7F05CA85A35C}"/>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000632EF-FA5A-A8BB-05EE-1CEFB3AA6E38}"/>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FA512E42-3CB1-3057-D584-CCA83D7A58C4}"/>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2052D327-2246-5382-9DCF-E6E3BED6CF8D}"/>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374373FD-0BBE-9632-487F-7530A6836730}"/>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931E6A4A-B051-F9B0-3916-C04B10AC2E49}"/>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0DEC283D-26CD-9C78-96B9-E17BD4E8744F}"/>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25F4396B-6E6B-BCAB-4415-E4DEE0ABF29B}"/>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DCF8055A-24B1-3F0B-C0F3-F5835311A0A0}"/>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378F0D6A-A9D6-E35E-E371-C61E6A70977E}"/>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5B65218E-8E4D-5A1C-092D-FD1EF28128DC}"/>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6BC95290-84BF-C25D-41CB-8D2155375C9E}"/>
              </a:ext>
            </a:extLst>
          </p:cNvPr>
          <p:cNvSpPr txBox="1"/>
          <p:nvPr/>
        </p:nvSpPr>
        <p:spPr>
          <a:xfrm>
            <a:off x="6246238" y="907565"/>
            <a:ext cx="2767133" cy="3093924"/>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trips are short</a:t>
            </a:r>
            <a:r>
              <a:rPr lang="en-US" sz="1200" kern="100" dirty="0">
                <a:effectLst/>
                <a:latin typeface="Roboto" panose="02000000000000000000" pitchFamily="2" charset="0"/>
                <a:ea typeface="Calibri" panose="020F0502020204030204" pitchFamily="34" charset="0"/>
                <a:cs typeface="Arial" panose="020B0604020202020204" pitchFamily="34" charset="0"/>
              </a:rPr>
              <a:t>, with the majority under </a:t>
            </a:r>
            <a:r>
              <a:rPr lang="en-US" sz="1200" b="1" kern="100" dirty="0">
                <a:effectLst/>
                <a:latin typeface="Roboto" panose="02000000000000000000" pitchFamily="2" charset="0"/>
                <a:ea typeface="Calibri" panose="020F0502020204030204" pitchFamily="34" charset="0"/>
                <a:cs typeface="Arial" panose="020B0604020202020204" pitchFamily="34" charset="0"/>
              </a:rPr>
              <a:t>5 miles</a:t>
            </a:r>
            <a:r>
              <a:rPr lang="en-US" sz="1200" kern="100" dirty="0">
                <a:effectLst/>
                <a:latin typeface="Roboto" panose="02000000000000000000" pitchFamily="2" charset="0"/>
                <a:ea typeface="Calibri" panose="020F0502020204030204" pitchFamily="34" charset="0"/>
                <a:cs typeface="Arial" panose="020B0604020202020204" pitchFamily="34" charset="0"/>
              </a:rPr>
              <a:t>, indicating frequent short-distance travel.</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The distribution is right-skewed</a:t>
            </a:r>
            <a:r>
              <a:rPr lang="en-US" sz="1200" kern="100" dirty="0">
                <a:effectLst/>
                <a:latin typeface="Roboto" panose="02000000000000000000" pitchFamily="2" charset="0"/>
                <a:ea typeface="Calibri" panose="020F0502020204030204" pitchFamily="34" charset="0"/>
                <a:cs typeface="Arial" panose="020B0604020202020204" pitchFamily="34" charset="0"/>
              </a:rPr>
              <a:t>, with fewer long trips beyond </a:t>
            </a:r>
            <a:r>
              <a:rPr lang="en-US" sz="1200" b="1" kern="100" dirty="0">
                <a:effectLst/>
                <a:latin typeface="Roboto" panose="02000000000000000000" pitchFamily="2" charset="0"/>
                <a:ea typeface="Calibri" panose="020F0502020204030204" pitchFamily="34" charset="0"/>
                <a:cs typeface="Arial" panose="020B0604020202020204" pitchFamily="34" charset="0"/>
              </a:rPr>
              <a:t>10 miles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Rare long-distance trips exist</a:t>
            </a:r>
            <a:r>
              <a:rPr lang="en-US" sz="1200" kern="100" dirty="0">
                <a:effectLst/>
                <a:latin typeface="Roboto" panose="02000000000000000000" pitchFamily="2" charset="0"/>
                <a:ea typeface="Calibri" panose="020F0502020204030204" pitchFamily="34" charset="0"/>
                <a:cs typeface="Arial" panose="020B0604020202020204" pitchFamily="34" charset="0"/>
              </a:rPr>
              <a:t>, likely to </a:t>
            </a:r>
            <a:r>
              <a:rPr lang="en-US" sz="1200" b="1" kern="100" dirty="0">
                <a:effectLst/>
                <a:latin typeface="Roboto" panose="02000000000000000000" pitchFamily="2" charset="0"/>
                <a:ea typeface="Calibri" panose="020F0502020204030204" pitchFamily="34" charset="0"/>
                <a:cs typeface="Arial" panose="020B0604020202020204" pitchFamily="34" charset="0"/>
              </a:rPr>
              <a:t>airports or outer boroughs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NYC taxi trips are predominantly short, with a few long rides contributing to higher fares.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A5ECC1FB-E840-F705-7439-5B3B74477E20}"/>
              </a:ext>
            </a:extLst>
          </p:cNvPr>
          <p:cNvPicPr>
            <a:picLocks noChangeAspect="1"/>
          </p:cNvPicPr>
          <p:nvPr/>
        </p:nvPicPr>
        <p:blipFill>
          <a:blip r:embed="rId3"/>
          <a:stretch>
            <a:fillRect/>
          </a:stretch>
        </p:blipFill>
        <p:spPr>
          <a:xfrm>
            <a:off x="130629" y="1242164"/>
            <a:ext cx="5868000" cy="3125103"/>
          </a:xfrm>
          <a:prstGeom prst="rect">
            <a:avLst/>
          </a:prstGeom>
        </p:spPr>
      </p:pic>
    </p:spTree>
    <p:extLst>
      <p:ext uri="{BB962C8B-B14F-4D97-AF65-F5344CB8AC3E}">
        <p14:creationId xmlns:p14="http://schemas.microsoft.com/office/powerpoint/2010/main" val="3729833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651DA4AB-1BDC-C2B8-EA31-13E8EE6D4F30}"/>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177A2F8D-8811-D94F-583F-2FB081179F3D}"/>
              </a:ext>
            </a:extLst>
          </p:cNvPr>
          <p:cNvSpPr txBox="1">
            <a:spLocks noGrp="1"/>
          </p:cNvSpPr>
          <p:nvPr>
            <p:ph type="title"/>
          </p:nvPr>
        </p:nvSpPr>
        <p:spPr>
          <a:xfrm>
            <a:off x="457200" y="255611"/>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vs Distance</a:t>
            </a:r>
            <a:endParaRPr dirty="0"/>
          </a:p>
        </p:txBody>
      </p:sp>
      <p:grpSp>
        <p:nvGrpSpPr>
          <p:cNvPr id="1202" name="Google Shape;1202;p27">
            <a:extLst>
              <a:ext uri="{FF2B5EF4-FFF2-40B4-BE49-F238E27FC236}">
                <a16:creationId xmlns:a16="http://schemas.microsoft.com/office/drawing/2014/main" id="{AC3A2ADC-B84F-021D-8DE1-83E221EBC21F}"/>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55A4F205-A213-FFF7-DDC3-D58DF438927F}"/>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F04AAB96-6530-0D68-D119-E11779C7092A}"/>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AA186BC4-EA49-E970-60EC-F18F29CC8BB2}"/>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4B2968F1-915A-3FC2-581C-C0F7CC32A0A3}"/>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D6CB83A4-EA37-B42B-2912-35861839F502}"/>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37C36DFB-EB73-1BF6-C2C7-1CE01896FB17}"/>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D8390396-BAC5-30C7-5EEB-63D177E0739C}"/>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529E2153-F079-1998-B89D-F346A6D55FDA}"/>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E0AAA833-169F-E4C1-21A8-0610E7512CA2}"/>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9583E2D6-D86C-14C7-4386-5D40F3FED0A7}"/>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591F8200-19AF-4A4A-DA50-B11DFA404A8F}"/>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D2AAA9EA-E905-B165-ACCD-78E3C494A651}"/>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60EDED29-D08A-30F5-F082-77EF82D7F6FB}"/>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C2E212FD-49E6-54BA-4785-3B766C4433E3}"/>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50C8AE36-A73C-BDCF-7518-DC62A2DD7C4A}"/>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7FD6AAF3-B4BC-8F95-C5E8-E4C09B4D88FD}"/>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895A6F69-B4A1-6B5B-04F7-6D904B00DB9C}"/>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68D37880-E00C-2879-5CE2-1B7DA795228C}"/>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ECCE15D3-2E1E-22BD-B51D-7600D0891791}"/>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ED1B2749-FB69-F29A-C8F9-1FE11E425BA6}"/>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B6323E6E-8D0B-F3D3-3309-C15CC5944A1E}"/>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6C8FE151-D94B-C83E-87BF-95771AB07F2F}"/>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22B06F3F-310F-5F60-5FC5-8B6CAB1DCDEF}"/>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07D93B17-5A39-157D-E004-CAF1B1AF4CE0}"/>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2F7C4242-D039-414D-B851-56DB2937F099}"/>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D203613D-AC79-F62D-C9AF-72F69F7115E0}"/>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8C53C0FE-F335-7AFF-7B79-79FA33622FC7}"/>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E037ED47-79C9-4402-0568-EE24B2E252DA}"/>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6D154A34-CF5E-ADE6-287A-F9AD0AF5389D}"/>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8FC0D76E-7EEF-DF40-3FC0-134D675AAFA6}"/>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16CEDBD5-5361-C97C-C1E0-C3C0BF05B2FB}"/>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27A30F1B-C9F8-2EF9-33A9-7E7AF154BD3E}"/>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E987EC7E-3FBF-103E-CC5F-F9A8C260F672}"/>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130A2911-5E08-C58A-F8BB-183D5CBF2E50}"/>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E2F45A52-11CB-CB1B-7F0C-8CE9C707934D}"/>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2317A2D4-FC6B-6951-A84B-E3A1DF6094B4}"/>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79DD1736-A6FA-56D3-D4D8-2718293BF730}"/>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9CBA73BC-3054-EE10-411C-6582FB76F5C4}"/>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79D89AC3-ABE9-7FEA-65D8-FC491AF37D0C}"/>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0D255B60-809E-5F1F-1FEC-BC64A198BD94}"/>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9C7784AA-CA78-C736-CAA4-76BF6F3A5669}"/>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1B433DB6-9098-6552-4996-C93629E338AB}"/>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737EC904-84F0-A177-1813-07E6E7FCCC78}"/>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51259F61-F7D9-6E3A-DBF5-27ACDED38F8F}"/>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0F097437-3ECE-E877-7924-0AD991F99D77}"/>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A7AC87FD-E0D6-F464-4169-BF5BBF14D05B}"/>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786E2D57-A897-AD36-5DB4-0FEC215FE225}"/>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3955ACFF-3808-7AF1-AE35-EE73267D55AC}"/>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1F70DAD8-37E5-C47E-90FD-E561CE1845FE}"/>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09A6CFF8-3AA8-74C8-BEFD-80551BECCC22}"/>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79C1E1E6-C035-CBE3-8ECD-C31FC0331CF2}"/>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4480C814-CD22-F462-BFB3-E848E7412638}"/>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606968A3-A6D2-552C-769A-49881FA9B896}"/>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D9DD0465-F3A8-A25A-CBFE-C7DDB0C0DB24}"/>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551E00D3-0E01-E07F-50FE-38933DFC2AC1}"/>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0870DBED-E549-5FB9-3B31-9512132AE0EF}"/>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43C897DD-93B1-975B-CD5D-41CCDCCDA5AD}"/>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AFF3F3FD-6CAB-9D67-DBE9-FAA253B95508}"/>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7E8FAF5F-5DAC-4035-E2FB-1971970FCFA1}"/>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943A7166-A022-608A-00EB-AAB3D00173D1}"/>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AF8D0B35-D535-EDDF-0294-47BEE40DFF91}"/>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BB99D123-2818-F5D3-1A9B-F5B6351F28E3}"/>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29BDE26D-178A-0821-77C9-FEBBC73C0245}"/>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C35DE7F5-020E-91E6-501D-D8CB95D9695C}"/>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2D9F4D8C-FAA8-AA31-18FD-7690F587A1EE}"/>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25AC09AC-39A4-E26E-623C-633FFEEDDF2C}"/>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E3731C8C-C0EC-3EF3-864F-4283EDC55516}"/>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E5726756-3CC5-C7F3-75F0-C4BC003B35EE}"/>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E46BD17F-3E91-AC14-B8EA-2523E9ECEB9C}"/>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8F71C8D2-E6B4-3CDE-256B-CEA54B1A5F21}"/>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605BA000-7CC8-9CC7-B917-A6EBB3AAA88E}"/>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C7EA32BA-41EF-F4AE-7390-DB49A6631F6B}"/>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4EEF9B51-2597-2704-408D-247B3476DC07}"/>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62FB8BC1-38CC-C59B-7254-0DB9B600B124}"/>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FC06689A-6351-5A09-E840-706DDE5AB1CE}"/>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953E1750-1E17-1842-A29A-A14ADB560B34}"/>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95615562-F2B6-EE84-1EA5-D45588C50B97}"/>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E57ED150-91F0-0B76-120E-EC4E3BDA1A6E}"/>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CADDB575-801A-9BAA-39E0-5C7F8DDD774B}"/>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DC2E7CF1-0AD4-AD05-CEC9-1F98BA45954C}"/>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FFCE26D4-D6BB-76FD-5689-EEB6E2C21846}"/>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E6A55543-1343-0DF4-F618-F4EBE4C3FF15}"/>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A5B9ADB3-7FA4-237C-6F5F-B24FC10F3EED}"/>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2AF56FEC-7A8C-FE54-7EEC-1D36D4C1B802}"/>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125A5702-2F1D-E784-A1DA-404647A21224}"/>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BDF1C047-6781-482F-4DC3-87A840B539C4}"/>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B5F56D5A-5F28-3BA9-8347-62DC7FC39266}"/>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806BF428-9B5A-EBF4-7332-CD1DB5A7C86F}"/>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404AB214-7DF6-8A69-B307-18A2CE63065D}"/>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3D49F674-0AD0-9822-9212-1C439FE38805}"/>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A93D7335-18D7-18C7-4DE3-3C2249ECA797}"/>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368C80DB-4DC0-E031-FC93-571E6ABC0210}"/>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153A8598-C3D1-4E02-F755-F97677C556FF}"/>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F912FBFB-B129-946A-CACC-4B31284E4719}"/>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AF677A76-D05F-B154-49EC-16D5E24D1AAD}"/>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B75168FA-16E3-9B9E-28D4-4AC114106368}"/>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73FB987F-54DF-A5B9-44C7-E0F44A540352}"/>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63C76F0B-D2CB-5F2B-3EE3-5B144DC9D705}"/>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B5FC79A3-FF19-296C-E854-A06186C0795C}"/>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E402987B-B012-5097-DF6A-D6A0D674BAA7}"/>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5B29CBF6-C594-FF3B-448E-A710DF9DC367}"/>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61FD6E89-5834-2C54-C73C-A76D90D20EAE}"/>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86ADF927-557F-13EE-CEF1-DD2136CC5882}"/>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A3B915D6-C2AD-5C0C-3580-50830CB4983F}"/>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D845C419-824C-3333-5039-93C6CA910AC9}"/>
              </a:ext>
            </a:extLst>
          </p:cNvPr>
          <p:cNvSpPr txBox="1"/>
          <p:nvPr/>
        </p:nvSpPr>
        <p:spPr>
          <a:xfrm>
            <a:off x="6246238" y="473236"/>
            <a:ext cx="2767133" cy="3493520"/>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Fares increase with distance</a:t>
            </a:r>
            <a:r>
              <a:rPr lang="en-US" sz="1100" kern="100" dirty="0">
                <a:effectLst/>
                <a:latin typeface="Roboto" panose="02000000000000000000" pitchFamily="2" charset="0"/>
                <a:ea typeface="Roboto" panose="02000000000000000000" pitchFamily="2" charset="0"/>
                <a:cs typeface="Roboto" panose="02000000000000000000" pitchFamily="2" charset="0"/>
              </a:rPr>
              <a:t>, confirming distance as the main pricing factor.</a:t>
            </a:r>
          </a:p>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Short trips (&lt;5 miles) show wide fare variation</a:t>
            </a:r>
            <a:r>
              <a:rPr lang="en-US" sz="1100" kern="100" dirty="0">
                <a:effectLst/>
                <a:latin typeface="Roboto" panose="02000000000000000000" pitchFamily="2" charset="0"/>
                <a:ea typeface="Roboto" panose="02000000000000000000" pitchFamily="2" charset="0"/>
                <a:cs typeface="Roboto" panose="02000000000000000000" pitchFamily="2" charset="0"/>
              </a:rPr>
              <a:t>, likely due to </a:t>
            </a:r>
            <a:r>
              <a:rPr lang="en-US" sz="1100" b="1" kern="100" dirty="0">
                <a:effectLst/>
                <a:latin typeface="Roboto" panose="02000000000000000000" pitchFamily="2" charset="0"/>
                <a:ea typeface="Roboto" panose="02000000000000000000" pitchFamily="2" charset="0"/>
                <a:cs typeface="Roboto" panose="02000000000000000000" pitchFamily="2" charset="0"/>
              </a:rPr>
              <a:t>minimum charges or surge pricing</a:t>
            </a:r>
            <a:r>
              <a:rPr lang="en-US" sz="1100" kern="100" dirty="0">
                <a:effectLst/>
                <a:latin typeface="Roboto" panose="02000000000000000000" pitchFamily="2" charset="0"/>
                <a:ea typeface="Roboto" panose="02000000000000000000" pitchFamily="2" charset="0"/>
                <a:cs typeface="Roboto" panose="02000000000000000000" pitchFamily="2" charset="0"/>
              </a:rPr>
              <a:t>.</a:t>
            </a:r>
          </a:p>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Flat-rate fares (~$50, ~$70) suggest fixed airport pricing</a:t>
            </a:r>
            <a:r>
              <a:rPr lang="en-US" sz="1100" kern="100" dirty="0">
                <a:effectLst/>
                <a:latin typeface="Roboto" panose="02000000000000000000" pitchFamily="2" charset="0"/>
                <a:ea typeface="Roboto" panose="02000000000000000000" pitchFamily="2" charset="0"/>
                <a:cs typeface="Roboto" panose="02000000000000000000" pitchFamily="2" charset="0"/>
              </a:rPr>
              <a:t>.</a:t>
            </a:r>
          </a:p>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Roboto" panose="02000000000000000000" pitchFamily="2" charset="0"/>
                <a:cs typeface="Roboto" panose="02000000000000000000" pitchFamily="2" charset="0"/>
              </a:rPr>
              <a:t>Some high-fare outliers exist</a:t>
            </a:r>
            <a:r>
              <a:rPr lang="en-US" sz="1100" kern="100" dirty="0">
                <a:effectLst/>
                <a:latin typeface="Roboto" panose="02000000000000000000" pitchFamily="2" charset="0"/>
                <a:ea typeface="Roboto" panose="02000000000000000000" pitchFamily="2" charset="0"/>
                <a:cs typeface="Roboto" panose="02000000000000000000" pitchFamily="2" charset="0"/>
              </a:rPr>
              <a:t>, possibly due to </a:t>
            </a:r>
            <a:r>
              <a:rPr lang="en-US" sz="1100" b="1" kern="100" dirty="0">
                <a:effectLst/>
                <a:latin typeface="Roboto" panose="02000000000000000000" pitchFamily="2" charset="0"/>
                <a:ea typeface="Roboto" panose="02000000000000000000" pitchFamily="2" charset="0"/>
                <a:cs typeface="Roboto" panose="02000000000000000000" pitchFamily="2" charset="0"/>
              </a:rPr>
              <a:t>premium services or anomalies</a:t>
            </a:r>
            <a:r>
              <a:rPr lang="en-US" sz="1100" kern="100" dirty="0">
                <a:effectLst/>
                <a:latin typeface="Roboto" panose="02000000000000000000" pitchFamily="2" charset="0"/>
                <a:ea typeface="Roboto" panose="02000000000000000000" pitchFamily="2" charset="0"/>
                <a:cs typeface="Roboto" panose="02000000000000000000" pitchFamily="2" charset="0"/>
              </a:rPr>
              <a:t>.</a:t>
            </a:r>
          </a:p>
          <a:p>
            <a:pPr algn="l" rtl="0">
              <a:lnSpc>
                <a:spcPct val="107000"/>
              </a:lnSpc>
              <a:spcAft>
                <a:spcPts val="800"/>
              </a:spcAft>
              <a:buNone/>
            </a:pPr>
            <a:r>
              <a:rPr lang="en-US" sz="1100" b="1" kern="100" dirty="0">
                <a:effectLst/>
                <a:latin typeface="Roboto" panose="02000000000000000000" pitchFamily="2" charset="0"/>
                <a:ea typeface="Roboto" panose="02000000000000000000" pitchFamily="2" charset="0"/>
                <a:cs typeface="Roboto" panose="02000000000000000000" pitchFamily="2" charset="0"/>
              </a:rPr>
              <a:t>Conclusion:</a:t>
            </a:r>
            <a:r>
              <a:rPr lang="en-US" sz="1100" kern="100" dirty="0">
                <a:effectLst/>
                <a:latin typeface="Roboto" panose="02000000000000000000" pitchFamily="2" charset="0"/>
                <a:ea typeface="Roboto" panose="02000000000000000000" pitchFamily="2" charset="0"/>
                <a:cs typeface="Roboto" panose="02000000000000000000" pitchFamily="2" charset="0"/>
              </a:rPr>
              <a:t> Distance drives fare, but </a:t>
            </a:r>
            <a:r>
              <a:rPr lang="en-US" sz="1100" b="1" kern="100" dirty="0">
                <a:effectLst/>
                <a:latin typeface="Roboto" panose="02000000000000000000" pitchFamily="2" charset="0"/>
                <a:ea typeface="Roboto" panose="02000000000000000000" pitchFamily="2" charset="0"/>
                <a:cs typeface="Roboto" panose="02000000000000000000" pitchFamily="2" charset="0"/>
              </a:rPr>
              <a:t>pricing isn't purely linear</a:t>
            </a:r>
            <a:r>
              <a:rPr lang="en-US" sz="1100" kern="100" dirty="0">
                <a:effectLst/>
                <a:latin typeface="Roboto" panose="02000000000000000000" pitchFamily="2" charset="0"/>
                <a:ea typeface="Roboto" panose="02000000000000000000" pitchFamily="2" charset="0"/>
                <a:cs typeface="Roboto" panose="02000000000000000000" pitchFamily="2" charset="0"/>
              </a:rPr>
              <a:t> due to minimum fares, airport rates, and demand-based pricing.</a:t>
            </a:r>
          </a:p>
          <a:p>
            <a:pPr algn="l" rtl="0">
              <a:lnSpc>
                <a:spcPct val="107000"/>
              </a:lnSpc>
              <a:spcAft>
                <a:spcPts val="800"/>
              </a:spcAft>
            </a:pPr>
            <a:r>
              <a:rPr lang="en-US" sz="1100" kern="100" dirty="0">
                <a:effectLst/>
                <a:latin typeface="Roboto" panose="02000000000000000000" pitchFamily="2" charset="0"/>
                <a:ea typeface="Roboto" panose="02000000000000000000" pitchFamily="2" charset="0"/>
                <a:cs typeface="Roboto" panose="02000000000000000000" pitchFamily="2" charset="0"/>
              </a:rPr>
              <a:t> </a:t>
            </a:r>
          </a:p>
        </p:txBody>
      </p:sp>
      <p:pic>
        <p:nvPicPr>
          <p:cNvPr id="3" name="Picture 2">
            <a:extLst>
              <a:ext uri="{FF2B5EF4-FFF2-40B4-BE49-F238E27FC236}">
                <a16:creationId xmlns:a16="http://schemas.microsoft.com/office/drawing/2014/main" id="{95618353-247C-4CB3-49C7-E9D0DE5AA15E}"/>
              </a:ext>
            </a:extLst>
          </p:cNvPr>
          <p:cNvPicPr>
            <a:picLocks noChangeAspect="1"/>
          </p:cNvPicPr>
          <p:nvPr/>
        </p:nvPicPr>
        <p:blipFill>
          <a:blip r:embed="rId3"/>
          <a:stretch>
            <a:fillRect/>
          </a:stretch>
        </p:blipFill>
        <p:spPr>
          <a:xfrm>
            <a:off x="130629" y="776233"/>
            <a:ext cx="5950857" cy="3847298"/>
          </a:xfrm>
          <a:prstGeom prst="rect">
            <a:avLst/>
          </a:prstGeom>
        </p:spPr>
      </p:pic>
    </p:spTree>
    <p:extLst>
      <p:ext uri="{BB962C8B-B14F-4D97-AF65-F5344CB8AC3E}">
        <p14:creationId xmlns:p14="http://schemas.microsoft.com/office/powerpoint/2010/main" val="3741179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0FF8628F-DD53-3950-E98C-7C103F8992ED}"/>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4C8350B8-D0AD-B6C4-E7D2-30BA1E25C4DC}"/>
              </a:ext>
            </a:extLst>
          </p:cNvPr>
          <p:cNvSpPr txBox="1">
            <a:spLocks noGrp="1"/>
          </p:cNvSpPr>
          <p:nvPr>
            <p:ph type="title"/>
          </p:nvPr>
        </p:nvSpPr>
        <p:spPr>
          <a:xfrm>
            <a:off x="457200" y="414610"/>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Passenger Count Distribution</a:t>
            </a:r>
            <a:endParaRPr dirty="0"/>
          </a:p>
        </p:txBody>
      </p:sp>
      <p:grpSp>
        <p:nvGrpSpPr>
          <p:cNvPr id="1202" name="Google Shape;1202;p27">
            <a:extLst>
              <a:ext uri="{FF2B5EF4-FFF2-40B4-BE49-F238E27FC236}">
                <a16:creationId xmlns:a16="http://schemas.microsoft.com/office/drawing/2014/main" id="{800CB389-E41D-87A0-E130-F508A9C8D7CF}"/>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710B05CE-8C34-F18F-760F-0D94959611DC}"/>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D2B25214-EF81-1367-159B-317DC7C2788B}"/>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C8752EA6-C8C7-F1AD-BE35-4BDCF60C458C}"/>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2876E900-1D85-04BF-2133-619FFF7B7B76}"/>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9BE70CA8-5396-C91F-B6DF-8D230487E21E}"/>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FA85EAB0-274A-E4A3-0162-9C7F74CA46FB}"/>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5E152E30-7191-2C46-31B6-6FEED5FA236A}"/>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2F27BA70-F2B3-8BC2-9908-906A6C3295B1}"/>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160F3F1A-4863-6ABD-80D9-77DBF06098BC}"/>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F0208615-FB7E-15D2-3BA3-26449EA77904}"/>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0E337FFC-818E-96AC-9D1A-825FEB21D518}"/>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66D36A51-575E-97BE-9FE5-A049FF5E74FA}"/>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10F56053-2064-66C7-DC18-D5C44E97063C}"/>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676C2A44-927D-FAEB-2FF7-36A71602A88C}"/>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BA1FB592-0B6C-52AD-1E55-036F2F00C187}"/>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DB949C33-3334-8BFF-39DC-64C0298D94D5}"/>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93392794-0889-B771-011D-CE34E06C4380}"/>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ED1352D5-4CDA-AEB4-CA21-0F1C8E4902AF}"/>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22C21FC1-2713-87E9-9C91-02B945C9E83F}"/>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36E389C3-D071-84A9-3852-4F9B81F794EE}"/>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C9670996-B140-531E-637C-FDF0165B773B}"/>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A856DE75-7D37-7205-4ED1-AD38F3AAF3BE}"/>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2DC6236E-5120-8396-C914-FF98C06AA50F}"/>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7F1E8FEF-301A-AB7D-7454-19A4ADB09BD5}"/>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70756CD3-EB80-BAD6-C037-5CFD78466A0E}"/>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5F79D2CE-EF05-A023-EC27-7A820A7D4E07}"/>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5BC6CFB1-0F44-659B-749B-028DA9425530}"/>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CD1F342A-CDD7-55B5-7DA5-9228EC3EF0CD}"/>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5DAA325F-CF39-1A7D-7BBC-A144522EB71A}"/>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EDC1AED6-0B87-8027-59C5-56CF1EE084B8}"/>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3649BBE9-4EFB-9C82-DEC4-03C9E0AD3212}"/>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8EA43357-2C59-2DEF-176C-86DFB2F67F97}"/>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FDE51437-C4E6-0482-2F93-DCFE004E054E}"/>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4625BD1B-4F2F-AE36-F3FF-10FD8A6C526E}"/>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DC96F25F-ED16-12AA-92D9-1FE3FC63CBF9}"/>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B56B2A67-0F04-8F57-A25D-4A1238952093}"/>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820A4C9F-1957-05C0-1459-3EEDA65CA9BB}"/>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E515DB61-E94C-0268-C1AB-79AE77AF2080}"/>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C0E2AB08-0FF7-5029-16F8-8E2F2382B68C}"/>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31EADEC3-8643-73AB-F37B-69EE7C1B24A3}"/>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613903C6-6730-0567-C3C9-075987B80BB9}"/>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E996F4DF-8391-8D1D-D81C-BC6816911839}"/>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0B7810BC-6058-4904-9CED-95F0A4BDFF68}"/>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94E9158E-7E91-9792-53D3-A21B5FF162E9}"/>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CE1EE12F-5F60-A3D9-6C80-A6CBA8E5ADCB}"/>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F6B286E5-97B9-637F-1AA7-FD77C0A75E63}"/>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3C5083BA-484B-784C-168B-C2A42AAC3665}"/>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583BFD8C-908B-A143-2D4E-2B15361BC903}"/>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F2B77956-206C-A58F-2901-198E771D0E4F}"/>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33DCC457-7FC7-8AF9-7C08-9CFC8B511803}"/>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95618208-337B-2477-73D2-5B31AE29BF6C}"/>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B9896D76-493B-2DB1-348D-3689DE1D652D}"/>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052BA102-9080-BC49-8541-0FB044E3CC95}"/>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35747F3B-FBDB-B729-941D-CE2FC21C22B1}"/>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7340ADB0-D1FD-AA1D-2291-980977EC3EF1}"/>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AB859EE8-5F45-8874-10E1-59A0545C0E88}"/>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52013DBA-1E53-9816-7A35-E3EEAEF24F82}"/>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E942A998-0231-3415-FD19-3C703C3754A2}"/>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CA327BF2-B4BA-637B-6F87-0BC3DCB8A7C4}"/>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04EAC9D8-2D4D-3A42-7769-7B47BA95760B}"/>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33B3019B-1727-2344-5122-4C87FDDB8766}"/>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B3535250-5F26-D54F-39C3-0B4393B0FF13}"/>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4D1474CB-2A9C-AD6E-7803-E2822C2F21C9}"/>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44624700-65F6-6D91-BE48-2C1C743F3A97}"/>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9498E229-E111-2512-ABFE-64AFE3A9E37E}"/>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684EB7BD-7F97-6E58-7085-A5382C2B9C91}"/>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AE5C3348-E1D6-9B89-F3EF-46BA626BE7EE}"/>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A3BDCF4E-1F9D-950D-674A-BEB7866DFBEB}"/>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1F22AA54-A5B3-8917-49B7-F0A4E1083B03}"/>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2756DB84-2512-A6E4-3212-CDDF17BD8FB9}"/>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E482B1F6-DE30-625E-FA5E-2BFA8422CD01}"/>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88970B0A-9B7C-2B05-C385-466E48219F5F}"/>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0B44A9E4-F896-9C13-F63D-3A6C35A5E811}"/>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D8B42671-64F8-9725-28C1-CC289B341C59}"/>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7E590E92-D857-1A67-80D8-257CF45C5683}"/>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81E81441-451E-1DBC-4028-9478B199C22F}"/>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C55F093E-AD02-C7E4-5F18-2318088049AB}"/>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665657D4-F92A-DB8B-7E46-311690B3C56B}"/>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33A4F15A-202E-8114-C32C-C7126CFAD033}"/>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B3DE54C4-730B-C6FD-C311-6FBA6CC84133}"/>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A7F6563A-DA07-176D-8F0C-4B2681A5379E}"/>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C096F0B1-A731-B06B-8B7F-19E24916D95F}"/>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790FEE63-AA4E-9087-4E47-616286209CAC}"/>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4C3BBDA6-6101-8C8A-1858-B6C428D084B4}"/>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81A751DE-E77E-F62D-CEF0-6F4C92DB16E8}"/>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87BAC48F-E6A4-6726-64D6-4B9DE6FDA4D9}"/>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BD58B5FB-CAAA-374B-1D40-055D9AF1BD0E}"/>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0E89506D-9960-FA66-2DE6-E6BE8118EA3B}"/>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F73A9C3E-4F3E-249D-E744-2F7593E4C7FF}"/>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0A114119-35D0-2D85-5947-1C9FBEBA913A}"/>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ACA89E49-8989-27BD-075F-392CD4E1E900}"/>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1F53BB5E-07F9-EE25-FACA-0D8037D1689D}"/>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2822E10D-CE51-0537-B1E8-F0EB3C19ADDA}"/>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D7FBAAD3-212B-0CB8-04DF-A8721D0950EF}"/>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E263959A-A54D-4857-63C3-4C4F4FE46F0C}"/>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FACDD6AA-2E12-E5BD-9C4E-41B5F16F5618}"/>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7AC63FAC-638C-2923-46F6-6828940A7B56}"/>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3806ECBC-71FC-6BF6-04EA-C8018FEB4EC3}"/>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78D7D6B0-A825-0277-AAF5-3E346FD927CA}"/>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CB2AB5C4-8F27-F4C1-DF61-D08975EDAC88}"/>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8E20692B-1911-1CA1-A2D9-B6FBC63F6A35}"/>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711E3674-FB08-C07B-A6EB-47CB5AF7784A}"/>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FDC05890-A41E-89E5-FB4D-CAEC45D814A2}"/>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F6379AFC-0483-73F9-D44E-84F94DAEBA16}"/>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4983BB59-E2F3-D8E8-66AC-8A463AFF86C2}"/>
              </a:ext>
            </a:extLst>
          </p:cNvPr>
          <p:cNvSpPr txBox="1"/>
          <p:nvPr/>
        </p:nvSpPr>
        <p:spPr>
          <a:xfrm>
            <a:off x="6265300" y="414610"/>
            <a:ext cx="2767133" cy="3703193"/>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300" b="1" kern="100" dirty="0">
                <a:effectLst/>
                <a:latin typeface="Roboto" panose="02000000000000000000" pitchFamily="2" charset="0"/>
                <a:ea typeface="Calibri" panose="020F0502020204030204" pitchFamily="34" charset="0"/>
                <a:cs typeface="Arial" panose="020B0604020202020204" pitchFamily="34" charset="0"/>
              </a:rPr>
              <a:t>Most trips (over 60%) are single-passenger rides</a:t>
            </a:r>
            <a:r>
              <a:rPr lang="en-US" sz="1300" kern="100" dirty="0">
                <a:effectLst/>
                <a:latin typeface="Roboto" panose="02000000000000000000" pitchFamily="2" charset="0"/>
                <a:ea typeface="Calibri" panose="020F0502020204030204" pitchFamily="34" charset="0"/>
                <a:cs typeface="Arial" panose="020B0604020202020204" pitchFamily="34" charset="0"/>
              </a:rPr>
              <a:t>, indicating high individual taxi usage.</a:t>
            </a:r>
            <a:endParaRPr lang="en-US" sz="13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300" b="1" kern="100" dirty="0">
                <a:effectLst/>
                <a:latin typeface="Roboto" panose="02000000000000000000" pitchFamily="2" charset="0"/>
                <a:ea typeface="Calibri" panose="020F0502020204030204" pitchFamily="34" charset="0"/>
                <a:cs typeface="Arial" panose="020B0604020202020204" pitchFamily="34" charset="0"/>
              </a:rPr>
              <a:t>Two-passenger rides are the second most common</a:t>
            </a:r>
            <a:r>
              <a:rPr lang="en-US" sz="1300" kern="100" dirty="0">
                <a:effectLst/>
                <a:latin typeface="Roboto" panose="02000000000000000000" pitchFamily="2" charset="0"/>
                <a:ea typeface="Calibri" panose="020F0502020204030204" pitchFamily="34" charset="0"/>
                <a:cs typeface="Arial" panose="020B0604020202020204" pitchFamily="34" charset="0"/>
              </a:rPr>
              <a:t>, while larger groups (3-6 passengers) are rare.</a:t>
            </a:r>
            <a:endParaRPr lang="en-US" sz="13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300" b="1" kern="100" dirty="0">
                <a:effectLst/>
                <a:latin typeface="Roboto" panose="02000000000000000000" pitchFamily="2" charset="0"/>
                <a:ea typeface="Calibri" panose="020F0502020204030204" pitchFamily="34" charset="0"/>
                <a:cs typeface="Arial" panose="020B0604020202020204" pitchFamily="34" charset="0"/>
              </a:rPr>
              <a:t>Group rides (5-6 passengers) occur less frequently</a:t>
            </a:r>
            <a:r>
              <a:rPr lang="en-US" sz="1300" kern="100" dirty="0">
                <a:effectLst/>
                <a:latin typeface="Roboto" panose="02000000000000000000" pitchFamily="2" charset="0"/>
                <a:ea typeface="Calibri" panose="020F0502020204030204" pitchFamily="34" charset="0"/>
                <a:cs typeface="Arial" panose="020B0604020202020204" pitchFamily="34" charset="0"/>
              </a:rPr>
              <a:t>, possibly due to vehicle capacity limits.</a:t>
            </a:r>
            <a:endParaRPr lang="en-US" sz="13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3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300" kern="100" dirty="0">
                <a:effectLst/>
                <a:latin typeface="Roboto" panose="02000000000000000000" pitchFamily="2" charset="0"/>
                <a:ea typeface="Calibri" panose="020F0502020204030204" pitchFamily="34" charset="0"/>
                <a:cs typeface="Arial" panose="020B0604020202020204" pitchFamily="34" charset="0"/>
              </a:rPr>
              <a:t> </a:t>
            </a:r>
            <a:r>
              <a:rPr lang="en-US" sz="1300" b="1" kern="100" dirty="0">
                <a:effectLst/>
                <a:latin typeface="Roboto" panose="02000000000000000000" pitchFamily="2" charset="0"/>
                <a:ea typeface="Calibri" panose="020F0502020204030204" pitchFamily="34" charset="0"/>
                <a:cs typeface="Arial" panose="020B0604020202020204" pitchFamily="34" charset="0"/>
              </a:rPr>
              <a:t>Taxis are primarily used for solo travel, with few shared/group rides.</a:t>
            </a:r>
            <a:endParaRPr lang="en-US" sz="13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300" kern="100" dirty="0">
                <a:effectLst/>
                <a:latin typeface="Roboto" panose="02000000000000000000" pitchFamily="2" charset="0"/>
                <a:ea typeface="Calibri" panose="020F0502020204030204" pitchFamily="34" charset="0"/>
                <a:cs typeface="Arial" panose="020B0604020202020204" pitchFamily="34" charset="0"/>
              </a:rPr>
              <a:t> </a:t>
            </a:r>
            <a:endParaRPr lang="en-US" sz="13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CA71DB4-5CFF-300C-B06F-D72A94F79EF2}"/>
              </a:ext>
            </a:extLst>
          </p:cNvPr>
          <p:cNvPicPr>
            <a:picLocks noChangeAspect="1"/>
          </p:cNvPicPr>
          <p:nvPr/>
        </p:nvPicPr>
        <p:blipFill>
          <a:blip r:embed="rId3"/>
          <a:stretch>
            <a:fillRect/>
          </a:stretch>
        </p:blipFill>
        <p:spPr>
          <a:xfrm>
            <a:off x="111567" y="1236543"/>
            <a:ext cx="5868000" cy="3130724"/>
          </a:xfrm>
          <a:prstGeom prst="rect">
            <a:avLst/>
          </a:prstGeom>
        </p:spPr>
      </p:pic>
    </p:spTree>
    <p:extLst>
      <p:ext uri="{BB962C8B-B14F-4D97-AF65-F5344CB8AC3E}">
        <p14:creationId xmlns:p14="http://schemas.microsoft.com/office/powerpoint/2010/main" val="2745289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28B9175E-9E92-7DCA-0DA8-801DBC48E30D}"/>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8973F468-FE8B-EF14-2FB5-744992293C25}"/>
              </a:ext>
            </a:extLst>
          </p:cNvPr>
          <p:cNvSpPr txBox="1">
            <a:spLocks noGrp="1"/>
          </p:cNvSpPr>
          <p:nvPr>
            <p:ph type="title"/>
          </p:nvPr>
        </p:nvSpPr>
        <p:spPr>
          <a:xfrm>
            <a:off x="457200" y="255611"/>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vs Car Condition</a:t>
            </a:r>
            <a:endParaRPr dirty="0"/>
          </a:p>
        </p:txBody>
      </p:sp>
      <p:grpSp>
        <p:nvGrpSpPr>
          <p:cNvPr id="1202" name="Google Shape;1202;p27">
            <a:extLst>
              <a:ext uri="{FF2B5EF4-FFF2-40B4-BE49-F238E27FC236}">
                <a16:creationId xmlns:a16="http://schemas.microsoft.com/office/drawing/2014/main" id="{3F5459FE-4FB2-7716-1753-20380CCD2A45}"/>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CAE108A9-77C5-90C1-89C3-D1FC7EBB9772}"/>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885C3F26-33B9-9E5A-D5E2-98090933472D}"/>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E7DAA060-D112-23DC-9560-68B0C1117C90}"/>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714AA6B3-29EC-0163-4A70-94133E71FF15}"/>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10FA860F-DDB9-A3A1-B786-DA87E9758627}"/>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75411D31-8902-4338-ADC7-F7854594E116}"/>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BC367495-DD3B-4272-3737-C0326667D65A}"/>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7B83C608-4D3F-7971-C5E7-498207EBD123}"/>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0370F676-8240-1846-5363-47CA5340E6E8}"/>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23F55D5C-0298-2E1B-5F92-19591A1F8E89}"/>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D4BA649C-4C57-FE53-4D72-BFACBFD7457E}"/>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DD2531C3-AECA-5136-D030-F0C96FF6F389}"/>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1E29595C-21B8-99B3-80A0-0BB5FD9313A0}"/>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988317E9-4277-238B-915A-632F6EE5AD62}"/>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53D81452-CF61-F2D7-C165-D6E2C8F3523A}"/>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745C17C6-8FE6-2988-F26C-C084CF0AE1E2}"/>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44B94EAB-2B3C-5AC1-301E-43849F93D17A}"/>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73536879-36BD-2031-F0F9-8492FA28F435}"/>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C0A92760-B938-C284-52E1-F89B9A922618}"/>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48BFCB6E-F414-C26F-4B26-442EA29F9D90}"/>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30789A69-0928-F011-FAF0-3DB848A2A9E5}"/>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0A43C6C4-A2E1-C47D-3ABA-B7C1B4519A27}"/>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E5D99D28-06D7-4A99-B43B-6D27DA76F6BB}"/>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D0B1E7D2-3AFA-658D-92AD-B21A8A74B08E}"/>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2C4A7BD2-DA9B-2CCA-AD9C-87C45E83E915}"/>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B4A26B32-FC38-12D5-E7C3-BECE188E3761}"/>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EFF56D02-86BD-1945-3D9E-65BA9C2FA8D5}"/>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92E2A33D-D940-7CFA-C871-F74F44B81FF3}"/>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F030C1AA-0442-B310-7787-CE5EB1B38959}"/>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B43FF24D-9D4A-F6E0-4AD1-8027D2E85347}"/>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BDC5A363-8302-11C2-EBB5-967DB538BCDB}"/>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1DEFA846-5628-190F-2E71-C2DDCE79FA58}"/>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DE44D7DA-8ADA-9BBE-67B6-C831CB6024E9}"/>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B6A48100-F457-94B3-298C-F62EF0A2F99D}"/>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194A6CB8-C5A3-D997-DA6A-A4124C581837}"/>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85265F70-EFA0-EA53-13C1-7CA01D0079D1}"/>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109C85C7-B562-9CF8-EC70-BAB81F85F7F8}"/>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140FDA40-5651-87D2-27B9-E1063D1489D2}"/>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EDBDACBC-2CAC-ABB0-56E9-E5833FD8C4E5}"/>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214DDD22-C2FB-993C-4C2C-806668D4B895}"/>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4862431C-7BD1-A5F8-066B-767CDB509D7E}"/>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54605B4F-0901-22B7-7EB0-F5DAB53FABDF}"/>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CFFB41B2-3F58-2A66-FA44-9D273A3A1FD8}"/>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AE2E50B3-A398-72B7-2EDB-1A53339F057B}"/>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A07867E5-3D9C-41A9-055F-52257E88D550}"/>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EB03A5D3-EF91-9DC7-ECC8-D2B5057E2B61}"/>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9C453A91-8107-B0FB-1CA6-27AD06DABB36}"/>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39790CD4-6D21-CA83-BFBE-4A5E0F394250}"/>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40C8C1F1-330F-2637-572A-0703BEADE01C}"/>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42A40C1A-86AF-F84A-0A9E-20E3D609720D}"/>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39365257-3478-0E42-2DEB-93AA14D227EA}"/>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CCECFAE2-D6F8-08ED-21AC-7018CAB6F223}"/>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E5B1E05A-B78A-665C-0F02-21FFB825EDD6}"/>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9B74E959-BE38-CC43-D7EE-F4CD805E359E}"/>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5AE99C89-196F-B38B-7B08-3BB1FE2C200C}"/>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DB26401E-2262-C297-EAFC-087084B39A1D}"/>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5DD08702-B9EA-B415-3D3A-0A5667C3F3D3}"/>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0EFDEA48-C7AC-EFD3-CA1A-99DFB5F9E24A}"/>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8FE81717-1926-D38C-1185-D7A8425C4A9E}"/>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6D95D414-F204-DDC3-ED4C-C3A9CAFD2D9E}"/>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1ABFC33A-B1B3-3365-4204-07C7BC7FDB44}"/>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678FA272-930D-D55A-C1A4-DC5756E62A00}"/>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FEAC1ED4-9B56-24E5-0C0B-B036DFD6BD36}"/>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6DBA65F3-E9A1-5064-3C72-89331E3F244B}"/>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1C7924AC-9C82-A23A-F661-03CCBDCE731E}"/>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461999E3-DB54-FF01-AD54-5516078B765F}"/>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AC2A19F4-5713-1EBC-497E-6449EC33545E}"/>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CFBBCECA-19F2-AF81-BC56-80CC32EC72F0}"/>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0BFD74F0-B054-0DD4-80EF-0FB838A10D6F}"/>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4B9A800C-D1A6-495D-2A83-1832F55D302D}"/>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5A779C55-692D-836D-5128-F5BCF2BF9406}"/>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E0585359-3F4E-0562-14D6-C58615BCCCE4}"/>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2CC44C3D-455D-5632-6AB0-F1B24B274BAE}"/>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FB99F97E-52D0-D4B9-4AE1-C6ECDE5F1B0C}"/>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67827BA2-4330-65A5-AD21-7732348700D2}"/>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6FEA37CB-9906-45B1-F5B1-C7EB250D6C50}"/>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7B1AFC26-19E6-DA1F-6FDF-D73030203413}"/>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61276723-5807-11FE-DB86-61ED465E9172}"/>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F8252DF6-32EC-2CDF-FFDB-F442AEBD1B66}"/>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65E5B711-8D8E-EFC1-BB50-27F0693B163A}"/>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B34FB8CB-7B68-6516-9BA0-2D9DB4FE6AF9}"/>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A55ED3B8-5C1F-0C9E-BA48-4F3C139ED9A4}"/>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E36020FB-DBB2-B22F-717F-F225C13FE819}"/>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202AECDC-8C87-6AD7-E08D-B8773443FAC7}"/>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ED1B460F-AC9D-5438-8F90-D3F9A7C359D4}"/>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960B1177-1FB3-D0A0-A0D2-195D9C517163}"/>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7319005C-4B20-CCBE-863D-66CDC4FBF251}"/>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AF3EB5D4-FF50-D3A9-041D-FA1576231E93}"/>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21950B26-18BF-08DB-12DC-0DB0AB57F2D0}"/>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FB7C32D4-7F86-8DA8-7F27-B61D85A012FB}"/>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14DB68C7-B340-E5A4-9042-7DE5BD091BA6}"/>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04D24FDC-DC88-5881-3E06-9A2C8D9E5222}"/>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2FECAEA3-37B2-6B71-5583-F0A4362656F2}"/>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15BE8BD5-06E8-D065-81E7-59A2DC9A0EC4}"/>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75A4AB05-3BC6-72C1-C997-3959E1265FAD}"/>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F2ABE624-FC50-7E7C-ADD8-1BAAC99FF8B4}"/>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F6B597E6-2711-5CD0-CDD7-51924181E97D}"/>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B1392228-24F6-26F7-81BA-D9D37E3EFA96}"/>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7C6B539F-1876-8E86-3144-E1286A2A4E03}"/>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8305DBDE-EFB6-7F89-A370-BAF5FD2C4E61}"/>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81281FB2-FE2D-0384-7E58-0ECCF1792CA2}"/>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EDDFD91F-EDA7-452C-A606-57CEBF434EAB}"/>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9CB87033-0F43-DB92-F67F-84D66B295C64}"/>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7A393122-195E-CCED-A846-EDC80904E586}"/>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AF525ED8-C164-96EF-B0E6-3BAF21A1E223}"/>
              </a:ext>
            </a:extLst>
          </p:cNvPr>
          <p:cNvSpPr txBox="1"/>
          <p:nvPr/>
        </p:nvSpPr>
        <p:spPr>
          <a:xfrm>
            <a:off x="6246238" y="473236"/>
            <a:ext cx="2767133" cy="3485249"/>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Car condition has no significant impact on fare prices</a:t>
            </a:r>
            <a:r>
              <a:rPr lang="en-US" sz="1200" kern="100" dirty="0">
                <a:effectLst/>
                <a:latin typeface="Roboto" panose="02000000000000000000" pitchFamily="2" charset="0"/>
                <a:ea typeface="Calibri" panose="020F0502020204030204" pitchFamily="34" charset="0"/>
                <a:cs typeface="Arial" panose="020B0604020202020204" pitchFamily="34" charset="0"/>
              </a:rPr>
              <a:t>—all categories show similar distributions.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fares are concentrated below $25</a:t>
            </a:r>
            <a:r>
              <a:rPr lang="en-US" sz="1200" kern="100" dirty="0">
                <a:effectLst/>
                <a:latin typeface="Roboto" panose="02000000000000000000" pitchFamily="2" charset="0"/>
                <a:ea typeface="Calibri" panose="020F0502020204030204" pitchFamily="34" charset="0"/>
                <a:cs typeface="Arial" panose="020B0604020202020204" pitchFamily="34" charset="0"/>
              </a:rPr>
              <a:t>, regardless of car quality.</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High-fare outliers exist across all conditions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pricing is driven by other factors like distance.</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Car condition does not influence fares significantly</a:t>
            </a:r>
            <a:r>
              <a:rPr lang="en-US" sz="1200" kern="100" dirty="0">
                <a:effectLst/>
                <a:latin typeface="Roboto" panose="02000000000000000000" pitchFamily="2" charset="0"/>
                <a:ea typeface="Calibri" panose="020F0502020204030204" pitchFamily="34" charset="0"/>
                <a:cs typeface="Arial" panose="020B0604020202020204" pitchFamily="34" charset="0"/>
              </a:rPr>
              <a:t>, implying pricing is based more on trip-related factors.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94FF68D-1E0E-F040-74E7-B85EA5E18A71}"/>
              </a:ext>
            </a:extLst>
          </p:cNvPr>
          <p:cNvPicPr>
            <a:picLocks noChangeAspect="1"/>
          </p:cNvPicPr>
          <p:nvPr/>
        </p:nvPicPr>
        <p:blipFill>
          <a:blip r:embed="rId3"/>
          <a:stretch>
            <a:fillRect/>
          </a:stretch>
        </p:blipFill>
        <p:spPr>
          <a:xfrm>
            <a:off x="2326757" y="806444"/>
            <a:ext cx="3760835" cy="2672562"/>
          </a:xfrm>
          <a:prstGeom prst="roundRect">
            <a:avLst>
              <a:gd name="adj" fmla="val 4167"/>
            </a:avLst>
          </a:prstGeom>
          <a:solidFill>
            <a:srgbClr val="FFFFFF"/>
          </a:solidFill>
          <a:ln w="19050" cap="sq">
            <a:solidFill>
              <a:schemeClr val="accent6"/>
            </a:solidFill>
            <a:prstDash val="sysDash"/>
            <a:miter lim="800000"/>
          </a:ln>
          <a:effectLst/>
        </p:spPr>
      </p:pic>
      <p:pic>
        <p:nvPicPr>
          <p:cNvPr id="6" name="Picture 5">
            <a:extLst>
              <a:ext uri="{FF2B5EF4-FFF2-40B4-BE49-F238E27FC236}">
                <a16:creationId xmlns:a16="http://schemas.microsoft.com/office/drawing/2014/main" id="{12ECD55F-028A-41A2-DBB9-1E8ABCA34809}"/>
              </a:ext>
            </a:extLst>
          </p:cNvPr>
          <p:cNvPicPr>
            <a:picLocks noChangeAspect="1"/>
          </p:cNvPicPr>
          <p:nvPr/>
        </p:nvPicPr>
        <p:blipFill>
          <a:blip r:embed="rId4"/>
          <a:stretch>
            <a:fillRect/>
          </a:stretch>
        </p:blipFill>
        <p:spPr>
          <a:xfrm>
            <a:off x="130629" y="2757409"/>
            <a:ext cx="2037483" cy="2130480"/>
          </a:xfrm>
          <a:prstGeom prst="roundRect">
            <a:avLst>
              <a:gd name="adj" fmla="val 4167"/>
            </a:avLst>
          </a:prstGeom>
          <a:solidFill>
            <a:srgbClr val="FFFFFF"/>
          </a:solidFill>
          <a:ln w="19050" cap="sq">
            <a:solidFill>
              <a:schemeClr val="accent1"/>
            </a:solidFill>
            <a:prstDash val="sysDash"/>
            <a:miter lim="800000"/>
          </a:ln>
          <a:effectLst/>
        </p:spPr>
      </p:pic>
    </p:spTree>
    <p:extLst>
      <p:ext uri="{BB962C8B-B14F-4D97-AF65-F5344CB8AC3E}">
        <p14:creationId xmlns:p14="http://schemas.microsoft.com/office/powerpoint/2010/main" val="376860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DC21251C-AE44-2D87-8861-2FABEB89F3A0}"/>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D99DA372-83EA-E25F-24CC-CDE7E166D1E2}"/>
              </a:ext>
            </a:extLst>
          </p:cNvPr>
          <p:cNvSpPr txBox="1">
            <a:spLocks noGrp="1"/>
          </p:cNvSpPr>
          <p:nvPr>
            <p:ph type="title"/>
          </p:nvPr>
        </p:nvSpPr>
        <p:spPr>
          <a:xfrm>
            <a:off x="457200" y="255611"/>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vs Weather</a:t>
            </a:r>
            <a:endParaRPr dirty="0"/>
          </a:p>
        </p:txBody>
      </p:sp>
      <p:grpSp>
        <p:nvGrpSpPr>
          <p:cNvPr id="1202" name="Google Shape;1202;p27">
            <a:extLst>
              <a:ext uri="{FF2B5EF4-FFF2-40B4-BE49-F238E27FC236}">
                <a16:creationId xmlns:a16="http://schemas.microsoft.com/office/drawing/2014/main" id="{0C495AE8-9868-334F-1169-84EA32C3DA2B}"/>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1CDF9005-A588-0A37-1C03-E1DA8F1B732B}"/>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DCD870E9-5B66-EA10-48A5-AB96FF176EAE}"/>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EAFFCAEA-2306-5812-B169-B34559D292EA}"/>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B2045F1C-FFB9-DA38-0ACE-AEFFD0184822}"/>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A92C804F-29A3-D4B6-179D-4ECDCF75DF05}"/>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58B5FD75-96CB-2D47-3478-F9114989804B}"/>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C4B73DA5-DD83-6BB6-617A-63A4A750DCD5}"/>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13278FF3-AC9B-0083-286C-837A215C6C32}"/>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BD47E9F6-8BA4-142C-BD45-480C1EA996F3}"/>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711B86CC-0072-328C-C167-7B8F368EC240}"/>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B7226387-398B-9638-ADE6-4DCD957B6C3A}"/>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A1D85DD0-E72D-1294-C98B-8C8143591625}"/>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56FFA56C-1AB9-856A-FB04-27CAC2118E94}"/>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210338C3-9C91-4DC6-C9C7-DF76326A3564}"/>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13D082B2-38CD-BE27-43A1-6A8B9002DD30}"/>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41201B44-E6AF-F0D6-49CC-C7C82EB9CDF4}"/>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BFDE1C7F-21D7-EA06-F77A-98F97787D215}"/>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29B0E59F-5641-9A4B-BB23-BE091B99A48A}"/>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63495A34-757D-37E6-57B6-735C5A453EA7}"/>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6F739427-EF93-E26A-F55D-C8FE96DCA1E5}"/>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298485EC-93D5-2E21-D331-D3BE82E4D688}"/>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8D93DC3D-B2E5-330F-8679-A6E838CF61BF}"/>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C31F351A-A1A4-F52E-0BFD-E4B11A7FED2B}"/>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F7FC27CF-5231-5EF7-1662-6EDBE977C6F6}"/>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DEB1365C-0A81-FC83-95C9-28CABB095F7E}"/>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D609BF9B-FDB9-058E-9CE3-72C571F0995C}"/>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6F291A6A-8430-5F16-0A07-47A01788821D}"/>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18C5318A-6891-9B43-6637-F9BBD21D6594}"/>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88C232A0-2E1E-B2A8-4815-7A74AEB86D31}"/>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82B98AE8-2313-F6DE-C2C7-3E8755639201}"/>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46B222D2-3B0B-5410-9C39-D33E6E0CD885}"/>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07F0C806-CCD8-9C55-C26A-F1A3244581D2}"/>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6E8BB653-BD69-A169-191F-DBAEC7B666CC}"/>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149E049A-EB75-8997-2527-EF91D5095079}"/>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ACF97FE9-A4F0-3EE4-B8DB-AE2190302766}"/>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E654BD98-0CD2-AFBA-BFF9-E6DCA7605920}"/>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D85AB198-7CA4-995F-75C8-10CA280715B3}"/>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A202D9DA-A8C7-F823-3036-0295B072E573}"/>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1011C9A8-39AC-7F20-89ED-88A822DC6A6E}"/>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76EB3796-A918-AC56-D5F1-514971161D16}"/>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A555E8ED-1D2B-480F-851C-E024F080E80A}"/>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41DBD023-4481-B069-5619-5661C4FC0AA6}"/>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03508E16-43F0-8D64-149A-9152233B1DC5}"/>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ECDE5937-7CC4-94E0-9B4E-DDA5246EC7E0}"/>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857127AC-230A-1339-90AD-FCEDF9253ABB}"/>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91E9C3BD-9A37-7A85-E38E-EBDBD441C058}"/>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330C4F55-4BF0-508A-1F19-F37C6A673524}"/>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34E8C1CB-A00E-DC5D-C3B1-0CCB1201B140}"/>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AAAE9EE3-00A4-D113-BF68-9CA1A9A705F1}"/>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1D5584EE-D25F-7662-DCDB-11F2D3663FB9}"/>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27B619FC-5B71-FAA2-EE5F-7759B2201740}"/>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BDA7263E-DB8C-DB44-9B08-CCD2805BDE36}"/>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72C58EE6-1676-4B89-4C11-961CF70D9BFD}"/>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5D269C28-2D70-4A0F-CAD1-6035A3B5A79E}"/>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0ED5774C-2E56-23F3-056D-851B073035C2}"/>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7C70F65B-D36F-9089-CC56-62D3A24EBF27}"/>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F86210B2-381A-D848-3C61-71071D0D2A92}"/>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FB6B5EF7-1971-9022-2829-B34CC7EE2BAA}"/>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C82E5DD1-FABB-A484-61A7-57D71F60D36C}"/>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2CBD2C44-D4B6-80C3-15CB-79517166D8D8}"/>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5C6DEDBD-69B2-94F2-1A54-662690B641C3}"/>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8D2B12FC-1703-63ED-B02C-33A7197759DB}"/>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79DFED28-36D9-5FC8-8771-4CCEB75A2D8E}"/>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D6A9E9D8-66DB-A609-F1C2-870AC82CD22E}"/>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2BC5BB87-DD3B-CA82-A84C-C50E5B2666B4}"/>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D6380DF2-26A2-0271-5688-F33E6EFFB19F}"/>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E2F75E4C-A1DF-9C98-E0C9-3F963E2F193E}"/>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665DC8E3-D2A9-5E0A-CEE9-297DD2BF5344}"/>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71627736-2BD8-FA5E-E3E1-F2E6A48FF5B3}"/>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1173C947-852F-40B6-DBBA-2FF825E47916}"/>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39720276-EE5C-7C39-E6AE-7705CF6620EF}"/>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6F3F01E8-487E-F3F4-67A6-8FB9FF7BA5B2}"/>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7ED3EAE4-FF1C-88EF-4DA7-08460990F9ED}"/>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3C5836B1-9103-7F92-00E8-2474D9805DBF}"/>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078DE278-2EED-B5A5-1158-04421A4AF788}"/>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EE351E97-C8C0-88DE-AA50-99078FF4CBAC}"/>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9C4C92D2-E87D-C091-ABFC-F92F1CB88918}"/>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9AB0BE1D-2A33-6486-802A-22FBE9AD0712}"/>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AF982B2C-E780-61D1-6E91-5A5B5C2A3A77}"/>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7B85297D-52C6-CFDD-6A61-3F6485E984AE}"/>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60C846EA-45EA-948C-FFD9-1E63C338B931}"/>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0850D49A-95CE-5160-26A6-A25CADEAFA58}"/>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B229FDD3-567B-5F67-3BFA-D4115549B635}"/>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40AD3BBB-4657-1E02-1BD0-9FF2C3146B6F}"/>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53B6C29C-A86E-3495-F299-01E9D0EF6FB4}"/>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446793AF-6E12-5616-24BE-DBDB07BA470A}"/>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1F727B63-607D-F474-D74A-83DA92BE3251}"/>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19503C67-6042-E087-A315-BCF678A04BF4}"/>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FA9A4C93-31C4-148A-6E74-F7E086E35B18}"/>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39C31B7D-E987-4E88-BCA8-6F9170C9C87E}"/>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1DE76A8B-3363-BF48-61BC-564BC83C4A07}"/>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C349B6FE-584D-E207-8D82-B1ADFB2009E2}"/>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6D2A9EA4-1094-F99E-32C9-A126EA7672E6}"/>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2233ED19-1952-E08A-BC8E-36453800525C}"/>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095A65A2-D982-F65E-DDB3-2A802250B180}"/>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152B2CAB-D717-FADE-3225-B7EF81CF8C0C}"/>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E6E858E2-CEEF-B30A-B6A3-40C0D198FF57}"/>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0AE16D5A-4D5C-CDD5-78B5-A99C3C730307}"/>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573CB81E-827B-C78B-E8CB-5267A51243D1}"/>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FDF0D1A7-100B-758C-52AC-D6197FAC8659}"/>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FA4BD336-995A-AE6E-D2F6-031B2B3C56DC}"/>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14E14FE3-4818-B714-68EA-1F54B7677BF8}"/>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B755A2C5-1D2B-5C84-90ED-14C43362FEBC}"/>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F5763F4C-C5D1-BE8C-7F28-7153C6665F96}"/>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A01AD4F3-282F-1436-A408-0CC3A5F4FB53}"/>
              </a:ext>
            </a:extLst>
          </p:cNvPr>
          <p:cNvSpPr txBox="1"/>
          <p:nvPr/>
        </p:nvSpPr>
        <p:spPr>
          <a:xfrm>
            <a:off x="6246237" y="627011"/>
            <a:ext cx="2767133" cy="2959977"/>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Weather has minimal impact on fare prices</a:t>
            </a:r>
            <a:r>
              <a:rPr lang="en-US" sz="1200" kern="100" dirty="0">
                <a:effectLst/>
                <a:latin typeface="Roboto" panose="02000000000000000000" pitchFamily="2" charset="0"/>
                <a:ea typeface="Calibri" panose="020F0502020204030204" pitchFamily="34" charset="0"/>
                <a:cs typeface="Arial" panose="020B0604020202020204" pitchFamily="34" charset="0"/>
              </a:rPr>
              <a:t>, as all categories show similar distributions.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fares remain under $25</a:t>
            </a:r>
            <a:r>
              <a:rPr lang="en-US" sz="1200" kern="100" dirty="0">
                <a:effectLst/>
                <a:latin typeface="Roboto" panose="02000000000000000000" pitchFamily="2" charset="0"/>
                <a:ea typeface="Calibri" panose="020F0502020204030204" pitchFamily="34" charset="0"/>
                <a:cs typeface="Arial" panose="020B0604020202020204" pitchFamily="34" charset="0"/>
              </a:rPr>
              <a:t>, regardless of conditions.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Outliers exist in all weather types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other factors (e.g., distance, demand) drive high fares.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Weather does not significantly affect fare prices</a:t>
            </a:r>
            <a:r>
              <a:rPr lang="en-US" sz="1200" kern="100" dirty="0">
                <a:effectLst/>
                <a:latin typeface="Roboto" panose="02000000000000000000" pitchFamily="2" charset="0"/>
                <a:ea typeface="Calibri" panose="020F0502020204030204" pitchFamily="34" charset="0"/>
                <a:cs typeface="Arial" panose="020B0604020202020204" pitchFamily="34" charset="0"/>
              </a:rPr>
              <a:t>, implying no surge pricing based on weather conditions.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A65530F7-A6DB-0E13-5AA1-1DC63C8B4623}"/>
              </a:ext>
            </a:extLst>
          </p:cNvPr>
          <p:cNvPicPr>
            <a:picLocks noChangeAspect="1"/>
          </p:cNvPicPr>
          <p:nvPr/>
        </p:nvPicPr>
        <p:blipFill>
          <a:blip r:embed="rId3"/>
          <a:stretch>
            <a:fillRect/>
          </a:stretch>
        </p:blipFill>
        <p:spPr>
          <a:xfrm>
            <a:off x="2317635" y="840712"/>
            <a:ext cx="3760835" cy="2750296"/>
          </a:xfrm>
          <a:prstGeom prst="roundRect">
            <a:avLst>
              <a:gd name="adj" fmla="val 4167"/>
            </a:avLst>
          </a:prstGeom>
          <a:solidFill>
            <a:srgbClr val="FFFFFF"/>
          </a:solidFill>
          <a:ln w="19050" cap="sq">
            <a:solidFill>
              <a:schemeClr val="accent6"/>
            </a:solidFill>
            <a:prstDash val="sysDash"/>
            <a:miter lim="800000"/>
          </a:ln>
          <a:effectLst/>
        </p:spPr>
      </p:pic>
      <p:pic>
        <p:nvPicPr>
          <p:cNvPr id="3" name="Picture 2">
            <a:extLst>
              <a:ext uri="{FF2B5EF4-FFF2-40B4-BE49-F238E27FC236}">
                <a16:creationId xmlns:a16="http://schemas.microsoft.com/office/drawing/2014/main" id="{7FEF8E5E-EFDD-F5EF-5332-DA31A0A015F0}"/>
              </a:ext>
            </a:extLst>
          </p:cNvPr>
          <p:cNvPicPr>
            <a:picLocks noChangeAspect="1"/>
          </p:cNvPicPr>
          <p:nvPr/>
        </p:nvPicPr>
        <p:blipFill>
          <a:blip r:embed="rId4"/>
          <a:stretch>
            <a:fillRect/>
          </a:stretch>
        </p:blipFill>
        <p:spPr>
          <a:xfrm>
            <a:off x="130630" y="2819400"/>
            <a:ext cx="2019238" cy="2068488"/>
          </a:xfrm>
          <a:prstGeom prst="roundRect">
            <a:avLst>
              <a:gd name="adj" fmla="val 4167"/>
            </a:avLst>
          </a:prstGeom>
          <a:solidFill>
            <a:srgbClr val="FFFFFF"/>
          </a:solidFill>
          <a:ln w="19050" cap="sq">
            <a:solidFill>
              <a:schemeClr val="accent1"/>
            </a:solidFill>
            <a:prstDash val="sysDash"/>
            <a:miter lim="800000"/>
          </a:ln>
          <a:effectLst/>
        </p:spPr>
      </p:pic>
    </p:spTree>
    <p:extLst>
      <p:ext uri="{BB962C8B-B14F-4D97-AF65-F5344CB8AC3E}">
        <p14:creationId xmlns:p14="http://schemas.microsoft.com/office/powerpoint/2010/main" val="4075041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F646838D-4A16-CBBC-231F-18611AC9486E}"/>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0D613ECF-FE2D-35B0-9A2B-8F2CEE5374E7}"/>
              </a:ext>
            </a:extLst>
          </p:cNvPr>
          <p:cNvSpPr txBox="1">
            <a:spLocks noGrp="1"/>
          </p:cNvSpPr>
          <p:nvPr>
            <p:ph type="title"/>
          </p:nvPr>
        </p:nvSpPr>
        <p:spPr>
          <a:xfrm>
            <a:off x="457200" y="255611"/>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vs Traffic Condition</a:t>
            </a:r>
            <a:endParaRPr dirty="0"/>
          </a:p>
        </p:txBody>
      </p:sp>
      <p:grpSp>
        <p:nvGrpSpPr>
          <p:cNvPr id="1202" name="Google Shape;1202;p27">
            <a:extLst>
              <a:ext uri="{FF2B5EF4-FFF2-40B4-BE49-F238E27FC236}">
                <a16:creationId xmlns:a16="http://schemas.microsoft.com/office/drawing/2014/main" id="{11DA1351-4279-601A-E156-4187C19CB60F}"/>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59AE2A81-BB9D-8D56-8399-CBD93068141C}"/>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70D73575-2FEA-48E4-FF5B-A3B078044A2B}"/>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C47A88B9-9D4C-E4F4-C68B-A88D64ACEE04}"/>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587DD70E-B84D-917A-05E1-BB2DD8F56727}"/>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7B531F8D-86C9-E4FF-6DB8-4D609038AA04}"/>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93DF5284-A6FF-6BFD-9FD0-1DA7EEAA2C63}"/>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2E0BCA93-DCF1-0042-7FCF-55F4D3A1C22D}"/>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DE7CB50A-6C76-C83C-FE06-61337D24079F}"/>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70E56EB1-E759-4989-3073-BFE6F23C5501}"/>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259D9866-07DC-81C5-8BB7-D3C58AAE9CCE}"/>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D77C11B4-B16D-B019-3D81-26A23AD3CAC6}"/>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65ABDAE6-E2A8-600B-E882-F7DA6ECA5626}"/>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7AB50F6C-1D0A-4B07-51EA-E453D6FD56CC}"/>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4EC32197-B2E7-C8FB-6499-EE1C65D1C00F}"/>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B1BC53F8-72D0-7B5B-50B0-3DDCDC2EB8F8}"/>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14C7FC11-6EEC-A97C-B49E-4EA74A1F598C}"/>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91BF63BC-AC4F-8867-1D08-B2075DC24E4B}"/>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7CA976D0-C9ED-9767-C317-F27E2C178B84}"/>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166AFDBF-22E9-2D39-CA54-173D0CF962AF}"/>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06F3A093-733D-3C5F-A3C8-0DF5C3006140}"/>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A0A8C735-3E3E-E5C1-4A7D-66C1720AE5E0}"/>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5C4BEA61-EE3C-D3BF-DCF7-F6B7C5435B81}"/>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EACEC042-ADBF-BEFE-133A-D98E6889EF32}"/>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80CA5970-842D-1B78-9CF8-65382016AA02}"/>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F6B7CF54-3DE9-A342-707B-D79E2CF2F760}"/>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001D2350-C36E-D98A-7B7F-3B936EF8A4EE}"/>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FB98F5AA-E5FE-BF00-E3E2-815212FEA853}"/>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24BD212F-9351-D2E4-2820-AB966EBFD165}"/>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0B819C6D-BF7A-3954-B4A9-66371CDDFC60}"/>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0282BB9F-817E-96E3-E996-EB3E85239898}"/>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8449FB74-1F90-C1AE-5BF4-039EF18F7054}"/>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CD2E01F0-05FC-FC83-0B8A-056400819197}"/>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9F40B802-991A-3925-7AF1-6443F9DCDAE2}"/>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D1CC9D87-99AB-8797-A2C9-367EFB0C0233}"/>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1DB5E6C3-6BDF-DC8C-52F3-A094ECFB3BEB}"/>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CF256042-8AA0-4871-3015-0D284C626C0B}"/>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A1AB8E66-F5E8-90C1-C734-3CFD662DA143}"/>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6E2E3A45-6B19-A0BA-8BDD-6776435952DA}"/>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55455DDF-FA8C-C070-1839-2AC6C85955F4}"/>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8C22594F-8A33-68E5-248C-0AA4116336DB}"/>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38CBE216-36EB-CDFE-7A2C-EE797745AC35}"/>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1B347710-E10C-CAF3-976C-C4F7EDAEDDDB}"/>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3D40284F-A874-F1BE-4FDE-82063B3BD510}"/>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3528A5C5-EA4A-8EE4-42DF-74E80A98879F}"/>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B431F7E6-6FBB-3285-FF36-EE3A86D6130E}"/>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6AB15E68-10A9-4956-EB6D-568DB6DD9E9A}"/>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1832562D-B598-52BC-9549-5B9F166196F6}"/>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D2A1DB85-E2DB-7F73-2825-10D67919F66F}"/>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69ADBB3A-6DC3-9E5E-B4FD-D2E686A94F5C}"/>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D8566FB6-3546-B6E3-8E13-FB9E582979A1}"/>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BE2BB990-EAD9-5A15-672F-527B89F63247}"/>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DFA63E66-C307-2529-0A70-DBE8EC326A03}"/>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4D5E39FB-5AF8-94DD-2F0B-E16CD94C3927}"/>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D93CF2AC-8D2D-0F62-3CB0-38598F35DF3A}"/>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797B114E-0C7C-E257-3C42-A0F1A3E426F9}"/>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0567C558-2623-268B-B021-11A85F842384}"/>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D7FAA2D8-86E7-F45C-77FB-4B916E92F147}"/>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9132EDB9-47CD-B1A0-73B0-51325D0285F9}"/>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52BDAB23-9E3F-E567-9872-4E42660979B9}"/>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6CE49DC7-0910-DE3F-6B4E-F06B50FE3279}"/>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6A935ED0-9CBC-C143-602A-16B208CF3D90}"/>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D22403DE-09A0-B318-6641-8890551A9360}"/>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384869C3-200D-7557-E129-7305A862C92E}"/>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D7A3A625-D9CD-76BD-D0C8-CE66221C50E5}"/>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6E134AC9-DF47-6307-8955-7F58BCD45ABE}"/>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6AEB2BD4-D024-06E8-A6C4-86A30600EFAB}"/>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42C7DB1D-9C34-5866-032E-3987347E3FC1}"/>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42FD9838-C19D-FBF1-587D-E5D4A507DC03}"/>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0868F98F-6A39-9030-C050-5F6F310B722C}"/>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F5CB215A-5FD2-C1CF-C3F3-F966B82FD6BA}"/>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FDF52D85-D144-BEC7-C815-A8A74D071986}"/>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61EBB5EA-3C42-DEFF-86FE-5E4914020F65}"/>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4B95D86E-2D4D-4A68-EFC8-F101008B1F7C}"/>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3425C585-44E4-F62F-CF14-04765748052A}"/>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4A0F490D-4E98-A586-FC0F-82C14587EA21}"/>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2117A2BB-49B2-5699-171B-8035221B62AC}"/>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0354AFAE-AF04-DEC3-E5C1-276327A874F2}"/>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64DC0C34-A438-B390-54EA-8F554183C342}"/>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12396DCA-BA03-8A59-132D-61D4397A47C4}"/>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580F9576-47BA-332F-B06A-ABF2354C4C5E}"/>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6ABCDF0B-9A49-F5F5-3DCB-DC0FB268D7FB}"/>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8D56EBD3-EEE3-06AA-DF1A-7F949C19BF16}"/>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EA8554B7-F160-D140-8892-6C506D92AAC7}"/>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2A0F7218-F132-5F54-3AD6-4C5179D82F49}"/>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4D425C39-128D-9799-905F-86EB6E3C85F9}"/>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7463AF06-CBED-6A00-E590-1A261F8ACA06}"/>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2F759881-97FD-A20E-03B5-CEAD50D5D7A7}"/>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129331AD-1FB7-4C8C-D3E9-B38D96F9BFC2}"/>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E413E11C-8325-02F4-D90B-B0E0B3B89D33}"/>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78248B86-A820-3E7A-556B-D9E75D76A224}"/>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96C75E38-B636-C794-CA35-6D6CE7DE432F}"/>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04262DD6-DD20-32C1-2FB8-B4CA6716DA7D}"/>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96E6097C-CAFD-6600-4F9D-61B8BBBF3D0F}"/>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047C8421-ED64-8860-E4B9-3C3C5EC2D384}"/>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F9B048A3-7EBA-52F0-5B19-F67BADFF33E8}"/>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45D593AC-BABF-2850-2571-A894D32AEE81}"/>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E17A2422-6833-A438-A0C3-1C8CA9A0E3C6}"/>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C219194C-6A02-3D93-01EB-E6C5880286ED}"/>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C4E4222B-296D-8742-DB5A-381505F3D1C9}"/>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AA0B57BD-A18A-2598-B937-0174365291C8}"/>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745F98A3-7F72-9DD4-DB5B-CD6345F32C0F}"/>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90B705AC-19B2-D042-06E9-FE3EF14BAEDF}"/>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21CFEA0B-AE4C-1AEF-09BE-77838007599B}"/>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49668025-990A-AF98-C391-3604E9824CDF}"/>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E01E21A1-729B-E305-557F-7B4F3C1998F5}"/>
              </a:ext>
            </a:extLst>
          </p:cNvPr>
          <p:cNvSpPr txBox="1"/>
          <p:nvPr/>
        </p:nvSpPr>
        <p:spPr>
          <a:xfrm>
            <a:off x="6246237" y="627011"/>
            <a:ext cx="2767133" cy="3457806"/>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Traffic conditions have little impact on fare prices</a:t>
            </a:r>
            <a:r>
              <a:rPr lang="en-US" sz="1200" kern="100" dirty="0">
                <a:effectLst/>
                <a:latin typeface="Roboto" panose="02000000000000000000" pitchFamily="2" charset="0"/>
                <a:ea typeface="Calibri" panose="020F0502020204030204" pitchFamily="34" charset="0"/>
                <a:cs typeface="Arial" panose="020B0604020202020204" pitchFamily="34" charset="0"/>
              </a:rPr>
              <a:t>, as distributions remain similar across all levels.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fares stay below $25</a:t>
            </a:r>
            <a:r>
              <a:rPr lang="en-US" sz="1200" kern="100" dirty="0">
                <a:effectLst/>
                <a:latin typeface="Roboto" panose="02000000000000000000" pitchFamily="2" charset="0"/>
                <a:ea typeface="Calibri" panose="020F0502020204030204" pitchFamily="34" charset="0"/>
                <a:cs typeface="Arial" panose="020B0604020202020204" pitchFamily="34" charset="0"/>
              </a:rPr>
              <a:t>, regardless of traffic congestion.</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High-fare outliers appear in all traffic conditions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pricing is not significantly affected by traffic.</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Traffic congestion does not influence fare pricing</a:t>
            </a:r>
            <a:r>
              <a:rPr lang="en-US" sz="1200" kern="100" dirty="0">
                <a:effectLst/>
                <a:latin typeface="Roboto" panose="02000000000000000000" pitchFamily="2" charset="0"/>
                <a:ea typeface="Calibri" panose="020F0502020204030204" pitchFamily="34" charset="0"/>
                <a:cs typeface="Arial" panose="020B0604020202020204" pitchFamily="34" charset="0"/>
              </a:rPr>
              <a:t>, likely due to fixed rates rather than time-based charges.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02A9529-32B5-2DD5-07E6-22A9FB17CA07}"/>
              </a:ext>
            </a:extLst>
          </p:cNvPr>
          <p:cNvPicPr>
            <a:picLocks noChangeAspect="1"/>
          </p:cNvPicPr>
          <p:nvPr/>
        </p:nvPicPr>
        <p:blipFill>
          <a:blip r:embed="rId3"/>
          <a:stretch>
            <a:fillRect/>
          </a:stretch>
        </p:blipFill>
        <p:spPr>
          <a:xfrm>
            <a:off x="2317233" y="872518"/>
            <a:ext cx="3762000" cy="2673390"/>
          </a:xfrm>
          <a:prstGeom prst="roundRect">
            <a:avLst>
              <a:gd name="adj" fmla="val 4167"/>
            </a:avLst>
          </a:prstGeom>
          <a:solidFill>
            <a:srgbClr val="FFFFFF"/>
          </a:solidFill>
          <a:ln w="19050" cap="sq">
            <a:solidFill>
              <a:schemeClr val="accent6"/>
            </a:solidFill>
            <a:prstDash val="sysDash"/>
            <a:miter lim="800000"/>
          </a:ln>
          <a:effectLst/>
        </p:spPr>
      </p:pic>
      <p:pic>
        <p:nvPicPr>
          <p:cNvPr id="6" name="Picture 5">
            <a:extLst>
              <a:ext uri="{FF2B5EF4-FFF2-40B4-BE49-F238E27FC236}">
                <a16:creationId xmlns:a16="http://schemas.microsoft.com/office/drawing/2014/main" id="{A84B9CDC-5D49-98F2-4E90-23923CDC0BD4}"/>
              </a:ext>
            </a:extLst>
          </p:cNvPr>
          <p:cNvPicPr>
            <a:picLocks noChangeAspect="1"/>
          </p:cNvPicPr>
          <p:nvPr/>
        </p:nvPicPr>
        <p:blipFill>
          <a:blip r:embed="rId4"/>
          <a:stretch>
            <a:fillRect/>
          </a:stretch>
        </p:blipFill>
        <p:spPr>
          <a:xfrm>
            <a:off x="130630" y="2776108"/>
            <a:ext cx="2019600" cy="2111781"/>
          </a:xfrm>
          <a:prstGeom prst="roundRect">
            <a:avLst>
              <a:gd name="adj" fmla="val 4167"/>
            </a:avLst>
          </a:prstGeom>
          <a:solidFill>
            <a:srgbClr val="FFFFFF"/>
          </a:solidFill>
          <a:ln w="19050" cap="sq">
            <a:solidFill>
              <a:schemeClr val="accent1"/>
            </a:solidFill>
            <a:prstDash val="sysDash"/>
            <a:miter lim="800000"/>
          </a:ln>
          <a:effectLst/>
        </p:spPr>
      </p:pic>
    </p:spTree>
    <p:extLst>
      <p:ext uri="{BB962C8B-B14F-4D97-AF65-F5344CB8AC3E}">
        <p14:creationId xmlns:p14="http://schemas.microsoft.com/office/powerpoint/2010/main" val="285874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6E44E332-234D-8552-11B7-5D4A7CFCF574}"/>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BBE03A0F-A06E-4D8D-B200-CC46413583FC}"/>
              </a:ext>
            </a:extLst>
          </p:cNvPr>
          <p:cNvSpPr txBox="1">
            <a:spLocks noGrp="1"/>
          </p:cNvSpPr>
          <p:nvPr>
            <p:ph type="title"/>
          </p:nvPr>
        </p:nvSpPr>
        <p:spPr>
          <a:xfrm>
            <a:off x="457200" y="414610"/>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a:t>
            </a:r>
            <a:r>
              <a:rPr lang="de-DE" dirty="0"/>
              <a:t>Fare vs Rush Hour</a:t>
            </a:r>
            <a:endParaRPr dirty="0"/>
          </a:p>
        </p:txBody>
      </p:sp>
      <p:grpSp>
        <p:nvGrpSpPr>
          <p:cNvPr id="1202" name="Google Shape;1202;p27">
            <a:extLst>
              <a:ext uri="{FF2B5EF4-FFF2-40B4-BE49-F238E27FC236}">
                <a16:creationId xmlns:a16="http://schemas.microsoft.com/office/drawing/2014/main" id="{35DC6085-5A27-A494-1DF9-6FD4C6AA0C1F}"/>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06A4122C-4155-1FD7-E4A1-BE6393C150CB}"/>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918AF85B-C54A-9782-E643-4B3BBB77EC71}"/>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DD8AE53C-D69F-AA81-6C2B-81B0452BC9DC}"/>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DA93C024-ADF0-8040-5A40-297274A34D4F}"/>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6F5C5A0E-BA00-EEE4-C0CB-BC62771B3CA9}"/>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151ABD60-3632-3800-EFD8-22EC10BC723F}"/>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61D24E00-D0FE-6318-D830-334110C60D88}"/>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FEE4BBEB-7035-68DF-12AB-CE9F59AE09ED}"/>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4855EDCB-3478-E476-E8AE-0A5B44BD9B5B}"/>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69FDBDA0-8C7A-0B95-FAB9-853C3E30DB49}"/>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395349F8-BF08-394A-900A-9CA79543B704}"/>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E70786FC-A3E1-30DB-0165-2CBB7CA8668C}"/>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F7C3BE7D-505C-F0C9-F01D-F87ACC7D56FE}"/>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83FEBD04-1512-9550-E8B5-F54889584B17}"/>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64792CDB-A094-C6C7-F55F-8391FF881F8C}"/>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76CB988A-6051-4107-2B78-4B337582CAAD}"/>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DEFEC56F-CC7E-1F68-64E7-907BA649032C}"/>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B7177F9C-9210-CDB8-6265-DC026A8E9A2A}"/>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1FFC7FAA-F280-620A-5197-13952C01CB0B}"/>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EE597D31-51C8-A7EF-3514-DFEA927AAEC9}"/>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C9C6D89A-A0E5-82CA-A7ED-94C31F0E3CEB}"/>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AD6C00FD-DBC0-BA55-5757-98B45394F3FF}"/>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DD7E6A6F-D973-750F-5CBC-DED8ACFA39BE}"/>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95D0119D-D51C-10BB-A2E1-4772C0D4ED3F}"/>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C3F72450-A6EA-3C33-DC60-F243127EE822}"/>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59198B3A-BBFF-0DE7-F1D3-C28DA70CB99D}"/>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EBB98A41-3937-4F17-A0BD-4B867CE6DF11}"/>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CB941D48-0994-8BCF-2BFA-41703F64DF5A}"/>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1B9086FF-898F-FF11-882A-3DE962B9CEE0}"/>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2E1C6461-7AEA-C10C-CA15-C97749439010}"/>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DD6849EB-9398-D1D1-0DE4-7537CC976550}"/>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4BDB180A-1B6E-940F-B8AA-21CBBA7B3E49}"/>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30400F9D-44CD-1F3C-DDBC-5DE2697AA7A7}"/>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92529B2F-3801-00D5-A3E1-851839AA66B6}"/>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4A740C2D-D85D-17BC-C703-742EC27E55CB}"/>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4BBA556D-1FB4-AF1B-A219-AD23ED53EC89}"/>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C5A8CB27-2749-FEF4-A6C4-B8F15CC88672}"/>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46794F99-025D-57C5-A7E5-958BEF41AA97}"/>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26BE080E-981B-053D-9F31-848A5665E063}"/>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1CA7C70F-066F-73F8-16F0-A094C22959D9}"/>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9C1BBB9A-0575-4E22-D23B-D8B84ED76504}"/>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B1980BF2-0FAB-9EAE-A7B2-F57C54ECB38A}"/>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0E6123D2-6C37-A22C-CD82-799A5FEA560B}"/>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C71FB1F5-FC14-40C4-786D-E65661290146}"/>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2D229FBF-6568-C8FA-871E-C7B4C8618E64}"/>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63E95186-B930-3EFB-3632-38A6A7FAF1D8}"/>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D5C4658E-5BD7-FE1B-7417-C8D570E2F970}"/>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5E977B2C-B4E9-4693-1669-1837A4BC546B}"/>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EA514016-6B86-C958-85E9-D87BC2E6F604}"/>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8ECCCA54-BC4B-9AD6-DCF0-2C2859229EF9}"/>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D6198269-A08C-B67B-09CF-E95056D180E4}"/>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3B4AF504-B285-1F89-9731-D961C6577941}"/>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C8777837-55E4-940C-3949-9DDBAB1D22BF}"/>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AE65B1E9-BBF4-E3E7-FCDA-8FF316DB78E9}"/>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03C88847-9EAF-CF08-AA0B-23EFC3B3999B}"/>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6BF31B4B-D711-3163-6634-6A4A6A535A43}"/>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3F5F41A5-AA55-D392-147F-0A808AE598CC}"/>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8F1D12F7-958E-4E6F-0445-0B9DBED11420}"/>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255D57AA-580C-146F-E237-268F8F14C68E}"/>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A618A11F-4C1B-D4B3-E3CC-2964FF57BAE5}"/>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B65560CB-BAE7-712A-0078-F779E474D74D}"/>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9E20FDD7-8487-3B5B-28DC-9A1E7B62E58E}"/>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271486D7-0A3B-778E-FF8C-DE3D38A9AD16}"/>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69281391-EE0B-F86A-C846-0F6299C58B0F}"/>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9A8CFAB0-6D17-2975-3080-1A3C029F70EC}"/>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50B0A58B-FF75-8BF2-FF67-E9CFD9594027}"/>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8779336F-C9C0-3EB2-163D-31827B77BD07}"/>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5F1C9F3C-7024-0CCB-7D3C-2E6B3A7E833E}"/>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96D18AAD-1FEB-222B-7A40-F2CF0D52C6B4}"/>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02A46B85-6550-1380-42A1-690E7AEA53BE}"/>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FF375D45-B170-2E94-6E19-B5496C13AC0D}"/>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6005EE50-36C8-18AD-48DF-714474C37208}"/>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F0BC464B-AA46-91CE-0170-BEB106A1039F}"/>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5624EEDA-9C45-8195-5B06-F35F60C04E0B}"/>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FFC9D241-E95A-6E4A-06C4-EC53A04634E9}"/>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7317C542-611D-D0E6-6CB6-E562A162005C}"/>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5EC4EA88-1591-F5BA-D7FF-88115618194C}"/>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90349A42-B691-BCDE-C4CF-DB9CC1060FC5}"/>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66C1C6F5-393C-1562-5F31-DFF22238B1EA}"/>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596CC546-6BD0-BB3D-B6A4-DE61E5506F9C}"/>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CD58A902-A089-DA86-A347-F67EF03A1F00}"/>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4226D16E-CB08-0985-D900-D4BD0F60155E}"/>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0AFFA71C-1DC4-0CB4-7043-10F70B52C78D}"/>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4BBD316A-7BCF-7033-5E4B-79AF2FD76905}"/>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CC70F5EC-6A48-0E10-38AD-92F821BAAF0F}"/>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C48080CE-5F81-52C2-BF6E-7DD608529DCC}"/>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B6F5B1C3-C324-0342-25B4-D2515386DB7B}"/>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F5A42670-D2DC-F79C-7CFA-5E34731C5A1A}"/>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17375379-94F8-1439-8213-5D2AC154E9CD}"/>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D4E357D8-2237-491A-921C-4A932F9C9B90}"/>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82C7EFF2-2807-66C9-BD06-7E54AD76A02C}"/>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65B3DA93-A9FC-87E0-6DA6-511699A61391}"/>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2ACA627D-B657-343C-BAE7-462233BD3A4B}"/>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19F7A844-7D2B-3BD6-6E8C-3B95126ABFD6}"/>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EB3064E9-A40B-E33E-240A-B70EE61DB97C}"/>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D9A642B1-5FD9-3858-A724-70DD16BDA3A7}"/>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4F935B2C-8090-9E08-DF1D-57D4C6438481}"/>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99E27ABB-A1C7-CBB0-9879-3F7F7B553EA7}"/>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317A7AB2-BB66-6283-8CAC-A5C1D0F21784}"/>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1DDC49E5-2DEC-5B29-3406-630F6F061932}"/>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40C05B4D-C31B-E9B6-785C-2F9D17D87F3A}"/>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3364723F-911C-3B95-4ADC-37654A407141}"/>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159C21AF-1B15-3B0A-3B17-8F95F5EB57F6}"/>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62DB31C0-4BE1-FFFE-2F28-684BA40D41AD}"/>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7881B0E4-896A-FC97-DD94-3C984D5C7F9B}"/>
              </a:ext>
            </a:extLst>
          </p:cNvPr>
          <p:cNvSpPr txBox="1"/>
          <p:nvPr/>
        </p:nvSpPr>
        <p:spPr>
          <a:xfrm>
            <a:off x="6246238" y="473236"/>
            <a:ext cx="2767133" cy="3655424"/>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Rush hour fares are similar to non-rush hour fares</a:t>
            </a:r>
            <a:r>
              <a:rPr lang="en-US" sz="1200" kern="100" dirty="0">
                <a:effectLst/>
                <a:latin typeface="Roboto" panose="02000000000000000000" pitchFamily="2" charset="0"/>
                <a:ea typeface="Calibri" panose="020F0502020204030204" pitchFamily="34" charset="0"/>
                <a:cs typeface="Arial" panose="020B0604020202020204" pitchFamily="34" charset="0"/>
              </a:rPr>
              <a:t>, indicating no major price surges.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fares remain under $25</a:t>
            </a:r>
            <a:r>
              <a:rPr lang="en-US" sz="1200" kern="100" dirty="0">
                <a:effectLst/>
                <a:latin typeface="Roboto" panose="02000000000000000000" pitchFamily="2" charset="0"/>
                <a:ea typeface="Calibri" panose="020F0502020204030204" pitchFamily="34" charset="0"/>
                <a:cs typeface="Arial" panose="020B0604020202020204" pitchFamily="34" charset="0"/>
              </a:rPr>
              <a:t>, with outliers appearing in both time periods.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High fares exist during both rush and non-rush hours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pricing is driven more by distance than time of day.</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Rush hour does not significantly impact fare prices</a:t>
            </a:r>
            <a:r>
              <a:rPr lang="en-US" sz="1200" kern="100" dirty="0">
                <a:effectLst/>
                <a:latin typeface="Roboto" panose="02000000000000000000" pitchFamily="2" charset="0"/>
                <a:ea typeface="Calibri" panose="020F0502020204030204" pitchFamily="34" charset="0"/>
                <a:cs typeface="Arial" panose="020B0604020202020204" pitchFamily="34" charset="0"/>
              </a:rPr>
              <a:t>, likely due to flat-rate or distance-based pricing.</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D7C4900-3B52-5758-7173-4354772377BF}"/>
              </a:ext>
            </a:extLst>
          </p:cNvPr>
          <p:cNvPicPr>
            <a:picLocks noChangeAspect="1"/>
          </p:cNvPicPr>
          <p:nvPr/>
        </p:nvPicPr>
        <p:blipFill>
          <a:blip r:embed="rId3"/>
          <a:stretch>
            <a:fillRect/>
          </a:stretch>
        </p:blipFill>
        <p:spPr>
          <a:xfrm>
            <a:off x="130629" y="1333785"/>
            <a:ext cx="5866122" cy="3213364"/>
          </a:xfrm>
          <a:prstGeom prst="rect">
            <a:avLst/>
          </a:prstGeom>
        </p:spPr>
      </p:pic>
    </p:spTree>
    <p:extLst>
      <p:ext uri="{BB962C8B-B14F-4D97-AF65-F5344CB8AC3E}">
        <p14:creationId xmlns:p14="http://schemas.microsoft.com/office/powerpoint/2010/main" val="665293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16FA6FA2-29E2-F22E-AB2B-78D3606A5644}"/>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A75480E4-AD4F-C44D-6183-8C8ED13912DF}"/>
              </a:ext>
            </a:extLst>
          </p:cNvPr>
          <p:cNvSpPr txBox="1">
            <a:spLocks noGrp="1"/>
          </p:cNvSpPr>
          <p:nvPr>
            <p:ph type="title"/>
          </p:nvPr>
        </p:nvSpPr>
        <p:spPr>
          <a:xfrm>
            <a:off x="457200" y="234629"/>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by Hour of the Day</a:t>
            </a:r>
            <a:endParaRPr dirty="0"/>
          </a:p>
        </p:txBody>
      </p:sp>
      <p:grpSp>
        <p:nvGrpSpPr>
          <p:cNvPr id="1202" name="Google Shape;1202;p27">
            <a:extLst>
              <a:ext uri="{FF2B5EF4-FFF2-40B4-BE49-F238E27FC236}">
                <a16:creationId xmlns:a16="http://schemas.microsoft.com/office/drawing/2014/main" id="{847833E1-4C72-185D-4547-84E836DD9286}"/>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505A4C03-D418-6B71-E704-D022B38421D8}"/>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E7FA14AD-CFC2-F231-7971-8BD11C149E5C}"/>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F48A69BD-AACC-EAD3-2E0C-CEAD0489039E}"/>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1C46A2BB-5F47-52BC-A9D0-A89908D4475B}"/>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AA6A3EBF-42B6-E2D8-A43B-DE02892CB100}"/>
              </a:ext>
            </a:extLst>
          </p:cNvPr>
          <p:cNvGrpSpPr/>
          <p:nvPr/>
        </p:nvGrpSpPr>
        <p:grpSpPr>
          <a:xfrm>
            <a:off x="7607923" y="4367258"/>
            <a:ext cx="1412569" cy="633576"/>
            <a:chOff x="2672187" y="3187306"/>
            <a:chExt cx="3799639" cy="1544771"/>
          </a:xfrm>
        </p:grpSpPr>
        <p:sp>
          <p:nvSpPr>
            <p:cNvPr id="1208" name="Google Shape;1208;p27">
              <a:extLst>
                <a:ext uri="{FF2B5EF4-FFF2-40B4-BE49-F238E27FC236}">
                  <a16:creationId xmlns:a16="http://schemas.microsoft.com/office/drawing/2014/main" id="{161911EA-DC30-FEF1-F800-49BC33AA8BC7}"/>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DA321296-1D21-C70F-58B0-CFD28CD593A0}"/>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2C6CD380-5C95-8480-E830-E6270F5A8A07}"/>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31A7E573-4E65-D571-9C5F-66293BDA0BAE}"/>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6C20F175-4F78-A8F5-FFEE-CC2992E98B33}"/>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38C37522-2707-DF4E-BAEA-6F7AB4E0FCA5}"/>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46C023E9-2E78-D459-18FC-A54D41246169}"/>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90FC6BFA-FEC1-9543-952A-584B425290A7}"/>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5B00F65A-9138-DA3B-D1A6-77E9961C6575}"/>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C6E34DF0-EF0E-5B05-E4C3-D67064EF6EB7}"/>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A627FA0F-CA39-DD9A-18DD-A1EEFF3EBE74}"/>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3B6E06AC-70C7-7149-3E07-38A6A36180A9}"/>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46686657-40F5-8768-574D-59B93CE005E5}"/>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5150AEBF-7F14-4884-2FEB-F1D09A99730C}"/>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0FDE4375-0C9A-5DE9-8A1F-92D46036D1FC}"/>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5373B76F-7C06-1423-E0D0-8B3CB3DFA245}"/>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A0105E5F-ED4F-6E4F-17FE-61C412411E72}"/>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1960565B-16C3-6AC4-6235-F45F0ED0B872}"/>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007093F5-69F9-54C0-43C7-DDBAAC9D3902}"/>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97A7D4AC-58B0-64CA-A0EE-4E039E71D511}"/>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165FE795-3F53-AB1F-3AA1-8269AC56E3C1}"/>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A5322793-30D7-3E48-333C-9DD93342E258}"/>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E069C254-E0DB-523A-8B1F-619FE5BC8115}"/>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349DFD04-BCBB-1B75-E5E5-60834A0D2EFF}"/>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8A05DE45-B5FE-24CA-CB28-8D00FBD550D3}"/>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8AF3937E-B4ED-2854-0550-29D99EAC3CE0}"/>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836C2F0E-6232-E2C0-964E-1A31492DE0AA}"/>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59211A3C-212A-72F5-CA6E-0AACFA87400C}"/>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D20419CB-438F-A8EA-338A-006519FC099D}"/>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3235B4E0-7C44-4EDD-4106-5149B7E538B0}"/>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4C2E0735-4E28-004C-7BE7-7FFB61171A68}"/>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6D94142A-63D0-2630-4A30-90D65AA569A2}"/>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1D91D682-58D3-C808-E159-9C37695CDC29}"/>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E8B08CFE-7482-E316-2765-2A454FFB949C}"/>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191562D3-AA4B-8886-1E2B-A39447C95525}"/>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2174B5DB-A9DD-0BA1-2841-0D6D0FC9C6A0}"/>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90B1C783-71AA-8670-A908-B8684EAC2E6B}"/>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FB734460-51E7-DC50-3E46-04135058E2FA}"/>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1BCDBAB6-A172-57E4-A2C5-6C76841B4775}"/>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CD3BBE75-178C-29D5-6A8D-7EE76863FEE3}"/>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E5A091CB-24DA-878D-C6FD-239787A7FAB1}"/>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0C2B4705-F66A-7E54-B5EB-946A96D466CF}"/>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E1EFE207-9740-8FF2-8CC0-837ADAE94859}"/>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52406182-37FB-AF6A-7D5E-AC1F1E17530F}"/>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D1310BF5-CB67-E163-41F6-9F3D81F58CA4}"/>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CE75950E-3B0C-1F9A-FD71-2C99AB701863}"/>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69163105-187D-505F-A992-123247DF9760}"/>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595778A1-9C4B-CF37-09A4-8DD5050A1591}"/>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2884E9DB-1446-85CF-3A94-6AFCCC13EC22}"/>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964D3815-F1FD-9BB1-5E29-5FA3C9165BE7}"/>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791F6010-3D74-4B2E-8181-1A1885C4AA2F}"/>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E4DC96D3-C98B-49DF-2C69-AB63C51A8E84}"/>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CE830014-52E7-BAF2-A2C2-2A84E1DE856F}"/>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19D081FC-1615-EA1E-A971-DCEC9150E0CB}"/>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30DDB2FC-9705-8496-98C7-C763635A95A4}"/>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9CB8EDD1-2169-11F1-46D6-7654A4511D40}"/>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E43BCEED-941E-54AE-7813-45BA0DF1CD55}"/>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0E4B36E8-DAAC-4976-6632-0DFBE38AB206}"/>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80055FED-D194-480B-6FCA-A6E8AA4D5159}"/>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28239197-2FFE-10FC-A489-23979879DFAD}"/>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9658BBD4-5B55-0AF6-0F52-ABBC8438384F}"/>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E1094B1C-8B5C-48A3-106C-AE1E1BB64B8D}"/>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1CD1D7CB-464F-0F94-B4EC-2B2B713EC4B1}"/>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F836EF2C-0BD1-24F3-6E7F-D47C81BA8559}"/>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0BEA3D32-810E-A3EB-6DDE-A91812EF0229}"/>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3FC15121-61A4-0EBA-4645-DFE28D8A8099}"/>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6FA940F0-3E1F-F566-AC90-088DBCBB4A84}"/>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71EF12C3-2B5E-2860-6ED9-890AA1F5D8B3}"/>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6D576B01-CE53-3130-3BA4-D3EF62C20DEA}"/>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E9595365-D13F-750E-C1C4-77453FD63916}"/>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52C44582-374C-BDEB-477B-9CA656196BDD}"/>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5293CD1B-0000-F5EA-6109-BB052BF2E7B2}"/>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93F74E38-7B9C-7FEF-A178-846AA3C96F06}"/>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7530439E-C77B-7481-14CA-D8A445D933CB}"/>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554915F1-1243-349D-11B3-7AB640D99C51}"/>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1C9552D4-9D88-C459-C928-1FF258E7AB6C}"/>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EA999AFF-9A3B-B0E7-6236-6B6A713A09B3}"/>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DFC42FF2-1AED-20CB-E05B-DC4A7CCA94AB}"/>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89D8DD37-9588-4FA1-E2FD-06BAA7104984}"/>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345C448B-8647-8154-F455-1BBCFCAAC8C4}"/>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2E590DAF-B5D3-039A-1D93-2D651109CE1C}"/>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DA41013A-7CF4-3CB4-E1DE-1DC57EBD0D28}"/>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5EF2A917-01E7-CB14-B5B8-109F81972855}"/>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B05A310F-EA23-485F-94D6-DCF5E8A21E21}"/>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61E497BD-E341-3B2C-2F09-F80388C9BA3D}"/>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5AE7E52D-D7D5-EDE4-E971-02FBB68366E9}"/>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360C548C-2BC0-720C-5A13-FF69F0815D98}"/>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A6C67F21-4061-7581-9A7A-1B688A18FF35}"/>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1F6C8009-A8CB-6D6F-2525-8DF366340067}"/>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BA570BD2-7F4E-6417-82F7-D5A3E5F6B0CA}"/>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699AE95E-87FC-AFE2-5471-7A5AB5903D93}"/>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9A04D212-2095-46C4-BCDC-67ADEE48352C}"/>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D13F9C43-2170-E78F-93CC-24E90E664EBF}"/>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53B8D3A5-592F-C4A2-787E-9DCDB93CBC34}"/>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C878BC34-76CC-01B1-58A2-F28F035AAF68}"/>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BFB13AA0-60B2-8D07-A168-C331DC57B90B}"/>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270D179D-07D9-2395-D247-8C57CB5C6389}"/>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B36F3EA7-5D5D-050B-19CF-3E52ADA8CB40}"/>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0CD41E69-AA18-EF88-B6B7-02DAE499D0A6}"/>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F19C267E-D83A-FDB7-01F3-C55D1ED3F090}"/>
              </a:ext>
            </a:extLst>
          </p:cNvPr>
          <p:cNvPicPr>
            <a:picLocks noChangeAspect="1"/>
          </p:cNvPicPr>
          <p:nvPr/>
        </p:nvPicPr>
        <p:blipFill>
          <a:blip r:embed="rId3"/>
          <a:stretch>
            <a:fillRect/>
          </a:stretch>
        </p:blipFill>
        <p:spPr>
          <a:xfrm>
            <a:off x="119922" y="2919208"/>
            <a:ext cx="3600000" cy="1989663"/>
          </a:xfrm>
          <a:prstGeom prst="rect">
            <a:avLst/>
          </a:prstGeom>
        </p:spPr>
      </p:pic>
      <p:pic>
        <p:nvPicPr>
          <p:cNvPr id="5" name="Picture 4">
            <a:extLst>
              <a:ext uri="{FF2B5EF4-FFF2-40B4-BE49-F238E27FC236}">
                <a16:creationId xmlns:a16="http://schemas.microsoft.com/office/drawing/2014/main" id="{19F1B8CA-58D3-5DD3-2C43-5520A933341E}"/>
              </a:ext>
            </a:extLst>
          </p:cNvPr>
          <p:cNvPicPr>
            <a:picLocks noChangeAspect="1"/>
          </p:cNvPicPr>
          <p:nvPr/>
        </p:nvPicPr>
        <p:blipFill>
          <a:blip r:embed="rId4"/>
          <a:stretch>
            <a:fillRect/>
          </a:stretch>
        </p:blipFill>
        <p:spPr>
          <a:xfrm>
            <a:off x="3863923" y="2932863"/>
            <a:ext cx="3600000" cy="1962353"/>
          </a:xfrm>
          <a:prstGeom prst="rect">
            <a:avLst/>
          </a:prstGeom>
        </p:spPr>
      </p:pic>
      <p:pic>
        <p:nvPicPr>
          <p:cNvPr id="7" name="Picture 6">
            <a:extLst>
              <a:ext uri="{FF2B5EF4-FFF2-40B4-BE49-F238E27FC236}">
                <a16:creationId xmlns:a16="http://schemas.microsoft.com/office/drawing/2014/main" id="{1D0462E1-A2A8-CBED-E4B6-B1D625E481D7}"/>
              </a:ext>
            </a:extLst>
          </p:cNvPr>
          <p:cNvPicPr>
            <a:picLocks noChangeAspect="1"/>
          </p:cNvPicPr>
          <p:nvPr/>
        </p:nvPicPr>
        <p:blipFill>
          <a:blip r:embed="rId5"/>
          <a:stretch>
            <a:fillRect/>
          </a:stretch>
        </p:blipFill>
        <p:spPr>
          <a:xfrm>
            <a:off x="3863923" y="879051"/>
            <a:ext cx="3600000" cy="1972020"/>
          </a:xfrm>
          <a:prstGeom prst="rect">
            <a:avLst/>
          </a:prstGeom>
        </p:spPr>
      </p:pic>
      <p:pic>
        <p:nvPicPr>
          <p:cNvPr id="4" name="Picture 3">
            <a:extLst>
              <a:ext uri="{FF2B5EF4-FFF2-40B4-BE49-F238E27FC236}">
                <a16:creationId xmlns:a16="http://schemas.microsoft.com/office/drawing/2014/main" id="{5DF0DA87-C51B-1181-8DA7-B94C4A17DDE6}"/>
              </a:ext>
            </a:extLst>
          </p:cNvPr>
          <p:cNvPicPr>
            <a:picLocks noChangeAspect="1"/>
          </p:cNvPicPr>
          <p:nvPr/>
        </p:nvPicPr>
        <p:blipFill>
          <a:blip r:embed="rId6"/>
          <a:stretch>
            <a:fillRect/>
          </a:stretch>
        </p:blipFill>
        <p:spPr>
          <a:xfrm>
            <a:off x="119922" y="898105"/>
            <a:ext cx="3600000" cy="1933913"/>
          </a:xfrm>
          <a:prstGeom prst="rect">
            <a:avLst/>
          </a:prstGeom>
        </p:spPr>
      </p:pic>
      <p:sp>
        <p:nvSpPr>
          <p:cNvPr id="14" name="TextBox 13">
            <a:extLst>
              <a:ext uri="{FF2B5EF4-FFF2-40B4-BE49-F238E27FC236}">
                <a16:creationId xmlns:a16="http://schemas.microsoft.com/office/drawing/2014/main" id="{B0390FD1-04AF-3831-83AF-C2C148969213}"/>
              </a:ext>
            </a:extLst>
          </p:cNvPr>
          <p:cNvSpPr txBox="1"/>
          <p:nvPr/>
        </p:nvSpPr>
        <p:spPr>
          <a:xfrm>
            <a:off x="7514723" y="773188"/>
            <a:ext cx="1560155" cy="3411190"/>
          </a:xfrm>
          <a:prstGeom prst="rect">
            <a:avLst/>
          </a:prstGeom>
          <a:noFill/>
        </p:spPr>
        <p:txBody>
          <a:bodyPr wrap="square">
            <a:spAutoFit/>
          </a:bodyPr>
          <a:lstStyle/>
          <a:p>
            <a:pPr marL="342900" lvl="0" indent="-342900" algn="l" rtl="0">
              <a:spcAft>
                <a:spcPts val="800"/>
              </a:spcAft>
              <a:buFont typeface="Symbol" panose="05050102010706020507" pitchFamily="18" charset="2"/>
              <a:buChar char=""/>
            </a:pPr>
            <a:r>
              <a:rPr lang="en-US" sz="900" b="1" kern="100" dirty="0">
                <a:effectLst/>
                <a:latin typeface="Roboto" panose="02000000000000000000" pitchFamily="2" charset="0"/>
                <a:ea typeface="Roboto" panose="02000000000000000000" pitchFamily="2" charset="0"/>
                <a:cs typeface="Roboto" panose="02000000000000000000" pitchFamily="2" charset="0"/>
              </a:rPr>
              <a:t>Fares peak between 3 AM - 5 AM</a:t>
            </a:r>
            <a:r>
              <a:rPr lang="en-US" sz="900" kern="100" dirty="0">
                <a:effectLst/>
                <a:latin typeface="Roboto" panose="02000000000000000000" pitchFamily="2" charset="0"/>
                <a:ea typeface="Roboto" panose="02000000000000000000" pitchFamily="2" charset="0"/>
                <a:cs typeface="Roboto" panose="02000000000000000000" pitchFamily="2" charset="0"/>
              </a:rPr>
              <a:t>, possibly due to </a:t>
            </a:r>
            <a:r>
              <a:rPr lang="en-US" sz="900" b="1" kern="100" dirty="0">
                <a:effectLst/>
                <a:latin typeface="Roboto" panose="02000000000000000000" pitchFamily="2" charset="0"/>
                <a:ea typeface="Roboto" panose="02000000000000000000" pitchFamily="2" charset="0"/>
                <a:cs typeface="Roboto" panose="02000000000000000000" pitchFamily="2" charset="0"/>
              </a:rPr>
              <a:t>airport trips or late-night demand</a:t>
            </a:r>
            <a:r>
              <a:rPr lang="en-US" sz="900" kern="100" dirty="0">
                <a:effectLst/>
                <a:latin typeface="Roboto" panose="02000000000000000000" pitchFamily="2" charset="0"/>
                <a:ea typeface="Roboto" panose="02000000000000000000" pitchFamily="2" charset="0"/>
                <a:cs typeface="Roboto" panose="02000000000000000000" pitchFamily="2" charset="0"/>
              </a:rPr>
              <a:t>.</a:t>
            </a:r>
          </a:p>
          <a:p>
            <a:pPr marL="342900" lvl="0" indent="-342900" algn="l" rtl="0">
              <a:spcAft>
                <a:spcPts val="800"/>
              </a:spcAft>
              <a:buFont typeface="Symbol" panose="05050102010706020507" pitchFamily="18" charset="2"/>
              <a:buChar char=""/>
            </a:pPr>
            <a:r>
              <a:rPr lang="en-US" sz="900" b="1" kern="100" dirty="0">
                <a:effectLst/>
                <a:latin typeface="Roboto" panose="02000000000000000000" pitchFamily="2" charset="0"/>
                <a:ea typeface="Roboto" panose="02000000000000000000" pitchFamily="2" charset="0"/>
                <a:cs typeface="Roboto" panose="02000000000000000000" pitchFamily="2" charset="0"/>
              </a:rPr>
              <a:t>Morning fares (6 AM - 9 AM) dip slightly</a:t>
            </a:r>
            <a:r>
              <a:rPr lang="en-US" sz="900" kern="100" dirty="0">
                <a:effectLst/>
                <a:latin typeface="Roboto" panose="02000000000000000000" pitchFamily="2" charset="0"/>
                <a:ea typeface="Roboto" panose="02000000000000000000" pitchFamily="2" charset="0"/>
                <a:cs typeface="Roboto" panose="02000000000000000000" pitchFamily="2" charset="0"/>
              </a:rPr>
              <a:t>, suggesting more short, routine commutes.</a:t>
            </a:r>
          </a:p>
          <a:p>
            <a:pPr marL="342900" lvl="0" indent="-342900" algn="l" rtl="0">
              <a:spcAft>
                <a:spcPts val="800"/>
              </a:spcAft>
              <a:buFont typeface="Symbol" panose="05050102010706020507" pitchFamily="18" charset="2"/>
              <a:buChar char=""/>
            </a:pPr>
            <a:r>
              <a:rPr lang="en-US" sz="900" b="1" kern="100" dirty="0">
                <a:effectLst/>
                <a:latin typeface="Roboto" panose="02000000000000000000" pitchFamily="2" charset="0"/>
                <a:ea typeface="Roboto" panose="02000000000000000000" pitchFamily="2" charset="0"/>
                <a:cs typeface="Roboto" panose="02000000000000000000" pitchFamily="2" charset="0"/>
              </a:rPr>
              <a:t>Evening fares (after 10 PM) rise again</a:t>
            </a:r>
            <a:r>
              <a:rPr lang="en-US" sz="900" kern="100" dirty="0">
                <a:effectLst/>
                <a:latin typeface="Roboto" panose="02000000000000000000" pitchFamily="2" charset="0"/>
                <a:ea typeface="Roboto" panose="02000000000000000000" pitchFamily="2" charset="0"/>
                <a:cs typeface="Roboto" panose="02000000000000000000" pitchFamily="2" charset="0"/>
              </a:rPr>
              <a:t>, likely due to </a:t>
            </a:r>
            <a:r>
              <a:rPr lang="en-US" sz="900" b="1" kern="100" dirty="0">
                <a:effectLst/>
                <a:latin typeface="Roboto" panose="02000000000000000000" pitchFamily="2" charset="0"/>
                <a:ea typeface="Roboto" panose="02000000000000000000" pitchFamily="2" charset="0"/>
                <a:cs typeface="Roboto" panose="02000000000000000000" pitchFamily="2" charset="0"/>
              </a:rPr>
              <a:t>nighttime demand or surge pricing</a:t>
            </a:r>
            <a:r>
              <a:rPr lang="en-US" sz="900" kern="100" dirty="0">
                <a:effectLst/>
                <a:latin typeface="Roboto" panose="02000000000000000000" pitchFamily="2" charset="0"/>
                <a:ea typeface="Roboto" panose="02000000000000000000" pitchFamily="2" charset="0"/>
                <a:cs typeface="Roboto" panose="02000000000000000000" pitchFamily="2" charset="0"/>
              </a:rPr>
              <a:t>.</a:t>
            </a:r>
          </a:p>
          <a:p>
            <a:pPr algn="l" rtl="0">
              <a:spcAft>
                <a:spcPts val="800"/>
              </a:spcAft>
              <a:buNone/>
            </a:pPr>
            <a:r>
              <a:rPr lang="en-US" sz="900" b="1" kern="100" dirty="0">
                <a:effectLst/>
                <a:latin typeface="Roboto" panose="02000000000000000000" pitchFamily="2" charset="0"/>
                <a:ea typeface="Roboto" panose="02000000000000000000" pitchFamily="2" charset="0"/>
                <a:cs typeface="Roboto" panose="02000000000000000000" pitchFamily="2" charset="0"/>
              </a:rPr>
              <a:t>Conclusion:</a:t>
            </a:r>
            <a:r>
              <a:rPr lang="en-US" sz="900" kern="100" dirty="0">
                <a:effectLst/>
                <a:latin typeface="Roboto" panose="02000000000000000000" pitchFamily="2" charset="0"/>
                <a:ea typeface="Roboto" panose="02000000000000000000" pitchFamily="2" charset="0"/>
                <a:cs typeface="Roboto" panose="02000000000000000000" pitchFamily="2" charset="0"/>
              </a:rPr>
              <a:t> </a:t>
            </a:r>
            <a:r>
              <a:rPr lang="en-US" sz="900" b="1" kern="100" dirty="0">
                <a:effectLst/>
                <a:latin typeface="Roboto" panose="02000000000000000000" pitchFamily="2" charset="0"/>
                <a:ea typeface="Roboto" panose="02000000000000000000" pitchFamily="2" charset="0"/>
                <a:cs typeface="Roboto" panose="02000000000000000000" pitchFamily="2" charset="0"/>
              </a:rPr>
              <a:t>Fare pricing fluctuates slightly throughout the day, with early morning and late-night fares being higher.</a:t>
            </a:r>
            <a:endParaRPr lang="en-US" sz="900" kern="100" dirty="0">
              <a:effectLst/>
              <a:latin typeface="Roboto" panose="02000000000000000000" pitchFamily="2" charset="0"/>
              <a:ea typeface="Roboto" panose="02000000000000000000" pitchFamily="2" charset="0"/>
              <a:cs typeface="Roboto" panose="02000000000000000000" pitchFamily="2" charset="0"/>
            </a:endParaRPr>
          </a:p>
          <a:p>
            <a:pPr algn="l" rtl="0">
              <a:spcAft>
                <a:spcPts val="800"/>
              </a:spcAft>
            </a:pPr>
            <a:r>
              <a:rPr lang="en-US" sz="900" kern="100" dirty="0">
                <a:effectLst/>
                <a:latin typeface="Roboto" panose="02000000000000000000" pitchFamily="2" charset="0"/>
                <a:ea typeface="Roboto" panose="02000000000000000000" pitchFamily="2" charset="0"/>
                <a:cs typeface="Roboto" panose="02000000000000000000" pitchFamily="2" charset="0"/>
              </a:rPr>
              <a:t> </a:t>
            </a:r>
          </a:p>
        </p:txBody>
      </p:sp>
    </p:spTree>
    <p:extLst>
      <p:ext uri="{BB962C8B-B14F-4D97-AF65-F5344CB8AC3E}">
        <p14:creationId xmlns:p14="http://schemas.microsoft.com/office/powerpoint/2010/main" val="2934070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267ECAD6-CEC3-124B-82A5-A1063A7F6981}"/>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4A458535-31C2-C4F0-FAAA-5877B353F4AC}"/>
              </a:ext>
            </a:extLst>
          </p:cNvPr>
          <p:cNvSpPr txBox="1">
            <a:spLocks noGrp="1"/>
          </p:cNvSpPr>
          <p:nvPr>
            <p:ph type="title"/>
          </p:nvPr>
        </p:nvSpPr>
        <p:spPr>
          <a:xfrm>
            <a:off x="457200" y="234629"/>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Fare vs Day of the Week</a:t>
            </a:r>
            <a:endParaRPr dirty="0"/>
          </a:p>
        </p:txBody>
      </p:sp>
      <p:grpSp>
        <p:nvGrpSpPr>
          <p:cNvPr id="1202" name="Google Shape;1202;p27">
            <a:extLst>
              <a:ext uri="{FF2B5EF4-FFF2-40B4-BE49-F238E27FC236}">
                <a16:creationId xmlns:a16="http://schemas.microsoft.com/office/drawing/2014/main" id="{46526EAF-054A-7227-A63A-F7D27E9E7E23}"/>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A4E299C4-1FC4-24D8-828E-1B03AFFDD272}"/>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7BB1DDB6-FEBA-EF3B-26D2-DBC6F5CB7629}"/>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37ACED8F-5112-BB35-E72C-F769661AB265}"/>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196EE4D8-5E23-9B21-7A96-CF74E2D32818}"/>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DCFBC572-D78A-CBA5-95DC-2A0BC353F119}"/>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C9C01020-CF74-650D-FE62-A81C4B7CBA05}"/>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2E6D5D89-2A12-128C-605A-3CC381B143E0}"/>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7DEFB5C8-67BC-7ECD-DD6A-B24C42B9C3E9}"/>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FEE435C6-2D1D-2B9B-F90F-1AD52C60DD3B}"/>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4ADFA3DB-28C8-BEF6-81DC-44372C80FF5A}"/>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FEFD135A-BAE9-2A1D-FE26-659F266A56DC}"/>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A057DB0F-BAD8-321C-5D89-67A5C19A16C6}"/>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2955D39C-D423-9FEE-08E6-B3D1E0BA1EE5}"/>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718CB9EB-704A-CA95-002D-E4B51D65359C}"/>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2FB45EAA-332C-2268-126F-0C0610F4B4A2}"/>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4DDA3D20-6CB4-C7D7-0934-FB320E21A5E3}"/>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4B6BC041-C871-B603-EC50-744C00E2433F}"/>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F7ECA7DA-E704-FB49-B980-21B5C886348E}"/>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A31AAF74-A856-F601-88E3-6E618A1204F2}"/>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2391AC22-C085-3EE9-85EA-3E567D7C2B10}"/>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7F8B29B1-7805-BA5C-EA7E-43115D373A1F}"/>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2047E29F-C585-9204-D12D-BA3F69F9EC10}"/>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CF37BC7D-5809-35A1-EDD9-B5E9D0D1FEAD}"/>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BDDADB45-3579-5761-24E8-81661A344E4D}"/>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61F24ECD-0DE9-B0F8-2A99-1534E7EF9240}"/>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1633C0A5-33CE-E1C7-CFFA-28779A6C7132}"/>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9808FCFD-B06E-61F9-79B7-E5B7D7E30E4C}"/>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278C89F6-BF24-D279-7040-9F1D1ACF2DBF}"/>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02FA86C8-CF35-7AA1-650E-4B7A92FA20D6}"/>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B84F97E8-43EA-C547-8783-F4A1ADA92ADA}"/>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28FE9F8D-87F2-DF94-693B-BF24FF87F384}"/>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CF580B3A-30C9-465D-1502-7040A58E9D63}"/>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5D279C7E-0B47-0B05-86CD-931E9FA2C7BB}"/>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8B696B40-A428-3148-AFDA-8C6BC8AAA748}"/>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6D97EB3A-56FC-15E2-81C1-02286E93E395}"/>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8CB9AD31-2F2D-0478-87FC-9915FD700E17}"/>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850F0BA0-A7DD-DC11-081E-4638E7BC7D26}"/>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27C34009-0E16-FB2E-67CA-C3F6F1CD9255}"/>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9A4BC191-140C-93FF-00FF-7DD47F042892}"/>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C135E121-F0F3-5F74-4116-4D3E893A773B}"/>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D8C94E7F-FAFD-BBB6-EDB5-2B7866DD7F2D}"/>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50CF1E10-8A90-6D9E-14B3-2DF91F715DAB}"/>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6EAA4995-47A5-0840-A05E-E51436F0EF98}"/>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997FAA4D-633D-A623-1CE9-8561A302FF39}"/>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43793556-2CA4-EEBD-B485-9EE155FD31D6}"/>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DFE7783B-D718-F277-8B0C-2DD4E484E212}"/>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F3D687C3-14B4-C2BF-345E-DCF9C8A61607}"/>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8D680CF4-EB6B-D786-31A2-07AB56366916}"/>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CBB08645-4318-2AD9-92AD-CC2629919B19}"/>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E1A4CACF-9944-F0A2-2800-1DFFF0EEC7DE}"/>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F6C2858E-F692-FF96-3BF0-37768F2CDE1E}"/>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08E53864-506A-2160-9C75-D0EA43AE8593}"/>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E7F9080C-6D0C-178D-8637-6ED3DF535D53}"/>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FE8EBD70-BF74-3B2B-0A62-A7D2EEE0DFE4}"/>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DCD739F9-2405-2ACA-6580-3B14C5A621CC}"/>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A2D09433-EE7B-3BF9-AAEC-ED2C11C1EFD6}"/>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6CA9FA6B-0D41-9CFA-0712-74D96E15ABDD}"/>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5C44A917-0A7C-6D0F-908E-C5B2E6080E46}"/>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CBAC388B-1717-9F4B-AAC9-3F2AF4CFA6F0}"/>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D63D50FA-1284-4641-C4F6-A2E6F521D69B}"/>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8FE33DD5-8C1A-E702-E7AA-17AF2EB5BBFE}"/>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9FF18869-9D8F-59C6-C9EC-F247A268597B}"/>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DC102438-42FC-3C05-8EA4-2E5D317A47FE}"/>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9C635C17-C9F3-773E-0173-02C59DFF83FC}"/>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9C9E5DE1-DB9D-A94B-79AF-39A945B20EF4}"/>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439BD940-1462-1F78-76A2-85A9DC9492A6}"/>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2BCCF3DE-7F8E-9009-C474-C1C065DF55DE}"/>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0236302B-58DC-7D65-DB5E-1466C967D452}"/>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A86DC767-BDE0-35A0-9ED2-BFF505F78303}"/>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31DFF13C-34FE-5E93-3665-832BB09D5CCC}"/>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A20B11BB-5145-0704-27E2-0F0CD566F814}"/>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E1FC361F-CB88-F397-6100-FFA7FFDF3DBC}"/>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86F7581D-522A-9353-3E86-30B136C1F5E2}"/>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14619C8F-61A1-7D13-AB0E-A872C4A16C2C}"/>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A2C06F8F-881C-912C-8281-C9C60720E274}"/>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D6B38021-6BBD-C3A4-6FE5-78121384524B}"/>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489234AD-D2C0-AD94-5D8A-4E3F4A5AA206}"/>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C1951981-F0F9-6A16-82A8-C13B1610E57C}"/>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2AA6CB86-AAE5-B7E7-DE2D-83BDDCAC4944}"/>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AFB60239-D0DD-A918-DBCC-5696A481B7EF}"/>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1CA35476-CADB-71E3-97E1-E4CEDF14B0A1}"/>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B8425FCB-325F-1158-2038-5E06F01C40C8}"/>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C009FBA1-48C6-9F66-4F51-F5A55BAEDB20}"/>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AAC63550-9E77-A454-9448-8453125F1414}"/>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2BD27554-4CAD-0648-1C5E-EC201A4BC51B}"/>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74D114ED-065B-E855-A8C5-7AB31680EE16}"/>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4035B736-88A1-BACF-9DB0-43D2D3644269}"/>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2BD32B4E-F14B-FC02-4D3F-DD179F6BA9B9}"/>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64ED962F-C16E-ACE2-DEA3-0222DBD7D945}"/>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64AB63CE-DF86-8AB8-E1BA-A55A4A80ED17}"/>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37E59933-DC3E-C8B3-8E4B-782602F990CF}"/>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A1D76C7A-02D9-043E-0E72-47622F46AEC6}"/>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5F9EA5D9-F2B6-0587-9AA3-E103C38EAC13}"/>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3AACBF45-0311-9B32-57E8-42C5B800DD62}"/>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EB945821-6CCD-575E-BE51-A01DBBF52FD3}"/>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8AE486E2-B108-35B0-02A7-D2CB2DAA290C}"/>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F8ECC689-435B-19FF-64E5-F2569C68BBA9}"/>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775D1D91-1F44-079D-AC20-C39221B2A065}"/>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1D101AE3-6B59-E685-AB85-148BDFF53026}"/>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D4DCD35D-1D79-A9AB-D6D8-C65AAA99CF2B}"/>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10D5BACE-59B9-506E-364D-EF9975D2D563}"/>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6BDEEB46-EFEA-002D-88A3-514058F52992}"/>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4A66E321-7B72-76C5-08DB-FAEB84D2EDFA}"/>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7122E9B3-CC0D-4AB6-E35C-C8B9219A7214}"/>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19C3BB6C-E11B-1971-C715-03AFEA77F3DF}"/>
              </a:ext>
            </a:extLst>
          </p:cNvPr>
          <p:cNvSpPr txBox="1"/>
          <p:nvPr/>
        </p:nvSpPr>
        <p:spPr>
          <a:xfrm>
            <a:off x="6246238" y="473236"/>
            <a:ext cx="2767133" cy="3655424"/>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Rush hour fares are similar to non-rush hour fares</a:t>
            </a:r>
            <a:r>
              <a:rPr lang="en-US" sz="1200" kern="100" dirty="0">
                <a:effectLst/>
                <a:latin typeface="Roboto" panose="02000000000000000000" pitchFamily="2" charset="0"/>
                <a:ea typeface="Calibri" panose="020F0502020204030204" pitchFamily="34" charset="0"/>
                <a:cs typeface="Arial" panose="020B0604020202020204" pitchFamily="34" charset="0"/>
              </a:rPr>
              <a:t>, indicating no major price surges.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Most fares remain under $25</a:t>
            </a:r>
            <a:r>
              <a:rPr lang="en-US" sz="1200" kern="100" dirty="0">
                <a:effectLst/>
                <a:latin typeface="Roboto" panose="02000000000000000000" pitchFamily="2" charset="0"/>
                <a:ea typeface="Calibri" panose="020F0502020204030204" pitchFamily="34" charset="0"/>
                <a:cs typeface="Arial" panose="020B0604020202020204" pitchFamily="34" charset="0"/>
              </a:rPr>
              <a:t>, with outliers appearing in both time periods.</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High fares exist during both rush and non-rush hours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pricing is driven more by distance than time of day.</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Rush hour does not significantly impact fare prices</a:t>
            </a:r>
            <a:r>
              <a:rPr lang="en-US" sz="1200" kern="100" dirty="0">
                <a:effectLst/>
                <a:latin typeface="Roboto" panose="02000000000000000000" pitchFamily="2" charset="0"/>
                <a:ea typeface="Calibri" panose="020F0502020204030204" pitchFamily="34" charset="0"/>
                <a:cs typeface="Arial" panose="020B0604020202020204" pitchFamily="34" charset="0"/>
              </a:rPr>
              <a:t>, likely due to flat-rate or distance-based pricing.</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65A5D106-4CC1-C294-F670-EF66E3DDD457}"/>
              </a:ext>
            </a:extLst>
          </p:cNvPr>
          <p:cNvPicPr>
            <a:picLocks noChangeAspect="1"/>
          </p:cNvPicPr>
          <p:nvPr/>
        </p:nvPicPr>
        <p:blipFill>
          <a:blip r:embed="rId3"/>
          <a:stretch>
            <a:fillRect/>
          </a:stretch>
        </p:blipFill>
        <p:spPr>
          <a:xfrm>
            <a:off x="249986" y="2914363"/>
            <a:ext cx="3969181" cy="2174251"/>
          </a:xfrm>
          <a:prstGeom prst="rect">
            <a:avLst/>
          </a:prstGeom>
        </p:spPr>
      </p:pic>
      <p:pic>
        <p:nvPicPr>
          <p:cNvPr id="6" name="Picture 5">
            <a:extLst>
              <a:ext uri="{FF2B5EF4-FFF2-40B4-BE49-F238E27FC236}">
                <a16:creationId xmlns:a16="http://schemas.microsoft.com/office/drawing/2014/main" id="{D8EE6967-1272-418F-2BDE-2D0EA95FAFBA}"/>
              </a:ext>
            </a:extLst>
          </p:cNvPr>
          <p:cNvPicPr>
            <a:picLocks noChangeAspect="1"/>
          </p:cNvPicPr>
          <p:nvPr/>
        </p:nvPicPr>
        <p:blipFill>
          <a:blip r:embed="rId4"/>
          <a:stretch>
            <a:fillRect/>
          </a:stretch>
        </p:blipFill>
        <p:spPr>
          <a:xfrm>
            <a:off x="2033943" y="694078"/>
            <a:ext cx="3969181" cy="2132236"/>
          </a:xfrm>
          <a:prstGeom prst="rect">
            <a:avLst/>
          </a:prstGeom>
        </p:spPr>
      </p:pic>
    </p:spTree>
    <p:extLst>
      <p:ext uri="{BB962C8B-B14F-4D97-AF65-F5344CB8AC3E}">
        <p14:creationId xmlns:p14="http://schemas.microsoft.com/office/powerpoint/2010/main" val="753653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82B95FB0-789D-7EF6-4B7A-BFAFA4E8983F}"/>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5EC31418-DE69-0776-A142-318676DD49F5}"/>
              </a:ext>
            </a:extLst>
          </p:cNvPr>
          <p:cNvSpPr txBox="1">
            <a:spLocks noGrp="1"/>
          </p:cNvSpPr>
          <p:nvPr>
            <p:ph type="title"/>
          </p:nvPr>
        </p:nvSpPr>
        <p:spPr>
          <a:xfrm>
            <a:off x="457200" y="234629"/>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Monthly Trends in Fare &amp; Ride Volume</a:t>
            </a:r>
            <a:endParaRPr dirty="0"/>
          </a:p>
        </p:txBody>
      </p:sp>
      <p:grpSp>
        <p:nvGrpSpPr>
          <p:cNvPr id="1202" name="Google Shape;1202;p27">
            <a:extLst>
              <a:ext uri="{FF2B5EF4-FFF2-40B4-BE49-F238E27FC236}">
                <a16:creationId xmlns:a16="http://schemas.microsoft.com/office/drawing/2014/main" id="{4C4D8CCD-11FC-FCBA-FC98-8F978A236F59}"/>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2FEF70F1-D371-31AE-36E7-E2492BC9B428}"/>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06AF83A2-77AC-5D34-2076-8B7343D09D0B}"/>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0CA4EAE2-F457-A470-B48B-A32F8C0A1D9E}"/>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1C56D288-17D3-A701-28E0-A1C1A7185F41}"/>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FAF1FAE8-4B7D-D9FA-E422-771064026279}"/>
              </a:ext>
            </a:extLst>
          </p:cNvPr>
          <p:cNvGrpSpPr/>
          <p:nvPr/>
        </p:nvGrpSpPr>
        <p:grpSpPr>
          <a:xfrm>
            <a:off x="6302180" y="3958388"/>
            <a:ext cx="2524620" cy="1042446"/>
            <a:chOff x="2672187" y="3187306"/>
            <a:chExt cx="3799639" cy="1544771"/>
          </a:xfrm>
        </p:grpSpPr>
        <p:sp>
          <p:nvSpPr>
            <p:cNvPr id="1208" name="Google Shape;1208;p27">
              <a:extLst>
                <a:ext uri="{FF2B5EF4-FFF2-40B4-BE49-F238E27FC236}">
                  <a16:creationId xmlns:a16="http://schemas.microsoft.com/office/drawing/2014/main" id="{AE448C39-D9B5-2B78-2032-8E1D1F1DBEAA}"/>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3492133A-4F03-F8EB-B3A4-D9BBF79D10B1}"/>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D6235306-7BDC-1693-E312-F66C76D9166B}"/>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048A19E1-0AC4-3CC0-6707-A92785F184CD}"/>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D6806C86-66D7-4DA8-3ED2-30612D8434DD}"/>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15F7104A-02DB-70D7-7350-DA428CD524AC}"/>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B7F8744F-CBE8-93C6-2A9D-9BE1F54AF345}"/>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249A0216-3FFB-5198-CF27-A2782C2F75F7}"/>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DFB70304-60BB-36C9-BF50-FE7263256286}"/>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84501C46-DB64-DBD9-1A6A-6F5E7285CF5B}"/>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A5E75C45-A792-7697-2CE0-57421A06F46B}"/>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2595C186-DD32-D2F5-F291-55822C18573E}"/>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2835C5FA-0FEE-A67D-F565-70E438FEBBBC}"/>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D2B6E42C-A9D1-1986-896C-3B76C81550C6}"/>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9C58719B-99B6-30BF-E447-A8C29721531D}"/>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20E3D5AC-FD77-AA91-35B1-650DE62AC817}"/>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424B5560-4507-AB90-DAF0-02BBB1954FAF}"/>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2A5A6393-B62F-B8F7-3238-30016750D755}"/>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68CD7FBA-0084-4574-CCF5-24B0E2A6515C}"/>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8003800E-9329-6E81-9A25-8CBF1EF06541}"/>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C080E4AB-8735-6619-894B-CD2B4C5404E9}"/>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41515332-C6E4-6640-A654-1C679D1C7307}"/>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CDC36119-7A39-59DE-FA56-22F606FE25DC}"/>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9717257E-4804-DFCD-D0A0-2AE4605AAAC9}"/>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5E1514C3-E0CC-1E65-ECD8-BC49309E8DDC}"/>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49497674-1D84-5D37-335C-489F73BAA439}"/>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26BB33EF-538F-AF46-2F9F-5FA74BD71994}"/>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885B6F0F-2626-0E1E-902F-0F4A0F634148}"/>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D2C5A36A-C4EF-06E0-8032-EA27F9D17F39}"/>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61BDB76A-EC68-35D2-2459-69D740C2BEB2}"/>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AFC7F758-0ADF-60BA-83EC-7365E9362E86}"/>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836C7284-ADCD-EB08-3782-B90756B922EC}"/>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DCA4AED2-016B-0C4E-4278-F14252A8A40A}"/>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7C657F65-9214-91B8-9020-5FEDAEE4B119}"/>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81C33B69-90CB-AB1A-4F5C-18D8397363A7}"/>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C8C82B94-92B6-5DE1-27DC-6F3EE9307E80}"/>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663302CF-6BEE-CB67-B370-2EAA14E829E6}"/>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53C0AFFF-3ECE-F6C8-34C7-EB6E77DF14BA}"/>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E1CE783A-CAF3-2948-4647-2E8D0EE4A9D5}"/>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77302DFD-C9BA-4EA4-D838-2AF55C596F56}"/>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3A7AD97B-2474-9D05-C31A-E3DE97DA4F2A}"/>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1E36C95F-F3FD-740F-F40F-E84B0597DEA1}"/>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536A560F-43F0-AEE4-FA64-07EA9AE784BF}"/>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C99F364D-CF7A-3908-32C3-93341C7700B0}"/>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4CBD8ACF-248A-99AD-EA79-ABBF6DDE11F9}"/>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845435E4-5882-0FA6-A3A6-EF449F4E8648}"/>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7D9DC9B1-F8C7-285A-67FC-D24314878572}"/>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1649D2B9-98EF-30D8-9A2D-97BB307033FF}"/>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A106A9EF-0EE1-1313-8C51-3B2453370110}"/>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01E4D069-166B-3471-2D35-1789367B908D}"/>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9CAFC9CE-576C-29BA-95EC-14BFE85B7BFB}"/>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D4FD58B0-872F-B821-B8EC-C91BEA991B5E}"/>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7F2B0074-FAA1-A225-B9AB-E83AF8F7AFDB}"/>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3AED2CEC-A76D-2859-668A-3FD2C37D8C2A}"/>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F0131F9B-2076-5CBA-FF65-014C77C9114A}"/>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5EFF5F10-21E0-8D2A-29FA-AE20C04EC407}"/>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2A9847DF-387C-5490-1379-F3E97439F418}"/>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BCA6A61F-846F-D486-ACB4-4851F43B60B2}"/>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3CFBB0FA-F7B3-3166-5CF9-CAA3C604F6F2}"/>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02A2A103-F8AC-8B08-D901-395334BE5244}"/>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1AAF1ACB-D492-C2BB-D754-1AD94AE8863E}"/>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10E81E3F-71A4-52B6-E29D-5DEABB752F12}"/>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395375E3-D013-5247-7297-BF0CE78494E8}"/>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2BE58327-862A-4297-0BC6-D8BBC553F560}"/>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B48DA4E6-0CFB-5090-5606-8AE0465D1033}"/>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B663B8E5-531D-A87F-2E83-06FBD88D737C}"/>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4141C2EE-F14C-AE9E-A7EC-207A37CEAFB9}"/>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FBA59C3A-E0E4-3619-88B3-F2487918A44C}"/>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A8454DA1-3423-85E1-3383-0321AC677C15}"/>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29F426E3-0AF9-F9AC-0204-E681233089CE}"/>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539EC70A-31ED-0D44-B33C-548E551E3425}"/>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E6A0B69E-F0E7-7D4E-EE50-14C4BC2B7E6B}"/>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B039DDB8-403A-6BCB-B441-F039430684C9}"/>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5C0F3C83-5830-7564-7D8D-1326E2E5D070}"/>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7154C8BE-621A-4798-F507-172E43BD3961}"/>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DB615A1B-DF9F-040F-88C3-6B58AE6AA6AF}"/>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0F5B451A-86AA-0875-9D8F-3ABF6DA4F0C1}"/>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5CB08000-7FDE-F86A-1BBF-01B864DF15E0}"/>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F6ECF9C9-DBCE-F7F2-D10F-DC85923BE747}"/>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5B772C2D-CAB9-4A42-ECA7-3872B8093065}"/>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0CA99403-9586-667F-4BEB-22AF1F1FBE4D}"/>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AE853AD3-CDFD-D204-96E8-3CB7AFEE1225}"/>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6E7DEBF4-5C47-17FA-CD22-4F55B92773D5}"/>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918A4E62-5D01-56B0-712B-5B5E5C7CF23A}"/>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E385506D-C88B-4B50-1F9A-3A339EBD3864}"/>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18DE1651-95FA-FF85-7FBC-DC055F23134F}"/>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28412F07-F8F6-155E-E541-01FE6F782C91}"/>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50035D6D-FC37-2B2C-9CBB-F54226246477}"/>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2EEBA53A-0ADC-2FF4-AFC0-6542C74BBFA8}"/>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F2F5DE5E-5453-B588-22B2-DE499EFE98FD}"/>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D2E3D414-441B-2380-466E-BEBB83CBDF3D}"/>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1DCE7B14-716B-833D-63D3-64A3BDB0E14D}"/>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B7EFEE48-D6F2-C87F-6327-F4883225D037}"/>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B351DEE3-54F6-FA89-D7A4-E8B119CC119A}"/>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7872B6D5-D59B-A6AE-C280-A201491E5072}"/>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BCC38EAD-A638-4955-9285-166AE5ECC4C7}"/>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CA5E97CF-7493-2366-EAEE-433DD7A74E2A}"/>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F3C58369-A143-F23D-ACB1-E2A4A972A631}"/>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880E649C-A7CF-1E7A-9D15-C09A427A65D5}"/>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75560FFA-F62B-AA01-ACEB-45317581B052}"/>
              </a:ext>
            </a:extLst>
          </p:cNvPr>
          <p:cNvSpPr txBox="1"/>
          <p:nvPr/>
        </p:nvSpPr>
        <p:spPr>
          <a:xfrm>
            <a:off x="6126881" y="905165"/>
            <a:ext cx="2767133" cy="3093924"/>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Fares remain stable year-round</a:t>
            </a:r>
            <a:r>
              <a:rPr lang="en-US" sz="1200" kern="100" dirty="0">
                <a:effectLst/>
                <a:latin typeface="Roboto" panose="02000000000000000000" pitchFamily="2" charset="0"/>
                <a:ea typeface="Calibri" panose="020F0502020204030204" pitchFamily="34" charset="0"/>
                <a:cs typeface="Arial" panose="020B0604020202020204" pitchFamily="34" charset="0"/>
              </a:rPr>
              <a:t>, with most trips under </a:t>
            </a:r>
            <a:r>
              <a:rPr lang="en-US" sz="1200" b="1" kern="100" dirty="0">
                <a:effectLst/>
                <a:latin typeface="Roboto" panose="02000000000000000000" pitchFamily="2" charset="0"/>
                <a:ea typeface="Calibri" panose="020F0502020204030204" pitchFamily="34" charset="0"/>
                <a:cs typeface="Arial" panose="020B0604020202020204" pitchFamily="34" charset="0"/>
              </a:rPr>
              <a:t>$25</a:t>
            </a:r>
            <a:r>
              <a:rPr lang="en-US" sz="1200" kern="100" dirty="0">
                <a:effectLst/>
                <a:latin typeface="Roboto" panose="02000000000000000000" pitchFamily="2" charset="0"/>
                <a:ea typeface="Calibri" panose="020F0502020204030204" pitchFamily="34" charset="0"/>
                <a:cs typeface="Arial" panose="020B0604020202020204" pitchFamily="34" charset="0"/>
              </a:rPr>
              <a:t> and occasional </a:t>
            </a:r>
            <a:r>
              <a:rPr lang="en-US" sz="1200" b="1" kern="100" dirty="0">
                <a:effectLst/>
                <a:latin typeface="Roboto" panose="02000000000000000000" pitchFamily="2" charset="0"/>
                <a:ea typeface="Calibri" panose="020F0502020204030204" pitchFamily="34" charset="0"/>
                <a:cs typeface="Arial" panose="020B0604020202020204" pitchFamily="34" charset="0"/>
              </a:rPr>
              <a:t>high-fare outliers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Ride demand peaks from March to June</a:t>
            </a:r>
            <a:r>
              <a:rPr lang="en-US" sz="1200" kern="100" dirty="0">
                <a:effectLst/>
                <a:latin typeface="Roboto" panose="02000000000000000000" pitchFamily="2" charset="0"/>
                <a:ea typeface="Calibri" panose="020F0502020204030204" pitchFamily="34" charset="0"/>
                <a:cs typeface="Arial" panose="020B0604020202020204" pitchFamily="34" charset="0"/>
              </a:rPr>
              <a:t>, dips in </a:t>
            </a:r>
            <a:r>
              <a:rPr lang="en-US" sz="1200" b="1" kern="100" dirty="0">
                <a:effectLst/>
                <a:latin typeface="Roboto" panose="02000000000000000000" pitchFamily="2" charset="0"/>
                <a:ea typeface="Calibri" panose="020F0502020204030204" pitchFamily="34" charset="0"/>
                <a:cs typeface="Arial" panose="020B0604020202020204" pitchFamily="34" charset="0"/>
              </a:rPr>
              <a:t>July-August</a:t>
            </a:r>
            <a:r>
              <a:rPr lang="en-US" sz="1200" kern="100" dirty="0">
                <a:effectLst/>
                <a:latin typeface="Roboto" panose="02000000000000000000" pitchFamily="2" charset="0"/>
                <a:ea typeface="Calibri" panose="020F0502020204030204" pitchFamily="34" charset="0"/>
                <a:cs typeface="Arial" panose="020B0604020202020204" pitchFamily="34" charset="0"/>
              </a:rPr>
              <a:t>, and stabilizes in </a:t>
            </a:r>
            <a:r>
              <a:rPr lang="en-US" sz="1200" b="1" kern="100" dirty="0">
                <a:effectLst/>
                <a:latin typeface="Roboto" panose="02000000000000000000" pitchFamily="2" charset="0"/>
                <a:ea typeface="Calibri" panose="020F0502020204030204" pitchFamily="34" charset="0"/>
                <a:cs typeface="Arial" panose="020B0604020202020204" pitchFamily="34" charset="0"/>
              </a:rPr>
              <a:t>winter months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200" b="1" kern="100" dirty="0">
                <a:effectLst/>
                <a:latin typeface="Roboto" panose="02000000000000000000" pitchFamily="2" charset="0"/>
                <a:ea typeface="Calibri" panose="020F0502020204030204" pitchFamily="34" charset="0"/>
                <a:cs typeface="Arial" panose="020B0604020202020204" pitchFamily="34" charset="0"/>
              </a:rPr>
              <a:t>No major seasonal fare surges</a:t>
            </a:r>
            <a:r>
              <a:rPr lang="en-US" sz="1200" kern="100" dirty="0">
                <a:effectLst/>
                <a:latin typeface="Roboto" panose="02000000000000000000" pitchFamily="2" charset="0"/>
                <a:ea typeface="Calibri" panose="020F0502020204030204" pitchFamily="34" charset="0"/>
                <a:cs typeface="Arial" panose="020B0604020202020204" pitchFamily="34" charset="0"/>
              </a:rPr>
              <a:t>, suggesting </a:t>
            </a:r>
            <a:r>
              <a:rPr lang="en-US" sz="1200" b="1" kern="100" dirty="0">
                <a:effectLst/>
                <a:latin typeface="Roboto" panose="02000000000000000000" pitchFamily="2" charset="0"/>
                <a:ea typeface="Calibri" panose="020F0502020204030204" pitchFamily="34" charset="0"/>
                <a:cs typeface="Arial" panose="020B0604020202020204" pitchFamily="34" charset="0"/>
              </a:rPr>
              <a:t>consistent pricing despite demand fluctuations</a:t>
            </a:r>
            <a:r>
              <a:rPr lang="en-US" sz="1200" kern="100" dirty="0">
                <a:effectLst/>
                <a:latin typeface="Roboto" panose="02000000000000000000" pitchFamily="2" charset="0"/>
                <a:ea typeface="Calibri" panose="020F0502020204030204" pitchFamily="34" charset="0"/>
                <a:cs typeface="Arial" panose="020B0604020202020204" pitchFamily="34" charset="0"/>
              </a:rPr>
              <a:t>.</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buNone/>
            </a:pPr>
            <a:r>
              <a:rPr lang="en-US" sz="12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200" kern="100" dirty="0">
                <a:effectLst/>
                <a:latin typeface="Roboto" panose="02000000000000000000" pitchFamily="2" charset="0"/>
                <a:ea typeface="Calibri" panose="020F0502020204030204" pitchFamily="34" charset="0"/>
                <a:cs typeface="Arial" panose="020B0604020202020204" pitchFamily="34" charset="0"/>
              </a:rPr>
              <a:t> </a:t>
            </a:r>
            <a:r>
              <a:rPr lang="en-US" sz="1200" b="1" kern="100" dirty="0">
                <a:effectLst/>
                <a:latin typeface="Roboto" panose="02000000000000000000" pitchFamily="2" charset="0"/>
                <a:ea typeface="Calibri" panose="020F0502020204030204" pitchFamily="34" charset="0"/>
                <a:cs typeface="Arial" panose="020B0604020202020204" pitchFamily="34" charset="0"/>
              </a:rPr>
              <a:t>Spring sees the highest taxi demand, but fares remain steady throughout the year.</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200" kern="100" dirty="0">
                <a:effectLst/>
                <a:latin typeface="Roboto" panose="02000000000000000000" pitchFamily="2" charset="0"/>
                <a:ea typeface="Calibri" panose="020F0502020204030204" pitchFamily="34" charset="0"/>
                <a:cs typeface="Arial" panose="020B0604020202020204" pitchFamily="34" charset="0"/>
              </a:rPr>
              <a:t> </a:t>
            </a:r>
            <a:endParaRPr lang="en-US" sz="12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36CE744-6D51-F0B1-139A-1BB5DD3129E2}"/>
              </a:ext>
            </a:extLst>
          </p:cNvPr>
          <p:cNvPicPr>
            <a:picLocks noChangeAspect="1"/>
          </p:cNvPicPr>
          <p:nvPr/>
        </p:nvPicPr>
        <p:blipFill>
          <a:blip r:embed="rId3"/>
          <a:stretch>
            <a:fillRect/>
          </a:stretch>
        </p:blipFill>
        <p:spPr>
          <a:xfrm>
            <a:off x="2032324" y="734833"/>
            <a:ext cx="3970800" cy="2133106"/>
          </a:xfrm>
          <a:prstGeom prst="rect">
            <a:avLst/>
          </a:prstGeom>
        </p:spPr>
      </p:pic>
      <p:pic>
        <p:nvPicPr>
          <p:cNvPr id="5" name="Picture 4">
            <a:extLst>
              <a:ext uri="{FF2B5EF4-FFF2-40B4-BE49-F238E27FC236}">
                <a16:creationId xmlns:a16="http://schemas.microsoft.com/office/drawing/2014/main" id="{8F045587-BF64-90E4-8F8C-1521CA47F8D1}"/>
              </a:ext>
            </a:extLst>
          </p:cNvPr>
          <p:cNvPicPr>
            <a:picLocks noChangeAspect="1"/>
          </p:cNvPicPr>
          <p:nvPr/>
        </p:nvPicPr>
        <p:blipFill>
          <a:blip r:embed="rId4"/>
          <a:stretch>
            <a:fillRect/>
          </a:stretch>
        </p:blipFill>
        <p:spPr>
          <a:xfrm>
            <a:off x="249986" y="2909564"/>
            <a:ext cx="3970800" cy="2179050"/>
          </a:xfrm>
          <a:prstGeom prst="rect">
            <a:avLst/>
          </a:prstGeom>
        </p:spPr>
      </p:pic>
    </p:spTree>
    <p:extLst>
      <p:ext uri="{BB962C8B-B14F-4D97-AF65-F5344CB8AC3E}">
        <p14:creationId xmlns:p14="http://schemas.microsoft.com/office/powerpoint/2010/main" val="2370554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A74A4DAF-59D0-44F6-A9FD-BE327B04E64B}"/>
            </a:ext>
          </a:extLst>
        </p:cNvPr>
        <p:cNvGrpSpPr/>
        <p:nvPr/>
      </p:nvGrpSpPr>
      <p:grpSpPr>
        <a:xfrm>
          <a:off x="0" y="0"/>
          <a:ext cx="0" cy="0"/>
          <a:chOff x="0" y="0"/>
          <a:chExt cx="0" cy="0"/>
        </a:xfrm>
      </p:grpSpPr>
      <p:sp>
        <p:nvSpPr>
          <p:cNvPr id="1201" name="Google Shape;1201;p27">
            <a:extLst>
              <a:ext uri="{FF2B5EF4-FFF2-40B4-BE49-F238E27FC236}">
                <a16:creationId xmlns:a16="http://schemas.microsoft.com/office/drawing/2014/main" id="{620BDD67-C12C-B1C5-DDCB-5CADDFF198D0}"/>
              </a:ext>
            </a:extLst>
          </p:cNvPr>
          <p:cNvSpPr txBox="1">
            <a:spLocks noGrp="1"/>
          </p:cNvSpPr>
          <p:nvPr>
            <p:ph type="title"/>
          </p:nvPr>
        </p:nvSpPr>
        <p:spPr>
          <a:xfrm>
            <a:off x="457200" y="158583"/>
            <a:ext cx="8229600" cy="3714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dirty="0"/>
              <a:t>Key Insights: Total Passenger Count Per Year</a:t>
            </a:r>
            <a:endParaRPr dirty="0"/>
          </a:p>
        </p:txBody>
      </p:sp>
      <p:grpSp>
        <p:nvGrpSpPr>
          <p:cNvPr id="1202" name="Google Shape;1202;p27">
            <a:extLst>
              <a:ext uri="{FF2B5EF4-FFF2-40B4-BE49-F238E27FC236}">
                <a16:creationId xmlns:a16="http://schemas.microsoft.com/office/drawing/2014/main" id="{746A9DE4-7FDA-EFFF-409D-ABBC5FF284FD}"/>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17817E4A-EE36-3069-86BF-AD8D37A326D8}"/>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F537F9B7-9E09-029D-7895-C7C3F2AC1A98}"/>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FC3517FD-0EC0-7E2D-293A-B2E499F7314A}"/>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36B8AFF0-C350-BE78-0699-C0A335B566B9}"/>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0FD63333-1984-62A9-E43E-77CCB6CB5A9A}"/>
              </a:ext>
            </a:extLst>
          </p:cNvPr>
          <p:cNvGrpSpPr/>
          <p:nvPr/>
        </p:nvGrpSpPr>
        <p:grpSpPr>
          <a:xfrm>
            <a:off x="7607923" y="4367258"/>
            <a:ext cx="1412569" cy="633576"/>
            <a:chOff x="2672187" y="3187306"/>
            <a:chExt cx="3799639" cy="1544771"/>
          </a:xfrm>
        </p:grpSpPr>
        <p:sp>
          <p:nvSpPr>
            <p:cNvPr id="1208" name="Google Shape;1208;p27">
              <a:extLst>
                <a:ext uri="{FF2B5EF4-FFF2-40B4-BE49-F238E27FC236}">
                  <a16:creationId xmlns:a16="http://schemas.microsoft.com/office/drawing/2014/main" id="{9019D813-4FE6-F42F-08A2-756D5CFCD17C}"/>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33F5DF4D-B32F-A976-2966-F422BBD4F950}"/>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BACD25EB-9DE0-5BED-16BB-5F378AC866B9}"/>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BC238709-0736-B32E-1805-BE12DA1C9247}"/>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1D3B6BD1-54F4-263F-4BB1-60893DDF747B}"/>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C9E0AD38-1359-8D88-8440-7BF4286D55D6}"/>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A0434FA1-D745-58D9-1C4B-C6CEC03885B9}"/>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CD42C7F9-C0A2-C78D-113F-9AC487EE5D76}"/>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FDF90FCD-6A25-7ED1-CF93-976DF1C6F719}"/>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A0B47502-D024-0288-9C47-C4B3A242917A}"/>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D83D9468-DC8E-445E-4362-1227CD7AB132}"/>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88065980-7504-50AA-3D07-02974CCE920F}"/>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6146AEDD-A5E4-BFB6-D8FA-11222F7F4C62}"/>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67B78563-3347-9B26-2FA2-4444A20A9A60}"/>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CE7DA905-E048-2DFC-594A-0A0E5048125B}"/>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B0D3144B-13A6-B7BB-F7A8-571CBD402005}"/>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698D06C8-FF7A-544A-637B-34250E60CC68}"/>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E6F0BD7A-56CE-FCB8-CA2F-1B88431BC4F3}"/>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7DF99F81-843B-FE8A-5EA7-DCD157266AFF}"/>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8ADF8C8D-AA17-8877-DF47-F253186A741C}"/>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4C4E5855-1F18-35FC-E6AE-05879E5A1653}"/>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CC5F721A-BB0E-F1EA-8D46-8CC526ABA85B}"/>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F17D72DC-5296-8E91-7263-FED6D0ACEFDC}"/>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3C99F52C-1B6C-9D24-43ED-6EF62BB04ADF}"/>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F473F361-5674-FDC3-B37B-F3DF54F35A09}"/>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0B6B627D-F5F2-8165-17D7-B21A42242605}"/>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742AD4F8-CB01-6D0C-C022-A8DB8B921B06}"/>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AD74245F-48CA-3552-40C7-A5556E5C6A1D}"/>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5C877766-0144-DF89-7C7E-C436B24C120C}"/>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6F11F8B0-4C99-91B1-C9F7-726B286E9D7F}"/>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13F7A64E-6D0C-1C1A-E4B7-1FA9E9B2B3C9}"/>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92401A08-0FCC-1535-FB6E-1DEC6547AE39}"/>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C23B8AA9-C27C-FBCF-5D40-2EDD2FF75B4B}"/>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018759ED-219B-B385-DD43-4FA6BCA61E9D}"/>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377C7CAB-F119-EFF4-5821-557552992BAF}"/>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494CBE8A-ED9B-3D1D-FE69-49CAABC36844}"/>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FC32F9E7-294E-52FE-3D51-0C39BB5991D1}"/>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7AE32796-8660-DFBF-B2D9-5FD013337CE4}"/>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FED879DE-2191-0193-1A4C-E0A376A63D86}"/>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E13422A7-AEC8-1A40-A6F5-C40DBE2CD195}"/>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E08B3DA5-63B7-5514-EDF3-734D723A8AC7}"/>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E93E4861-9CBF-EE8D-45C3-08A9CE0646ED}"/>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84782D80-406F-7B8D-BE63-DC50E4F51A9B}"/>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FE111993-665C-1E3A-DE41-21E80E035D34}"/>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D283FA53-CCEC-656B-8235-D6349B6056C6}"/>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D9C68AF3-709F-87C4-37B6-D2492DBE9B89}"/>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6F8A2855-20AD-F84D-37D8-5682A8F3FB34}"/>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981C417A-9DDE-5A56-1B42-75F63D832B9B}"/>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2BF511EF-E3A4-06EE-B60B-FB7C03DD7AAC}"/>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FB392B5A-415A-BFBA-60C2-701235DAAD2A}"/>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6368D2E8-16F1-27EC-DA8B-B94AECAF81C5}"/>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F2AECAAF-3842-AF7C-3571-4B31C82C78C7}"/>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3D429BFB-65C1-2F86-254B-CB7C2695D097}"/>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2397A8AE-476C-11AC-4BA0-820729EA63DF}"/>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1C13FADE-0C9E-D345-61FC-1D33F69BF0B7}"/>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D17ED562-D7AB-8934-9FB5-8C67317A72B3}"/>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576B5A9B-11E4-A1DE-B26D-C25961536E23}"/>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1738BFC9-5D0D-3552-C89E-6DE7D062C1F7}"/>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6AA32B93-7FE9-4F1B-B0CC-2B4B27F73EE9}"/>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AC00EDBC-3B67-2A90-785B-4441051C468B}"/>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6832424B-9AE4-757B-CC23-A167B871A023}"/>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35DB68A2-8B28-6F8E-E1EB-CE16FE245953}"/>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BEB413DC-A20E-7752-D43C-3DAC038EAC00}"/>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92F24848-B3B9-39FD-628D-CA3A771FA138}"/>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805206B0-65A9-5E69-639B-155F4816E413}"/>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219BB5CD-AA3B-7F61-B8DF-AA03DA7F05B9}"/>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E8867965-8E52-CEA1-ADF7-E4C6FD115A6D}"/>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FFD1BEA7-F68A-6FA8-56E9-FD7397DF3D2F}"/>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FFC852B6-CEB4-7D12-CAD9-231F2584F94E}"/>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4201EE28-4567-2A0E-2D39-27796EA7EF0E}"/>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BADA597B-5D9F-63F1-A86C-7313496A8CD3}"/>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D76AE130-93E8-96A9-5C70-93809849BE4E}"/>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F0E30BFA-CADA-7617-F105-55E8EB5A9317}"/>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BBE4E312-99FD-F25F-C86C-693CD1AB13C4}"/>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ECAE6272-1234-1D44-553E-4088332AAEE5}"/>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5492E2D2-211A-1C2A-22F2-E65E86056134}"/>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3F87FACE-ECCD-059E-A270-E307E1395867}"/>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8C1E595C-952C-3331-2C78-9E975F4AE909}"/>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4568BC2E-55A5-1AE1-C762-5F928941F220}"/>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F06C1C14-92F2-818F-7F42-86E311D47169}"/>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3" name="Google Shape;1303;p27">
            <a:extLst>
              <a:ext uri="{FF2B5EF4-FFF2-40B4-BE49-F238E27FC236}">
                <a16:creationId xmlns:a16="http://schemas.microsoft.com/office/drawing/2014/main" id="{6163E842-148A-9481-8191-9BF74A55C7F7}"/>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949C242E-D480-EB0E-DEF1-6B23E0FBDCC0}"/>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3B6389FF-BBEE-D8C7-6A41-F1815CE8F766}"/>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9A47E51A-7E46-85E1-50DE-4ACF9D52BC4E}"/>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92739B49-30F9-A8B0-0CD6-D7051A9DF3EC}"/>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E3D88660-50B3-F597-97E7-78D223FC364D}"/>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4FF5A15D-5A57-FDBF-F547-BC518D29A105}"/>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696A8932-AFE4-2416-176D-C8CAD560F016}"/>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512CBC21-7347-9450-16F7-F29FED3ECEA0}"/>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7">
              <a:extLst>
                <a:ext uri="{FF2B5EF4-FFF2-40B4-BE49-F238E27FC236}">
                  <a16:creationId xmlns:a16="http://schemas.microsoft.com/office/drawing/2014/main" id="{1B76319F-6E38-AB29-3148-8E861B9AA06C}"/>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7">
              <a:extLst>
                <a:ext uri="{FF2B5EF4-FFF2-40B4-BE49-F238E27FC236}">
                  <a16:creationId xmlns:a16="http://schemas.microsoft.com/office/drawing/2014/main" id="{FEEA9320-7ECF-D9E1-C842-CDC6A8DAB7C4}"/>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7">
              <a:extLst>
                <a:ext uri="{FF2B5EF4-FFF2-40B4-BE49-F238E27FC236}">
                  <a16:creationId xmlns:a16="http://schemas.microsoft.com/office/drawing/2014/main" id="{6F39E14F-D3A7-74C3-754F-265C4D0FF72A}"/>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7">
              <a:extLst>
                <a:ext uri="{FF2B5EF4-FFF2-40B4-BE49-F238E27FC236}">
                  <a16:creationId xmlns:a16="http://schemas.microsoft.com/office/drawing/2014/main" id="{09765408-0E32-3648-DD6C-2E9244C7E839}"/>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7">
              <a:extLst>
                <a:ext uri="{FF2B5EF4-FFF2-40B4-BE49-F238E27FC236}">
                  <a16:creationId xmlns:a16="http://schemas.microsoft.com/office/drawing/2014/main" id="{87F789CF-147C-48A5-64C1-7EA884C33270}"/>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7">
              <a:extLst>
                <a:ext uri="{FF2B5EF4-FFF2-40B4-BE49-F238E27FC236}">
                  <a16:creationId xmlns:a16="http://schemas.microsoft.com/office/drawing/2014/main" id="{E40D72CB-C013-8878-F96A-D6C82DA16800}"/>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8" name="Google Shape;1318;p27">
            <a:extLst>
              <a:ext uri="{FF2B5EF4-FFF2-40B4-BE49-F238E27FC236}">
                <a16:creationId xmlns:a16="http://schemas.microsoft.com/office/drawing/2014/main" id="{74DE1381-B4F7-E360-58D4-C424C30ECBC8}"/>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644F3FA6-A52E-F353-EEC5-E426AC4A7A82}"/>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64B7FB08-2184-ACC7-FE1A-68FCE472E0ED}"/>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7E647693-05BE-2F55-E61D-A02EAC736EAF}"/>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TextBox 13">
            <a:extLst>
              <a:ext uri="{FF2B5EF4-FFF2-40B4-BE49-F238E27FC236}">
                <a16:creationId xmlns:a16="http://schemas.microsoft.com/office/drawing/2014/main" id="{C3D599A0-040C-38DA-6ECE-973B5358586A}"/>
              </a:ext>
            </a:extLst>
          </p:cNvPr>
          <p:cNvSpPr txBox="1"/>
          <p:nvPr/>
        </p:nvSpPr>
        <p:spPr>
          <a:xfrm>
            <a:off x="6910438" y="651451"/>
            <a:ext cx="2088240" cy="3754746"/>
          </a:xfrm>
          <a:prstGeom prst="rect">
            <a:avLst/>
          </a:prstGeom>
          <a:noFill/>
        </p:spPr>
        <p:txBody>
          <a:bodyPr wrap="square">
            <a:spAutoFit/>
          </a:bodyPr>
          <a:lstStyle/>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Calibri" panose="020F0502020204030204" pitchFamily="34" charset="0"/>
                <a:cs typeface="Arial" panose="020B0604020202020204" pitchFamily="34" charset="0"/>
              </a:rPr>
              <a:t>Passenger count remained stable from 2009 to 2013</a:t>
            </a:r>
            <a:r>
              <a:rPr lang="en-US" sz="1100" kern="100" dirty="0">
                <a:effectLst/>
                <a:latin typeface="Roboto" panose="02000000000000000000" pitchFamily="2" charset="0"/>
                <a:ea typeface="Calibri" panose="020F0502020204030204" pitchFamily="34" charset="0"/>
                <a:cs typeface="Arial" panose="020B0604020202020204" pitchFamily="34" charset="0"/>
              </a:rPr>
              <a:t>, with minor fluctuations.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Calibri" panose="020F0502020204030204" pitchFamily="34" charset="0"/>
                <a:cs typeface="Arial" panose="020B0604020202020204" pitchFamily="34" charset="0"/>
              </a:rPr>
              <a:t>A decline in 2014, followed by a sharp drop in 2015</a:t>
            </a:r>
            <a:r>
              <a:rPr lang="en-US" sz="1100" kern="100" dirty="0">
                <a:effectLst/>
                <a:latin typeface="Roboto" panose="02000000000000000000" pitchFamily="2" charset="0"/>
                <a:ea typeface="Calibri" panose="020F0502020204030204" pitchFamily="34" charset="0"/>
                <a:cs typeface="Arial" panose="020B0604020202020204" pitchFamily="34" charset="0"/>
              </a:rPr>
              <a:t>, possibly due to </a:t>
            </a:r>
            <a:r>
              <a:rPr lang="en-US" sz="1100" b="1" kern="100" dirty="0">
                <a:effectLst/>
                <a:latin typeface="Roboto" panose="02000000000000000000" pitchFamily="2" charset="0"/>
                <a:ea typeface="Calibri" panose="020F0502020204030204" pitchFamily="34" charset="0"/>
                <a:cs typeface="Arial" panose="020B0604020202020204" pitchFamily="34" charset="0"/>
              </a:rPr>
              <a:t>competition from ride-sharing services</a:t>
            </a:r>
            <a:r>
              <a:rPr lang="en-US" sz="1100" kern="100" dirty="0">
                <a:effectLst/>
                <a:latin typeface="Roboto" panose="02000000000000000000" pitchFamily="2" charset="0"/>
                <a:ea typeface="Calibri" panose="020F0502020204030204" pitchFamily="34" charset="0"/>
                <a:cs typeface="Arial" panose="020B0604020202020204" pitchFamily="34" charset="0"/>
              </a:rPr>
              <a:t>.</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l" rtl="0">
              <a:lnSpc>
                <a:spcPct val="107000"/>
              </a:lnSpc>
              <a:spcAft>
                <a:spcPts val="800"/>
              </a:spcAft>
              <a:buFont typeface="Symbol" panose="05050102010706020507" pitchFamily="18" charset="2"/>
              <a:buChar char=""/>
            </a:pPr>
            <a:r>
              <a:rPr lang="en-US" sz="1100" b="1" kern="100" dirty="0">
                <a:effectLst/>
                <a:latin typeface="Roboto" panose="02000000000000000000" pitchFamily="2" charset="0"/>
                <a:ea typeface="Calibri" panose="020F0502020204030204" pitchFamily="34" charset="0"/>
                <a:cs typeface="Arial" panose="020B0604020202020204" pitchFamily="34" charset="0"/>
              </a:rPr>
              <a:t>2012 saw the highest passenger volume</a:t>
            </a:r>
            <a:r>
              <a:rPr lang="en-US" sz="1100" kern="100" dirty="0">
                <a:effectLst/>
                <a:latin typeface="Roboto" panose="02000000000000000000" pitchFamily="2" charset="0"/>
                <a:ea typeface="Calibri" panose="020F0502020204030204" pitchFamily="34" charset="0"/>
                <a:cs typeface="Arial" panose="020B0604020202020204" pitchFamily="34" charset="0"/>
              </a:rPr>
              <a:t>, indicating peak taxi demand.</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marL="228600" algn="l" rtl="0">
              <a:lnSpc>
                <a:spcPct val="107000"/>
              </a:lnSpc>
              <a:spcAft>
                <a:spcPts val="800"/>
              </a:spcAft>
              <a:buNone/>
            </a:pPr>
            <a:r>
              <a:rPr lang="en-US" sz="1100" b="1" kern="100" dirty="0">
                <a:effectLst/>
                <a:latin typeface="Roboto" panose="02000000000000000000" pitchFamily="2" charset="0"/>
                <a:ea typeface="Calibri" panose="020F0502020204030204" pitchFamily="34" charset="0"/>
                <a:cs typeface="Arial" panose="020B0604020202020204" pitchFamily="34" charset="0"/>
              </a:rPr>
              <a:t>Conclusion:</a:t>
            </a:r>
            <a:r>
              <a:rPr lang="en-US" sz="1100" kern="100" dirty="0">
                <a:effectLst/>
                <a:latin typeface="Roboto" panose="02000000000000000000" pitchFamily="2" charset="0"/>
                <a:ea typeface="Calibri" panose="020F0502020204030204" pitchFamily="34" charset="0"/>
                <a:cs typeface="Arial" panose="020B0604020202020204" pitchFamily="34" charset="0"/>
              </a:rPr>
              <a:t> </a:t>
            </a:r>
            <a:r>
              <a:rPr lang="en-US" sz="1100" b="1" kern="100" dirty="0">
                <a:effectLst/>
                <a:latin typeface="Roboto" panose="02000000000000000000" pitchFamily="2" charset="0"/>
                <a:ea typeface="Calibri" panose="020F0502020204030204" pitchFamily="34" charset="0"/>
                <a:cs typeface="Arial" panose="020B0604020202020204" pitchFamily="34" charset="0"/>
              </a:rPr>
              <a:t>Taxi ridership declined after 2013, likely due to emerging ride-sharing alternatives.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gn="l" rtl="0">
              <a:lnSpc>
                <a:spcPct val="107000"/>
              </a:lnSpc>
              <a:spcAft>
                <a:spcPts val="800"/>
              </a:spcAft>
            </a:pPr>
            <a:r>
              <a:rPr lang="en-US" sz="1100" kern="100" dirty="0">
                <a:effectLst/>
                <a:latin typeface="Roboto" panose="02000000000000000000" pitchFamily="2" charset="0"/>
                <a:ea typeface="Calibri" panose="020F0502020204030204" pitchFamily="34" charset="0"/>
                <a:cs typeface="Arial" panose="020B0604020202020204" pitchFamily="34" charset="0"/>
              </a:rPr>
              <a:t> </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295950FC-0A70-8556-B6E2-8FB20759DF7C}"/>
              </a:ext>
            </a:extLst>
          </p:cNvPr>
          <p:cNvPicPr>
            <a:picLocks noChangeAspect="1"/>
          </p:cNvPicPr>
          <p:nvPr/>
        </p:nvPicPr>
        <p:blipFill>
          <a:blip r:embed="rId3"/>
          <a:stretch>
            <a:fillRect/>
          </a:stretch>
        </p:blipFill>
        <p:spPr>
          <a:xfrm>
            <a:off x="3641881" y="2891663"/>
            <a:ext cx="3157277" cy="2148136"/>
          </a:xfrm>
          <a:prstGeom prst="rect">
            <a:avLst/>
          </a:prstGeom>
        </p:spPr>
      </p:pic>
      <p:pic>
        <p:nvPicPr>
          <p:cNvPr id="6" name="Picture 5">
            <a:extLst>
              <a:ext uri="{FF2B5EF4-FFF2-40B4-BE49-F238E27FC236}">
                <a16:creationId xmlns:a16="http://schemas.microsoft.com/office/drawing/2014/main" id="{95AD525B-AC7D-9CC9-260A-66833042DC72}"/>
              </a:ext>
            </a:extLst>
          </p:cNvPr>
          <p:cNvPicPr>
            <a:picLocks noChangeAspect="1"/>
          </p:cNvPicPr>
          <p:nvPr/>
        </p:nvPicPr>
        <p:blipFill>
          <a:blip r:embed="rId4"/>
          <a:stretch>
            <a:fillRect/>
          </a:stretch>
        </p:blipFill>
        <p:spPr>
          <a:xfrm>
            <a:off x="297122" y="2909047"/>
            <a:ext cx="3157278" cy="2113369"/>
          </a:xfrm>
          <a:prstGeom prst="rect">
            <a:avLst/>
          </a:prstGeom>
        </p:spPr>
      </p:pic>
      <p:pic>
        <p:nvPicPr>
          <p:cNvPr id="8" name="Picture 7">
            <a:extLst>
              <a:ext uri="{FF2B5EF4-FFF2-40B4-BE49-F238E27FC236}">
                <a16:creationId xmlns:a16="http://schemas.microsoft.com/office/drawing/2014/main" id="{DB3715E8-4996-DD6B-CC53-76D8D647D858}"/>
              </a:ext>
            </a:extLst>
          </p:cNvPr>
          <p:cNvPicPr>
            <a:picLocks noChangeAspect="1"/>
          </p:cNvPicPr>
          <p:nvPr/>
        </p:nvPicPr>
        <p:blipFill>
          <a:blip r:embed="rId5"/>
          <a:stretch>
            <a:fillRect/>
          </a:stretch>
        </p:blipFill>
        <p:spPr>
          <a:xfrm>
            <a:off x="297123" y="724730"/>
            <a:ext cx="3157277" cy="2056314"/>
          </a:xfrm>
          <a:prstGeom prst="rect">
            <a:avLst/>
          </a:prstGeom>
        </p:spPr>
      </p:pic>
      <p:pic>
        <p:nvPicPr>
          <p:cNvPr id="9" name="Picture 8">
            <a:extLst>
              <a:ext uri="{FF2B5EF4-FFF2-40B4-BE49-F238E27FC236}">
                <a16:creationId xmlns:a16="http://schemas.microsoft.com/office/drawing/2014/main" id="{34435862-2767-9392-EFBF-418023468AE4}"/>
              </a:ext>
            </a:extLst>
          </p:cNvPr>
          <p:cNvPicPr>
            <a:picLocks noChangeAspect="1"/>
          </p:cNvPicPr>
          <p:nvPr/>
        </p:nvPicPr>
        <p:blipFill>
          <a:blip r:embed="rId6"/>
          <a:stretch>
            <a:fillRect/>
          </a:stretch>
        </p:blipFill>
        <p:spPr>
          <a:xfrm>
            <a:off x="3641880" y="899196"/>
            <a:ext cx="3157278" cy="1707382"/>
          </a:xfrm>
          <a:prstGeom prst="rect">
            <a:avLst/>
          </a:prstGeom>
        </p:spPr>
      </p:pic>
    </p:spTree>
    <p:extLst>
      <p:ext uri="{BB962C8B-B14F-4D97-AF65-F5344CB8AC3E}">
        <p14:creationId xmlns:p14="http://schemas.microsoft.com/office/powerpoint/2010/main" val="890893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55"/>
        <p:cNvGrpSpPr/>
        <p:nvPr/>
      </p:nvGrpSpPr>
      <p:grpSpPr>
        <a:xfrm>
          <a:off x="0" y="0"/>
          <a:ext cx="0" cy="0"/>
          <a:chOff x="0" y="0"/>
          <a:chExt cx="0" cy="0"/>
        </a:xfrm>
      </p:grpSpPr>
      <p:sp>
        <p:nvSpPr>
          <p:cNvPr id="2156" name="Google Shape;2156;p35"/>
          <p:cNvSpPr txBox="1">
            <a:spLocks noGrp="1"/>
          </p:cNvSpPr>
          <p:nvPr>
            <p:ph type="title"/>
          </p:nvPr>
        </p:nvSpPr>
        <p:spPr>
          <a:xfrm>
            <a:off x="499222" y="263617"/>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US" dirty="0"/>
              <a:t>Conclusion: Key Findings &amp; Future Implications</a:t>
            </a:r>
            <a:endParaRPr dirty="0"/>
          </a:p>
        </p:txBody>
      </p:sp>
      <p:grpSp>
        <p:nvGrpSpPr>
          <p:cNvPr id="2157" name="Google Shape;2157;p35"/>
          <p:cNvGrpSpPr/>
          <p:nvPr/>
        </p:nvGrpSpPr>
        <p:grpSpPr>
          <a:xfrm>
            <a:off x="457192" y="1095376"/>
            <a:ext cx="1716817" cy="1716817"/>
            <a:chOff x="803892" y="1254697"/>
            <a:chExt cx="828300" cy="828300"/>
          </a:xfrm>
        </p:grpSpPr>
        <p:sp>
          <p:nvSpPr>
            <p:cNvPr id="2158" name="Google Shape;2158;p35"/>
            <p:cNvSpPr/>
            <p:nvPr/>
          </p:nvSpPr>
          <p:spPr>
            <a:xfrm>
              <a:off x="803892" y="1254697"/>
              <a:ext cx="828300" cy="828300"/>
            </a:xfrm>
            <a:prstGeom prst="donut">
              <a:avLst>
                <a:gd name="adj" fmla="val 2541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5"/>
            <p:cNvSpPr/>
            <p:nvPr/>
          </p:nvSpPr>
          <p:spPr>
            <a:xfrm>
              <a:off x="803892" y="1254697"/>
              <a:ext cx="828300" cy="828300"/>
            </a:xfrm>
            <a:prstGeom prst="blockArc">
              <a:avLst>
                <a:gd name="adj1" fmla="val 5391435"/>
                <a:gd name="adj2" fmla="val 21566296"/>
                <a:gd name="adj3" fmla="val 257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2160;p35"/>
          <p:cNvGrpSpPr/>
          <p:nvPr/>
        </p:nvGrpSpPr>
        <p:grpSpPr>
          <a:xfrm>
            <a:off x="783949" y="1303564"/>
            <a:ext cx="3551830" cy="1315811"/>
            <a:chOff x="783949" y="1303564"/>
            <a:chExt cx="3551830" cy="1315811"/>
          </a:xfrm>
        </p:grpSpPr>
        <p:grpSp>
          <p:nvGrpSpPr>
            <p:cNvPr id="2161" name="Google Shape;2161;p35"/>
            <p:cNvGrpSpPr/>
            <p:nvPr/>
          </p:nvGrpSpPr>
          <p:grpSpPr>
            <a:xfrm>
              <a:off x="2316874" y="1303564"/>
              <a:ext cx="2018905" cy="1315811"/>
              <a:chOff x="1899624" y="1283452"/>
              <a:chExt cx="2018905" cy="1315811"/>
            </a:xfrm>
          </p:grpSpPr>
          <p:sp>
            <p:nvSpPr>
              <p:cNvPr id="2162" name="Google Shape;2162;p35"/>
              <p:cNvSpPr txBox="1"/>
              <p:nvPr/>
            </p:nvSpPr>
            <p:spPr>
              <a:xfrm>
                <a:off x="1899625" y="1283452"/>
                <a:ext cx="1878608"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solidFill>
                      <a:schemeClr val="dk1"/>
                    </a:solidFill>
                    <a:latin typeface="Fira Sans Extra Condensed"/>
                    <a:ea typeface="Fira Sans Extra Condensed"/>
                    <a:cs typeface="Fira Sans Extra Condensed"/>
                    <a:sym typeface="Fira Sans Extra Condensed"/>
                  </a:rPr>
                  <a:t>Distance is the Primary Fare Driver</a:t>
                </a:r>
                <a:endParaRPr sz="1600" b="1" dirty="0">
                  <a:solidFill>
                    <a:schemeClr val="dk1"/>
                  </a:solidFill>
                  <a:latin typeface="Fira Sans Extra Condensed"/>
                  <a:ea typeface="Fira Sans Extra Condensed"/>
                  <a:cs typeface="Fira Sans Extra Condensed"/>
                  <a:sym typeface="Fira Sans Extra Condensed"/>
                </a:endParaRPr>
              </a:p>
            </p:txBody>
          </p:sp>
          <p:sp>
            <p:nvSpPr>
              <p:cNvPr id="2163" name="Google Shape;2163;p35"/>
              <p:cNvSpPr txBox="1"/>
              <p:nvPr/>
            </p:nvSpPr>
            <p:spPr>
              <a:xfrm>
                <a:off x="1899624" y="1990263"/>
                <a:ext cx="2018905" cy="609000"/>
              </a:xfrm>
              <a:prstGeom prst="rect">
                <a:avLst/>
              </a:prstGeom>
              <a:noFill/>
              <a:ln>
                <a:noFill/>
              </a:ln>
            </p:spPr>
            <p:txBody>
              <a:bodyPr spcFirstLastPara="1" wrap="square" lIns="91425" tIns="91425" rIns="91425" bIns="91425" anchor="ctr" anchorCtr="0">
                <a:noAutofit/>
              </a:bodyPr>
              <a:lstStyle/>
              <a:p>
                <a:pPr marL="171450" lvl="0" indent="-171450" algn="l" rtl="0">
                  <a:spcBef>
                    <a:spcPts val="0"/>
                  </a:spcBef>
                  <a:spcAft>
                    <a:spcPts val="0"/>
                  </a:spcAft>
                  <a:buFont typeface="Arial" panose="020B0604020202020204" pitchFamily="34" charset="0"/>
                  <a:buChar char="•"/>
                </a:pPr>
                <a:r>
                  <a:rPr lang="en-US" sz="1000" dirty="0">
                    <a:latin typeface="Roboto"/>
                    <a:ea typeface="Roboto"/>
                    <a:cs typeface="Roboto"/>
                    <a:sym typeface="Roboto"/>
                  </a:rPr>
                  <a:t>Trip distance directly influences fares, with longer trips leading to higher charges.</a:t>
                </a:r>
              </a:p>
              <a:p>
                <a:pPr marL="171450" lvl="0" indent="-171450" algn="l" rtl="0">
                  <a:spcBef>
                    <a:spcPts val="0"/>
                  </a:spcBef>
                  <a:spcAft>
                    <a:spcPts val="0"/>
                  </a:spcAft>
                  <a:buFont typeface="Arial" panose="020B0604020202020204" pitchFamily="34" charset="0"/>
                  <a:buChar char="•"/>
                </a:pPr>
                <a:r>
                  <a:rPr lang="en-US" sz="1000" dirty="0">
                    <a:latin typeface="Roboto"/>
                    <a:ea typeface="Roboto"/>
                    <a:cs typeface="Roboto"/>
                    <a:sym typeface="Roboto"/>
                  </a:rPr>
                  <a:t>Manhattan-centric rides &amp; airport trips impact pricing trends.</a:t>
                </a:r>
                <a:endParaRPr sz="1000" dirty="0">
                  <a:latin typeface="Roboto"/>
                  <a:ea typeface="Roboto"/>
                  <a:cs typeface="Roboto"/>
                  <a:sym typeface="Roboto"/>
                </a:endParaRPr>
              </a:p>
            </p:txBody>
          </p:sp>
        </p:grpSp>
        <p:sp>
          <p:nvSpPr>
            <p:cNvPr id="2164" name="Google Shape;2164;p35"/>
            <p:cNvSpPr/>
            <p:nvPr/>
          </p:nvSpPr>
          <p:spPr>
            <a:xfrm>
              <a:off x="783949" y="1422062"/>
              <a:ext cx="1062900" cy="1062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Fira Sans Extra Condensed"/>
                  <a:ea typeface="Fira Sans Extra Condensed"/>
                  <a:cs typeface="Fira Sans Extra Condensed"/>
                  <a:sym typeface="Fira Sans Extra Condensed"/>
                </a:rPr>
                <a:t>100 %</a:t>
              </a:r>
              <a:endParaRPr>
                <a:solidFill>
                  <a:schemeClr val="accent1"/>
                </a:solidFill>
              </a:endParaRPr>
            </a:p>
          </p:txBody>
        </p:sp>
      </p:grpSp>
      <p:grpSp>
        <p:nvGrpSpPr>
          <p:cNvPr id="2165" name="Google Shape;2165;p35"/>
          <p:cNvGrpSpPr/>
          <p:nvPr/>
        </p:nvGrpSpPr>
        <p:grpSpPr>
          <a:xfrm>
            <a:off x="457192" y="3015251"/>
            <a:ext cx="1716817" cy="1716817"/>
            <a:chOff x="803892" y="1254697"/>
            <a:chExt cx="828300" cy="828300"/>
          </a:xfrm>
        </p:grpSpPr>
        <p:sp>
          <p:nvSpPr>
            <p:cNvPr id="2166" name="Google Shape;2166;p35"/>
            <p:cNvSpPr/>
            <p:nvPr/>
          </p:nvSpPr>
          <p:spPr>
            <a:xfrm>
              <a:off x="803892" y="1254697"/>
              <a:ext cx="828300" cy="828300"/>
            </a:xfrm>
            <a:prstGeom prst="donut">
              <a:avLst>
                <a:gd name="adj" fmla="val 25415"/>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5"/>
            <p:cNvSpPr/>
            <p:nvPr/>
          </p:nvSpPr>
          <p:spPr>
            <a:xfrm>
              <a:off x="803892" y="1254697"/>
              <a:ext cx="828300" cy="828300"/>
            </a:xfrm>
            <a:prstGeom prst="blockArc">
              <a:avLst>
                <a:gd name="adj1" fmla="val 16063763"/>
                <a:gd name="adj2" fmla="val 21566296"/>
                <a:gd name="adj3" fmla="val 2571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68" name="Google Shape;2168;p35"/>
          <p:cNvGrpSpPr/>
          <p:nvPr/>
        </p:nvGrpSpPr>
        <p:grpSpPr>
          <a:xfrm>
            <a:off x="784149" y="3245850"/>
            <a:ext cx="3490670" cy="1201732"/>
            <a:chOff x="784149" y="3245850"/>
            <a:chExt cx="3490670" cy="1201732"/>
          </a:xfrm>
        </p:grpSpPr>
        <p:grpSp>
          <p:nvGrpSpPr>
            <p:cNvPr id="2169" name="Google Shape;2169;p35"/>
            <p:cNvGrpSpPr/>
            <p:nvPr/>
          </p:nvGrpSpPr>
          <p:grpSpPr>
            <a:xfrm>
              <a:off x="2301634" y="3245850"/>
              <a:ext cx="1973185" cy="1201732"/>
              <a:chOff x="1884384" y="1305863"/>
              <a:chExt cx="1973185" cy="1201732"/>
            </a:xfrm>
          </p:grpSpPr>
          <p:sp>
            <p:nvSpPr>
              <p:cNvPr id="2170" name="Google Shape;2170;p35"/>
              <p:cNvSpPr txBox="1"/>
              <p:nvPr/>
            </p:nvSpPr>
            <p:spPr>
              <a:xfrm>
                <a:off x="1884384" y="1305863"/>
                <a:ext cx="1896985"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600" b="1" dirty="0">
                    <a:solidFill>
                      <a:schemeClr val="dk1"/>
                    </a:solidFill>
                    <a:latin typeface="Fira Sans Extra Condensed"/>
                    <a:ea typeface="Fira Sans Extra Condensed"/>
                    <a:cs typeface="Fira Sans Extra Condensed"/>
                    <a:sym typeface="Fira Sans Extra Condensed"/>
                  </a:rPr>
                  <a:t>External Factors Have Minimal Impact</a:t>
                </a:r>
                <a:endParaRPr sz="1600" b="1" dirty="0">
                  <a:solidFill>
                    <a:schemeClr val="dk1"/>
                  </a:solidFill>
                  <a:latin typeface="Fira Sans Extra Condensed"/>
                  <a:ea typeface="Fira Sans Extra Condensed"/>
                  <a:cs typeface="Fira Sans Extra Condensed"/>
                  <a:sym typeface="Fira Sans Extra Condensed"/>
                </a:endParaRPr>
              </a:p>
            </p:txBody>
          </p:sp>
          <p:sp>
            <p:nvSpPr>
              <p:cNvPr id="2171" name="Google Shape;2171;p35"/>
              <p:cNvSpPr txBox="1"/>
              <p:nvPr/>
            </p:nvSpPr>
            <p:spPr>
              <a:xfrm>
                <a:off x="1907244" y="1898595"/>
                <a:ext cx="1950325" cy="609000"/>
              </a:xfrm>
              <a:prstGeom prst="rect">
                <a:avLst/>
              </a:prstGeom>
              <a:noFill/>
              <a:ln>
                <a:noFill/>
              </a:ln>
            </p:spPr>
            <p:txBody>
              <a:bodyPr spcFirstLastPara="1" wrap="square" lIns="91425" tIns="91425" rIns="91425" bIns="91425" anchor="ctr" anchorCtr="0">
                <a:noAutofit/>
              </a:bodyPr>
              <a:lstStyle/>
              <a:p>
                <a:pPr marL="171450" lvl="0" indent="-171450" algn="l" rtl="0">
                  <a:spcBef>
                    <a:spcPts val="0"/>
                  </a:spcBef>
                  <a:spcAft>
                    <a:spcPts val="0"/>
                  </a:spcAft>
                  <a:buFont typeface="Arial" panose="020B0604020202020204" pitchFamily="34" charset="0"/>
                  <a:buChar char="•"/>
                </a:pPr>
                <a:r>
                  <a:rPr lang="en-US" sz="1000" dirty="0">
                    <a:solidFill>
                      <a:schemeClr val="dk1"/>
                    </a:solidFill>
                    <a:latin typeface="Roboto"/>
                    <a:ea typeface="Roboto"/>
                    <a:cs typeface="Roboto"/>
                    <a:sym typeface="Roboto"/>
                  </a:rPr>
                  <a:t>Traffic, weather, and time-based features have little effect on fares.</a:t>
                </a:r>
              </a:p>
              <a:p>
                <a:pPr marL="171450" lvl="0" indent="-171450" algn="l" rtl="0">
                  <a:spcBef>
                    <a:spcPts val="0"/>
                  </a:spcBef>
                  <a:spcAft>
                    <a:spcPts val="0"/>
                  </a:spcAft>
                  <a:buFont typeface="Arial" panose="020B0604020202020204" pitchFamily="34" charset="0"/>
                  <a:buChar char="•"/>
                </a:pPr>
                <a:r>
                  <a:rPr lang="en-US" sz="1000" dirty="0">
                    <a:solidFill>
                      <a:schemeClr val="dk1"/>
                    </a:solidFill>
                    <a:latin typeface="Roboto"/>
                    <a:ea typeface="Roboto"/>
                    <a:cs typeface="Roboto"/>
                    <a:sym typeface="Roboto"/>
                  </a:rPr>
                  <a:t>Fare pricing remains stable across different days, months, and rush hours.</a:t>
                </a:r>
                <a:endParaRPr sz="1000" dirty="0">
                  <a:latin typeface="Roboto"/>
                  <a:ea typeface="Roboto"/>
                  <a:cs typeface="Roboto"/>
                  <a:sym typeface="Roboto"/>
                </a:endParaRPr>
              </a:p>
            </p:txBody>
          </p:sp>
        </p:grpSp>
        <p:sp>
          <p:nvSpPr>
            <p:cNvPr id="2172" name="Google Shape;2172;p35"/>
            <p:cNvSpPr/>
            <p:nvPr/>
          </p:nvSpPr>
          <p:spPr>
            <a:xfrm>
              <a:off x="784149" y="3342112"/>
              <a:ext cx="1062900" cy="1062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5"/>
                  </a:solidFill>
                  <a:latin typeface="Fira Sans Extra Condensed"/>
                  <a:ea typeface="Fira Sans Extra Condensed"/>
                  <a:cs typeface="Fira Sans Extra Condensed"/>
                  <a:sym typeface="Fira Sans Extra Condensed"/>
                </a:rPr>
                <a:t>25 %</a:t>
              </a:r>
              <a:endParaRPr>
                <a:solidFill>
                  <a:schemeClr val="accent5"/>
                </a:solidFill>
              </a:endParaRPr>
            </a:p>
          </p:txBody>
        </p:sp>
      </p:grpSp>
      <p:sp>
        <p:nvSpPr>
          <p:cNvPr id="2175" name="Google Shape;2175;p35"/>
          <p:cNvSpPr txBox="1"/>
          <p:nvPr/>
        </p:nvSpPr>
        <p:spPr>
          <a:xfrm>
            <a:off x="6358877" y="1326650"/>
            <a:ext cx="2395447" cy="1975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sz="1200" dirty="0">
                <a:latin typeface="Roboto"/>
                <a:ea typeface="Roboto"/>
                <a:cs typeface="Roboto"/>
                <a:sym typeface="Roboto"/>
              </a:rPr>
              <a:t>In this analysis, we explored New York Taxi Fare data to understand the key factors influencing fare pricing, ride patterns, and demand trends. Through comprehensive EDA and feature engineering, we uncovered valuable insights that can enhance pricing strategies, improve operational efficiency, and optimize customer experiences.</a:t>
            </a:r>
          </a:p>
        </p:txBody>
      </p:sp>
      <p:grpSp>
        <p:nvGrpSpPr>
          <p:cNvPr id="2176" name="Google Shape;2176;p35"/>
          <p:cNvGrpSpPr/>
          <p:nvPr/>
        </p:nvGrpSpPr>
        <p:grpSpPr>
          <a:xfrm>
            <a:off x="4424584" y="1095368"/>
            <a:ext cx="1664015" cy="3636740"/>
            <a:chOff x="2611475" y="238125"/>
            <a:chExt cx="2397025" cy="5238750"/>
          </a:xfrm>
        </p:grpSpPr>
        <p:sp>
          <p:nvSpPr>
            <p:cNvPr id="2177" name="Google Shape;2177;p35"/>
            <p:cNvSpPr/>
            <p:nvPr/>
          </p:nvSpPr>
          <p:spPr>
            <a:xfrm>
              <a:off x="4732350" y="3269100"/>
              <a:ext cx="276150" cy="808975"/>
            </a:xfrm>
            <a:custGeom>
              <a:avLst/>
              <a:gdLst/>
              <a:ahLst/>
              <a:cxnLst/>
              <a:rect l="l" t="t" r="r" b="b"/>
              <a:pathLst>
                <a:path w="11046" h="32359" extrusionOk="0">
                  <a:moveTo>
                    <a:pt x="4512" y="0"/>
                  </a:moveTo>
                  <a:lnTo>
                    <a:pt x="4046" y="52"/>
                  </a:lnTo>
                  <a:lnTo>
                    <a:pt x="3579" y="104"/>
                  </a:lnTo>
                  <a:lnTo>
                    <a:pt x="3164" y="208"/>
                  </a:lnTo>
                  <a:lnTo>
                    <a:pt x="2749" y="363"/>
                  </a:lnTo>
                  <a:lnTo>
                    <a:pt x="2386" y="571"/>
                  </a:lnTo>
                  <a:lnTo>
                    <a:pt x="1971" y="778"/>
                  </a:lnTo>
                  <a:lnTo>
                    <a:pt x="1660" y="1037"/>
                  </a:lnTo>
                  <a:lnTo>
                    <a:pt x="1349" y="1297"/>
                  </a:lnTo>
                  <a:lnTo>
                    <a:pt x="1038" y="1660"/>
                  </a:lnTo>
                  <a:lnTo>
                    <a:pt x="779" y="1971"/>
                  </a:lnTo>
                  <a:lnTo>
                    <a:pt x="571" y="2334"/>
                  </a:lnTo>
                  <a:lnTo>
                    <a:pt x="364" y="2749"/>
                  </a:lnTo>
                  <a:lnTo>
                    <a:pt x="208" y="3163"/>
                  </a:lnTo>
                  <a:lnTo>
                    <a:pt x="104" y="3578"/>
                  </a:lnTo>
                  <a:lnTo>
                    <a:pt x="53" y="4045"/>
                  </a:lnTo>
                  <a:lnTo>
                    <a:pt x="1" y="4512"/>
                  </a:lnTo>
                  <a:lnTo>
                    <a:pt x="1" y="27847"/>
                  </a:lnTo>
                  <a:lnTo>
                    <a:pt x="53" y="28314"/>
                  </a:lnTo>
                  <a:lnTo>
                    <a:pt x="104" y="28728"/>
                  </a:lnTo>
                  <a:lnTo>
                    <a:pt x="208" y="29195"/>
                  </a:lnTo>
                  <a:lnTo>
                    <a:pt x="364" y="29610"/>
                  </a:lnTo>
                  <a:lnTo>
                    <a:pt x="571" y="29973"/>
                  </a:lnTo>
                  <a:lnTo>
                    <a:pt x="779" y="30336"/>
                  </a:lnTo>
                  <a:lnTo>
                    <a:pt x="1038" y="30699"/>
                  </a:lnTo>
                  <a:lnTo>
                    <a:pt x="1349" y="31010"/>
                  </a:lnTo>
                  <a:lnTo>
                    <a:pt x="1660" y="31321"/>
                  </a:lnTo>
                  <a:lnTo>
                    <a:pt x="1971" y="31581"/>
                  </a:lnTo>
                  <a:lnTo>
                    <a:pt x="2386" y="31788"/>
                  </a:lnTo>
                  <a:lnTo>
                    <a:pt x="2749" y="31995"/>
                  </a:lnTo>
                  <a:lnTo>
                    <a:pt x="3164" y="32151"/>
                  </a:lnTo>
                  <a:lnTo>
                    <a:pt x="3579" y="32255"/>
                  </a:lnTo>
                  <a:lnTo>
                    <a:pt x="4046" y="32307"/>
                  </a:lnTo>
                  <a:lnTo>
                    <a:pt x="4512" y="32358"/>
                  </a:lnTo>
                  <a:lnTo>
                    <a:pt x="6535" y="32358"/>
                  </a:lnTo>
                  <a:lnTo>
                    <a:pt x="7001" y="32307"/>
                  </a:lnTo>
                  <a:lnTo>
                    <a:pt x="7468" y="32255"/>
                  </a:lnTo>
                  <a:lnTo>
                    <a:pt x="7883" y="32151"/>
                  </a:lnTo>
                  <a:lnTo>
                    <a:pt x="8298" y="31995"/>
                  </a:lnTo>
                  <a:lnTo>
                    <a:pt x="8713" y="31788"/>
                  </a:lnTo>
                  <a:lnTo>
                    <a:pt x="9075" y="31581"/>
                  </a:lnTo>
                  <a:lnTo>
                    <a:pt x="9438" y="31321"/>
                  </a:lnTo>
                  <a:lnTo>
                    <a:pt x="9750" y="31010"/>
                  </a:lnTo>
                  <a:lnTo>
                    <a:pt x="10009" y="30699"/>
                  </a:lnTo>
                  <a:lnTo>
                    <a:pt x="10268" y="30336"/>
                  </a:lnTo>
                  <a:lnTo>
                    <a:pt x="10527" y="29973"/>
                  </a:lnTo>
                  <a:lnTo>
                    <a:pt x="10683" y="29610"/>
                  </a:lnTo>
                  <a:lnTo>
                    <a:pt x="10839" y="29195"/>
                  </a:lnTo>
                  <a:lnTo>
                    <a:pt x="10942" y="28728"/>
                  </a:lnTo>
                  <a:lnTo>
                    <a:pt x="11046" y="28314"/>
                  </a:lnTo>
                  <a:lnTo>
                    <a:pt x="11046" y="27847"/>
                  </a:lnTo>
                  <a:lnTo>
                    <a:pt x="11046" y="4512"/>
                  </a:lnTo>
                  <a:lnTo>
                    <a:pt x="11046" y="4045"/>
                  </a:lnTo>
                  <a:lnTo>
                    <a:pt x="10942" y="3578"/>
                  </a:lnTo>
                  <a:lnTo>
                    <a:pt x="10839" y="3163"/>
                  </a:lnTo>
                  <a:lnTo>
                    <a:pt x="10683" y="2749"/>
                  </a:lnTo>
                  <a:lnTo>
                    <a:pt x="10527" y="2334"/>
                  </a:lnTo>
                  <a:lnTo>
                    <a:pt x="10268" y="1971"/>
                  </a:lnTo>
                  <a:lnTo>
                    <a:pt x="10009" y="1660"/>
                  </a:lnTo>
                  <a:lnTo>
                    <a:pt x="9750" y="1297"/>
                  </a:lnTo>
                  <a:lnTo>
                    <a:pt x="9438" y="1037"/>
                  </a:lnTo>
                  <a:lnTo>
                    <a:pt x="9075" y="778"/>
                  </a:lnTo>
                  <a:lnTo>
                    <a:pt x="8713" y="571"/>
                  </a:lnTo>
                  <a:lnTo>
                    <a:pt x="8298" y="363"/>
                  </a:lnTo>
                  <a:lnTo>
                    <a:pt x="7883" y="208"/>
                  </a:lnTo>
                  <a:lnTo>
                    <a:pt x="7468" y="104"/>
                  </a:lnTo>
                  <a:lnTo>
                    <a:pt x="7001" y="52"/>
                  </a:lnTo>
                  <a:lnTo>
                    <a:pt x="65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5"/>
            <p:cNvSpPr/>
            <p:nvPr/>
          </p:nvSpPr>
          <p:spPr>
            <a:xfrm>
              <a:off x="2611475" y="3269100"/>
              <a:ext cx="276150" cy="808975"/>
            </a:xfrm>
            <a:custGeom>
              <a:avLst/>
              <a:gdLst/>
              <a:ahLst/>
              <a:cxnLst/>
              <a:rect l="l" t="t" r="r" b="b"/>
              <a:pathLst>
                <a:path w="11046" h="32359" extrusionOk="0">
                  <a:moveTo>
                    <a:pt x="4460" y="0"/>
                  </a:moveTo>
                  <a:lnTo>
                    <a:pt x="3993" y="52"/>
                  </a:lnTo>
                  <a:lnTo>
                    <a:pt x="3578" y="104"/>
                  </a:lnTo>
                  <a:lnTo>
                    <a:pt x="3163" y="208"/>
                  </a:lnTo>
                  <a:lnTo>
                    <a:pt x="2748" y="363"/>
                  </a:lnTo>
                  <a:lnTo>
                    <a:pt x="2334" y="571"/>
                  </a:lnTo>
                  <a:lnTo>
                    <a:pt x="1971" y="778"/>
                  </a:lnTo>
                  <a:lnTo>
                    <a:pt x="1608" y="1037"/>
                  </a:lnTo>
                  <a:lnTo>
                    <a:pt x="1296" y="1297"/>
                  </a:lnTo>
                  <a:lnTo>
                    <a:pt x="985" y="1660"/>
                  </a:lnTo>
                  <a:lnTo>
                    <a:pt x="726" y="1971"/>
                  </a:lnTo>
                  <a:lnTo>
                    <a:pt x="519" y="2334"/>
                  </a:lnTo>
                  <a:lnTo>
                    <a:pt x="311" y="2749"/>
                  </a:lnTo>
                  <a:lnTo>
                    <a:pt x="207" y="3163"/>
                  </a:lnTo>
                  <a:lnTo>
                    <a:pt x="52" y="3578"/>
                  </a:lnTo>
                  <a:lnTo>
                    <a:pt x="0" y="4045"/>
                  </a:lnTo>
                  <a:lnTo>
                    <a:pt x="0" y="4512"/>
                  </a:lnTo>
                  <a:lnTo>
                    <a:pt x="0" y="27847"/>
                  </a:lnTo>
                  <a:lnTo>
                    <a:pt x="0" y="28314"/>
                  </a:lnTo>
                  <a:lnTo>
                    <a:pt x="52" y="28728"/>
                  </a:lnTo>
                  <a:lnTo>
                    <a:pt x="207" y="29195"/>
                  </a:lnTo>
                  <a:lnTo>
                    <a:pt x="311" y="29610"/>
                  </a:lnTo>
                  <a:lnTo>
                    <a:pt x="519" y="29973"/>
                  </a:lnTo>
                  <a:lnTo>
                    <a:pt x="726" y="30336"/>
                  </a:lnTo>
                  <a:lnTo>
                    <a:pt x="985" y="30699"/>
                  </a:lnTo>
                  <a:lnTo>
                    <a:pt x="1296" y="31010"/>
                  </a:lnTo>
                  <a:lnTo>
                    <a:pt x="1608" y="31321"/>
                  </a:lnTo>
                  <a:lnTo>
                    <a:pt x="1971" y="31581"/>
                  </a:lnTo>
                  <a:lnTo>
                    <a:pt x="2334" y="31788"/>
                  </a:lnTo>
                  <a:lnTo>
                    <a:pt x="2748" y="31995"/>
                  </a:lnTo>
                  <a:lnTo>
                    <a:pt x="3163" y="32151"/>
                  </a:lnTo>
                  <a:lnTo>
                    <a:pt x="3578" y="32255"/>
                  </a:lnTo>
                  <a:lnTo>
                    <a:pt x="3993" y="32307"/>
                  </a:lnTo>
                  <a:lnTo>
                    <a:pt x="4460" y="32358"/>
                  </a:lnTo>
                  <a:lnTo>
                    <a:pt x="6534" y="32358"/>
                  </a:lnTo>
                  <a:lnTo>
                    <a:pt x="7001" y="32307"/>
                  </a:lnTo>
                  <a:lnTo>
                    <a:pt x="7415" y="32255"/>
                  </a:lnTo>
                  <a:lnTo>
                    <a:pt x="7882" y="32151"/>
                  </a:lnTo>
                  <a:lnTo>
                    <a:pt x="8297" y="31995"/>
                  </a:lnTo>
                  <a:lnTo>
                    <a:pt x="8660" y="31788"/>
                  </a:lnTo>
                  <a:lnTo>
                    <a:pt x="9023" y="31581"/>
                  </a:lnTo>
                  <a:lnTo>
                    <a:pt x="9386" y="31321"/>
                  </a:lnTo>
                  <a:lnTo>
                    <a:pt x="9697" y="31010"/>
                  </a:lnTo>
                  <a:lnTo>
                    <a:pt x="10008" y="30699"/>
                  </a:lnTo>
                  <a:lnTo>
                    <a:pt x="10267" y="30336"/>
                  </a:lnTo>
                  <a:lnTo>
                    <a:pt x="10475" y="29973"/>
                  </a:lnTo>
                  <a:lnTo>
                    <a:pt x="10682" y="29610"/>
                  </a:lnTo>
                  <a:lnTo>
                    <a:pt x="10838" y="29195"/>
                  </a:lnTo>
                  <a:lnTo>
                    <a:pt x="10942" y="28728"/>
                  </a:lnTo>
                  <a:lnTo>
                    <a:pt x="10993" y="28314"/>
                  </a:lnTo>
                  <a:lnTo>
                    <a:pt x="11045" y="27847"/>
                  </a:lnTo>
                  <a:lnTo>
                    <a:pt x="11045" y="4512"/>
                  </a:lnTo>
                  <a:lnTo>
                    <a:pt x="10993" y="4045"/>
                  </a:lnTo>
                  <a:lnTo>
                    <a:pt x="10942" y="3578"/>
                  </a:lnTo>
                  <a:lnTo>
                    <a:pt x="10838" y="3163"/>
                  </a:lnTo>
                  <a:lnTo>
                    <a:pt x="10682" y="2749"/>
                  </a:lnTo>
                  <a:lnTo>
                    <a:pt x="10475" y="2334"/>
                  </a:lnTo>
                  <a:lnTo>
                    <a:pt x="10267" y="1971"/>
                  </a:lnTo>
                  <a:lnTo>
                    <a:pt x="10008" y="1660"/>
                  </a:lnTo>
                  <a:lnTo>
                    <a:pt x="9697" y="1297"/>
                  </a:lnTo>
                  <a:lnTo>
                    <a:pt x="9386" y="1037"/>
                  </a:lnTo>
                  <a:lnTo>
                    <a:pt x="9023" y="778"/>
                  </a:lnTo>
                  <a:lnTo>
                    <a:pt x="8660" y="571"/>
                  </a:lnTo>
                  <a:lnTo>
                    <a:pt x="8297" y="363"/>
                  </a:lnTo>
                  <a:lnTo>
                    <a:pt x="7882" y="208"/>
                  </a:lnTo>
                  <a:lnTo>
                    <a:pt x="7415" y="104"/>
                  </a:lnTo>
                  <a:lnTo>
                    <a:pt x="7001" y="52"/>
                  </a:lnTo>
                  <a:lnTo>
                    <a:pt x="65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5"/>
            <p:cNvSpPr/>
            <p:nvPr/>
          </p:nvSpPr>
          <p:spPr>
            <a:xfrm>
              <a:off x="4732350" y="1327100"/>
              <a:ext cx="276150" cy="808975"/>
            </a:xfrm>
            <a:custGeom>
              <a:avLst/>
              <a:gdLst/>
              <a:ahLst/>
              <a:cxnLst/>
              <a:rect l="l" t="t" r="r" b="b"/>
              <a:pathLst>
                <a:path w="11046" h="32359" extrusionOk="0">
                  <a:moveTo>
                    <a:pt x="4512" y="0"/>
                  </a:moveTo>
                  <a:lnTo>
                    <a:pt x="4046" y="52"/>
                  </a:lnTo>
                  <a:lnTo>
                    <a:pt x="3579" y="104"/>
                  </a:lnTo>
                  <a:lnTo>
                    <a:pt x="3164" y="207"/>
                  </a:lnTo>
                  <a:lnTo>
                    <a:pt x="2749" y="363"/>
                  </a:lnTo>
                  <a:lnTo>
                    <a:pt x="2386" y="570"/>
                  </a:lnTo>
                  <a:lnTo>
                    <a:pt x="1971" y="778"/>
                  </a:lnTo>
                  <a:lnTo>
                    <a:pt x="1660" y="1037"/>
                  </a:lnTo>
                  <a:lnTo>
                    <a:pt x="1349" y="1296"/>
                  </a:lnTo>
                  <a:lnTo>
                    <a:pt x="1038" y="1659"/>
                  </a:lnTo>
                  <a:lnTo>
                    <a:pt x="779" y="1971"/>
                  </a:lnTo>
                  <a:lnTo>
                    <a:pt x="571" y="2334"/>
                  </a:lnTo>
                  <a:lnTo>
                    <a:pt x="364" y="2748"/>
                  </a:lnTo>
                  <a:lnTo>
                    <a:pt x="208" y="3163"/>
                  </a:lnTo>
                  <a:lnTo>
                    <a:pt x="104" y="3578"/>
                  </a:lnTo>
                  <a:lnTo>
                    <a:pt x="53" y="4045"/>
                  </a:lnTo>
                  <a:lnTo>
                    <a:pt x="1" y="4511"/>
                  </a:lnTo>
                  <a:lnTo>
                    <a:pt x="1" y="27847"/>
                  </a:lnTo>
                  <a:lnTo>
                    <a:pt x="53" y="28313"/>
                  </a:lnTo>
                  <a:lnTo>
                    <a:pt x="104" y="28728"/>
                  </a:lnTo>
                  <a:lnTo>
                    <a:pt x="208" y="29195"/>
                  </a:lnTo>
                  <a:lnTo>
                    <a:pt x="364" y="29610"/>
                  </a:lnTo>
                  <a:lnTo>
                    <a:pt x="571" y="29973"/>
                  </a:lnTo>
                  <a:lnTo>
                    <a:pt x="779" y="30336"/>
                  </a:lnTo>
                  <a:lnTo>
                    <a:pt x="1038" y="30699"/>
                  </a:lnTo>
                  <a:lnTo>
                    <a:pt x="1349" y="31010"/>
                  </a:lnTo>
                  <a:lnTo>
                    <a:pt x="1660" y="31321"/>
                  </a:lnTo>
                  <a:lnTo>
                    <a:pt x="1971" y="31580"/>
                  </a:lnTo>
                  <a:lnTo>
                    <a:pt x="2386" y="31788"/>
                  </a:lnTo>
                  <a:lnTo>
                    <a:pt x="2749" y="31995"/>
                  </a:lnTo>
                  <a:lnTo>
                    <a:pt x="3164" y="32151"/>
                  </a:lnTo>
                  <a:lnTo>
                    <a:pt x="3579" y="32254"/>
                  </a:lnTo>
                  <a:lnTo>
                    <a:pt x="4046" y="32306"/>
                  </a:lnTo>
                  <a:lnTo>
                    <a:pt x="4512" y="32358"/>
                  </a:lnTo>
                  <a:lnTo>
                    <a:pt x="6535" y="32358"/>
                  </a:lnTo>
                  <a:lnTo>
                    <a:pt x="7001" y="32306"/>
                  </a:lnTo>
                  <a:lnTo>
                    <a:pt x="7468" y="32254"/>
                  </a:lnTo>
                  <a:lnTo>
                    <a:pt x="7883" y="32151"/>
                  </a:lnTo>
                  <a:lnTo>
                    <a:pt x="8298" y="31995"/>
                  </a:lnTo>
                  <a:lnTo>
                    <a:pt x="8713" y="31788"/>
                  </a:lnTo>
                  <a:lnTo>
                    <a:pt x="9075" y="31580"/>
                  </a:lnTo>
                  <a:lnTo>
                    <a:pt x="9438" y="31321"/>
                  </a:lnTo>
                  <a:lnTo>
                    <a:pt x="9750" y="31010"/>
                  </a:lnTo>
                  <a:lnTo>
                    <a:pt x="10009" y="30699"/>
                  </a:lnTo>
                  <a:lnTo>
                    <a:pt x="10268" y="30336"/>
                  </a:lnTo>
                  <a:lnTo>
                    <a:pt x="10527" y="29973"/>
                  </a:lnTo>
                  <a:lnTo>
                    <a:pt x="10683" y="29610"/>
                  </a:lnTo>
                  <a:lnTo>
                    <a:pt x="10839" y="29195"/>
                  </a:lnTo>
                  <a:lnTo>
                    <a:pt x="10942" y="28728"/>
                  </a:lnTo>
                  <a:lnTo>
                    <a:pt x="11046" y="28313"/>
                  </a:lnTo>
                  <a:lnTo>
                    <a:pt x="11046" y="27847"/>
                  </a:lnTo>
                  <a:lnTo>
                    <a:pt x="11046" y="4511"/>
                  </a:lnTo>
                  <a:lnTo>
                    <a:pt x="11046" y="4045"/>
                  </a:lnTo>
                  <a:lnTo>
                    <a:pt x="10942" y="3578"/>
                  </a:lnTo>
                  <a:lnTo>
                    <a:pt x="10839" y="3163"/>
                  </a:lnTo>
                  <a:lnTo>
                    <a:pt x="10683" y="2748"/>
                  </a:lnTo>
                  <a:lnTo>
                    <a:pt x="10527" y="2334"/>
                  </a:lnTo>
                  <a:lnTo>
                    <a:pt x="10268" y="1971"/>
                  </a:lnTo>
                  <a:lnTo>
                    <a:pt x="10009" y="1659"/>
                  </a:lnTo>
                  <a:lnTo>
                    <a:pt x="9750" y="1296"/>
                  </a:lnTo>
                  <a:lnTo>
                    <a:pt x="9438" y="1037"/>
                  </a:lnTo>
                  <a:lnTo>
                    <a:pt x="9075" y="778"/>
                  </a:lnTo>
                  <a:lnTo>
                    <a:pt x="8713" y="570"/>
                  </a:lnTo>
                  <a:lnTo>
                    <a:pt x="8298" y="363"/>
                  </a:lnTo>
                  <a:lnTo>
                    <a:pt x="7883" y="207"/>
                  </a:lnTo>
                  <a:lnTo>
                    <a:pt x="7468" y="104"/>
                  </a:lnTo>
                  <a:lnTo>
                    <a:pt x="7001" y="52"/>
                  </a:lnTo>
                  <a:lnTo>
                    <a:pt x="65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5"/>
            <p:cNvSpPr/>
            <p:nvPr/>
          </p:nvSpPr>
          <p:spPr>
            <a:xfrm>
              <a:off x="2611475" y="1327100"/>
              <a:ext cx="276150" cy="808975"/>
            </a:xfrm>
            <a:custGeom>
              <a:avLst/>
              <a:gdLst/>
              <a:ahLst/>
              <a:cxnLst/>
              <a:rect l="l" t="t" r="r" b="b"/>
              <a:pathLst>
                <a:path w="11046" h="32359" extrusionOk="0">
                  <a:moveTo>
                    <a:pt x="4460" y="0"/>
                  </a:moveTo>
                  <a:lnTo>
                    <a:pt x="3993" y="52"/>
                  </a:lnTo>
                  <a:lnTo>
                    <a:pt x="3578" y="104"/>
                  </a:lnTo>
                  <a:lnTo>
                    <a:pt x="3163" y="207"/>
                  </a:lnTo>
                  <a:lnTo>
                    <a:pt x="2748" y="363"/>
                  </a:lnTo>
                  <a:lnTo>
                    <a:pt x="2334" y="570"/>
                  </a:lnTo>
                  <a:lnTo>
                    <a:pt x="1971" y="778"/>
                  </a:lnTo>
                  <a:lnTo>
                    <a:pt x="1608" y="1037"/>
                  </a:lnTo>
                  <a:lnTo>
                    <a:pt x="1296" y="1296"/>
                  </a:lnTo>
                  <a:lnTo>
                    <a:pt x="985" y="1659"/>
                  </a:lnTo>
                  <a:lnTo>
                    <a:pt x="726" y="1971"/>
                  </a:lnTo>
                  <a:lnTo>
                    <a:pt x="519" y="2334"/>
                  </a:lnTo>
                  <a:lnTo>
                    <a:pt x="311" y="2748"/>
                  </a:lnTo>
                  <a:lnTo>
                    <a:pt x="207" y="3163"/>
                  </a:lnTo>
                  <a:lnTo>
                    <a:pt x="52" y="3578"/>
                  </a:lnTo>
                  <a:lnTo>
                    <a:pt x="0" y="4045"/>
                  </a:lnTo>
                  <a:lnTo>
                    <a:pt x="0" y="4511"/>
                  </a:lnTo>
                  <a:lnTo>
                    <a:pt x="0" y="27847"/>
                  </a:lnTo>
                  <a:lnTo>
                    <a:pt x="0" y="28313"/>
                  </a:lnTo>
                  <a:lnTo>
                    <a:pt x="52" y="28728"/>
                  </a:lnTo>
                  <a:lnTo>
                    <a:pt x="207" y="29195"/>
                  </a:lnTo>
                  <a:lnTo>
                    <a:pt x="311" y="29610"/>
                  </a:lnTo>
                  <a:lnTo>
                    <a:pt x="519" y="29973"/>
                  </a:lnTo>
                  <a:lnTo>
                    <a:pt x="726" y="30336"/>
                  </a:lnTo>
                  <a:lnTo>
                    <a:pt x="985" y="30699"/>
                  </a:lnTo>
                  <a:lnTo>
                    <a:pt x="1296" y="31010"/>
                  </a:lnTo>
                  <a:lnTo>
                    <a:pt x="1608" y="31321"/>
                  </a:lnTo>
                  <a:lnTo>
                    <a:pt x="1971" y="31580"/>
                  </a:lnTo>
                  <a:lnTo>
                    <a:pt x="2334" y="31788"/>
                  </a:lnTo>
                  <a:lnTo>
                    <a:pt x="2748" y="31995"/>
                  </a:lnTo>
                  <a:lnTo>
                    <a:pt x="3163" y="32151"/>
                  </a:lnTo>
                  <a:lnTo>
                    <a:pt x="3578" y="32254"/>
                  </a:lnTo>
                  <a:lnTo>
                    <a:pt x="3993" y="32306"/>
                  </a:lnTo>
                  <a:lnTo>
                    <a:pt x="4460" y="32358"/>
                  </a:lnTo>
                  <a:lnTo>
                    <a:pt x="6534" y="32358"/>
                  </a:lnTo>
                  <a:lnTo>
                    <a:pt x="7001" y="32306"/>
                  </a:lnTo>
                  <a:lnTo>
                    <a:pt x="7415" y="32254"/>
                  </a:lnTo>
                  <a:lnTo>
                    <a:pt x="7882" y="32151"/>
                  </a:lnTo>
                  <a:lnTo>
                    <a:pt x="8297" y="31995"/>
                  </a:lnTo>
                  <a:lnTo>
                    <a:pt x="8660" y="31788"/>
                  </a:lnTo>
                  <a:lnTo>
                    <a:pt x="9023" y="31580"/>
                  </a:lnTo>
                  <a:lnTo>
                    <a:pt x="9386" y="31321"/>
                  </a:lnTo>
                  <a:lnTo>
                    <a:pt x="9697" y="31010"/>
                  </a:lnTo>
                  <a:lnTo>
                    <a:pt x="10008" y="30699"/>
                  </a:lnTo>
                  <a:lnTo>
                    <a:pt x="10267" y="30336"/>
                  </a:lnTo>
                  <a:lnTo>
                    <a:pt x="10475" y="29973"/>
                  </a:lnTo>
                  <a:lnTo>
                    <a:pt x="10682" y="29610"/>
                  </a:lnTo>
                  <a:lnTo>
                    <a:pt x="10838" y="29195"/>
                  </a:lnTo>
                  <a:lnTo>
                    <a:pt x="10942" y="28728"/>
                  </a:lnTo>
                  <a:lnTo>
                    <a:pt x="10993" y="28313"/>
                  </a:lnTo>
                  <a:lnTo>
                    <a:pt x="11045" y="27847"/>
                  </a:lnTo>
                  <a:lnTo>
                    <a:pt x="11045" y="4511"/>
                  </a:lnTo>
                  <a:lnTo>
                    <a:pt x="10993" y="4045"/>
                  </a:lnTo>
                  <a:lnTo>
                    <a:pt x="10942" y="3578"/>
                  </a:lnTo>
                  <a:lnTo>
                    <a:pt x="10838" y="3163"/>
                  </a:lnTo>
                  <a:lnTo>
                    <a:pt x="10682" y="2748"/>
                  </a:lnTo>
                  <a:lnTo>
                    <a:pt x="10475" y="2334"/>
                  </a:lnTo>
                  <a:lnTo>
                    <a:pt x="10267" y="1971"/>
                  </a:lnTo>
                  <a:lnTo>
                    <a:pt x="10008" y="1659"/>
                  </a:lnTo>
                  <a:lnTo>
                    <a:pt x="9697" y="1296"/>
                  </a:lnTo>
                  <a:lnTo>
                    <a:pt x="9386" y="1037"/>
                  </a:lnTo>
                  <a:lnTo>
                    <a:pt x="9023" y="778"/>
                  </a:lnTo>
                  <a:lnTo>
                    <a:pt x="8660" y="570"/>
                  </a:lnTo>
                  <a:lnTo>
                    <a:pt x="8297" y="363"/>
                  </a:lnTo>
                  <a:lnTo>
                    <a:pt x="7882" y="207"/>
                  </a:lnTo>
                  <a:lnTo>
                    <a:pt x="7415" y="104"/>
                  </a:lnTo>
                  <a:lnTo>
                    <a:pt x="7001" y="52"/>
                  </a:lnTo>
                  <a:lnTo>
                    <a:pt x="65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35"/>
            <p:cNvSpPr/>
            <p:nvPr/>
          </p:nvSpPr>
          <p:spPr>
            <a:xfrm>
              <a:off x="2720350" y="238125"/>
              <a:ext cx="2177975" cy="5238750"/>
            </a:xfrm>
            <a:custGeom>
              <a:avLst/>
              <a:gdLst/>
              <a:ahLst/>
              <a:cxnLst/>
              <a:rect l="l" t="t" r="r" b="b"/>
              <a:pathLst>
                <a:path w="87119" h="209550" extrusionOk="0">
                  <a:moveTo>
                    <a:pt x="5912" y="0"/>
                  </a:moveTo>
                  <a:lnTo>
                    <a:pt x="5290" y="52"/>
                  </a:lnTo>
                  <a:lnTo>
                    <a:pt x="4720" y="104"/>
                  </a:lnTo>
                  <a:lnTo>
                    <a:pt x="4149" y="259"/>
                  </a:lnTo>
                  <a:lnTo>
                    <a:pt x="3631" y="467"/>
                  </a:lnTo>
                  <a:lnTo>
                    <a:pt x="3112" y="726"/>
                  </a:lnTo>
                  <a:lnTo>
                    <a:pt x="2594" y="1037"/>
                  </a:lnTo>
                  <a:lnTo>
                    <a:pt x="2179" y="1348"/>
                  </a:lnTo>
                  <a:lnTo>
                    <a:pt x="1764" y="1711"/>
                  </a:lnTo>
                  <a:lnTo>
                    <a:pt x="1349" y="2126"/>
                  </a:lnTo>
                  <a:lnTo>
                    <a:pt x="1038" y="2593"/>
                  </a:lnTo>
                  <a:lnTo>
                    <a:pt x="727" y="3111"/>
                  </a:lnTo>
                  <a:lnTo>
                    <a:pt x="468" y="3578"/>
                  </a:lnTo>
                  <a:lnTo>
                    <a:pt x="312" y="4148"/>
                  </a:lnTo>
                  <a:lnTo>
                    <a:pt x="156" y="4719"/>
                  </a:lnTo>
                  <a:lnTo>
                    <a:pt x="53" y="5289"/>
                  </a:lnTo>
                  <a:lnTo>
                    <a:pt x="1" y="5912"/>
                  </a:lnTo>
                  <a:lnTo>
                    <a:pt x="1" y="203638"/>
                  </a:lnTo>
                  <a:lnTo>
                    <a:pt x="53" y="204261"/>
                  </a:lnTo>
                  <a:lnTo>
                    <a:pt x="156" y="204831"/>
                  </a:lnTo>
                  <a:lnTo>
                    <a:pt x="312" y="205402"/>
                  </a:lnTo>
                  <a:lnTo>
                    <a:pt x="468" y="205972"/>
                  </a:lnTo>
                  <a:lnTo>
                    <a:pt x="727" y="206491"/>
                  </a:lnTo>
                  <a:lnTo>
                    <a:pt x="1038" y="206957"/>
                  </a:lnTo>
                  <a:lnTo>
                    <a:pt x="1349" y="207424"/>
                  </a:lnTo>
                  <a:lnTo>
                    <a:pt x="1764" y="207839"/>
                  </a:lnTo>
                  <a:lnTo>
                    <a:pt x="2179" y="208202"/>
                  </a:lnTo>
                  <a:lnTo>
                    <a:pt x="2594" y="208565"/>
                  </a:lnTo>
                  <a:lnTo>
                    <a:pt x="3112" y="208824"/>
                  </a:lnTo>
                  <a:lnTo>
                    <a:pt x="3631" y="209083"/>
                  </a:lnTo>
                  <a:lnTo>
                    <a:pt x="4149" y="209291"/>
                  </a:lnTo>
                  <a:lnTo>
                    <a:pt x="4720" y="209446"/>
                  </a:lnTo>
                  <a:lnTo>
                    <a:pt x="5290" y="209498"/>
                  </a:lnTo>
                  <a:lnTo>
                    <a:pt x="5912" y="209550"/>
                  </a:lnTo>
                  <a:lnTo>
                    <a:pt x="81259" y="209550"/>
                  </a:lnTo>
                  <a:lnTo>
                    <a:pt x="81829" y="209498"/>
                  </a:lnTo>
                  <a:lnTo>
                    <a:pt x="82451" y="209446"/>
                  </a:lnTo>
                  <a:lnTo>
                    <a:pt x="83022" y="209291"/>
                  </a:lnTo>
                  <a:lnTo>
                    <a:pt x="83540" y="209083"/>
                  </a:lnTo>
                  <a:lnTo>
                    <a:pt x="84059" y="208824"/>
                  </a:lnTo>
                  <a:lnTo>
                    <a:pt x="84526" y="208565"/>
                  </a:lnTo>
                  <a:lnTo>
                    <a:pt x="84992" y="208202"/>
                  </a:lnTo>
                  <a:lnTo>
                    <a:pt x="85407" y="207839"/>
                  </a:lnTo>
                  <a:lnTo>
                    <a:pt x="85770" y="207424"/>
                  </a:lnTo>
                  <a:lnTo>
                    <a:pt x="86133" y="206957"/>
                  </a:lnTo>
                  <a:lnTo>
                    <a:pt x="86444" y="206491"/>
                  </a:lnTo>
                  <a:lnTo>
                    <a:pt x="86652" y="205972"/>
                  </a:lnTo>
                  <a:lnTo>
                    <a:pt x="86859" y="205402"/>
                  </a:lnTo>
                  <a:lnTo>
                    <a:pt x="87015" y="204831"/>
                  </a:lnTo>
                  <a:lnTo>
                    <a:pt x="87118" y="204261"/>
                  </a:lnTo>
                  <a:lnTo>
                    <a:pt x="87118" y="203638"/>
                  </a:lnTo>
                  <a:lnTo>
                    <a:pt x="87118" y="5912"/>
                  </a:lnTo>
                  <a:lnTo>
                    <a:pt x="87118" y="5289"/>
                  </a:lnTo>
                  <a:lnTo>
                    <a:pt x="87015" y="4719"/>
                  </a:lnTo>
                  <a:lnTo>
                    <a:pt x="86859" y="4148"/>
                  </a:lnTo>
                  <a:lnTo>
                    <a:pt x="86652" y="3578"/>
                  </a:lnTo>
                  <a:lnTo>
                    <a:pt x="86444" y="3111"/>
                  </a:lnTo>
                  <a:lnTo>
                    <a:pt x="86133" y="2593"/>
                  </a:lnTo>
                  <a:lnTo>
                    <a:pt x="85770" y="2126"/>
                  </a:lnTo>
                  <a:lnTo>
                    <a:pt x="85407" y="1711"/>
                  </a:lnTo>
                  <a:lnTo>
                    <a:pt x="84992" y="1348"/>
                  </a:lnTo>
                  <a:lnTo>
                    <a:pt x="84526" y="1037"/>
                  </a:lnTo>
                  <a:lnTo>
                    <a:pt x="84059" y="726"/>
                  </a:lnTo>
                  <a:lnTo>
                    <a:pt x="83540" y="467"/>
                  </a:lnTo>
                  <a:lnTo>
                    <a:pt x="83022" y="259"/>
                  </a:lnTo>
                  <a:lnTo>
                    <a:pt x="82451" y="104"/>
                  </a:lnTo>
                  <a:lnTo>
                    <a:pt x="81829" y="52"/>
                  </a:lnTo>
                  <a:lnTo>
                    <a:pt x="812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35"/>
            <p:cNvSpPr/>
            <p:nvPr/>
          </p:nvSpPr>
          <p:spPr>
            <a:xfrm>
              <a:off x="2720350" y="881125"/>
              <a:ext cx="2177975" cy="3618275"/>
            </a:xfrm>
            <a:custGeom>
              <a:avLst/>
              <a:gdLst/>
              <a:ahLst/>
              <a:cxnLst/>
              <a:rect l="l" t="t" r="r" b="b"/>
              <a:pathLst>
                <a:path w="87119" h="144731" extrusionOk="0">
                  <a:moveTo>
                    <a:pt x="40863" y="1"/>
                  </a:moveTo>
                  <a:lnTo>
                    <a:pt x="37907" y="104"/>
                  </a:lnTo>
                  <a:lnTo>
                    <a:pt x="35003" y="260"/>
                  </a:lnTo>
                  <a:lnTo>
                    <a:pt x="32151" y="467"/>
                  </a:lnTo>
                  <a:lnTo>
                    <a:pt x="29299" y="727"/>
                  </a:lnTo>
                  <a:lnTo>
                    <a:pt x="26499" y="1038"/>
                  </a:lnTo>
                  <a:lnTo>
                    <a:pt x="23699" y="1401"/>
                  </a:lnTo>
                  <a:lnTo>
                    <a:pt x="20951" y="1816"/>
                  </a:lnTo>
                  <a:lnTo>
                    <a:pt x="18202" y="2334"/>
                  </a:lnTo>
                  <a:lnTo>
                    <a:pt x="15506" y="2853"/>
                  </a:lnTo>
                  <a:lnTo>
                    <a:pt x="12809" y="3475"/>
                  </a:lnTo>
                  <a:lnTo>
                    <a:pt x="10165" y="4097"/>
                  </a:lnTo>
                  <a:lnTo>
                    <a:pt x="7572" y="4823"/>
                  </a:lnTo>
                  <a:lnTo>
                    <a:pt x="5031" y="5549"/>
                  </a:lnTo>
                  <a:lnTo>
                    <a:pt x="2490" y="6379"/>
                  </a:lnTo>
                  <a:lnTo>
                    <a:pt x="1" y="7209"/>
                  </a:lnTo>
                  <a:lnTo>
                    <a:pt x="1" y="135915"/>
                  </a:lnTo>
                  <a:lnTo>
                    <a:pt x="2490" y="136848"/>
                  </a:lnTo>
                  <a:lnTo>
                    <a:pt x="5031" y="137730"/>
                  </a:lnTo>
                  <a:lnTo>
                    <a:pt x="7572" y="138560"/>
                  </a:lnTo>
                  <a:lnTo>
                    <a:pt x="10165" y="139338"/>
                  </a:lnTo>
                  <a:lnTo>
                    <a:pt x="12809" y="140115"/>
                  </a:lnTo>
                  <a:lnTo>
                    <a:pt x="15506" y="140841"/>
                  </a:lnTo>
                  <a:lnTo>
                    <a:pt x="18202" y="141516"/>
                  </a:lnTo>
                  <a:lnTo>
                    <a:pt x="20951" y="142138"/>
                  </a:lnTo>
                  <a:lnTo>
                    <a:pt x="23699" y="142708"/>
                  </a:lnTo>
                  <a:lnTo>
                    <a:pt x="26499" y="143227"/>
                  </a:lnTo>
                  <a:lnTo>
                    <a:pt x="29299" y="143642"/>
                  </a:lnTo>
                  <a:lnTo>
                    <a:pt x="32151" y="144005"/>
                  </a:lnTo>
                  <a:lnTo>
                    <a:pt x="35003" y="144316"/>
                  </a:lnTo>
                  <a:lnTo>
                    <a:pt x="37907" y="144523"/>
                  </a:lnTo>
                  <a:lnTo>
                    <a:pt x="40863" y="144679"/>
                  </a:lnTo>
                  <a:lnTo>
                    <a:pt x="43767" y="144731"/>
                  </a:lnTo>
                  <a:lnTo>
                    <a:pt x="46723" y="144679"/>
                  </a:lnTo>
                  <a:lnTo>
                    <a:pt x="49575" y="144523"/>
                  </a:lnTo>
                  <a:lnTo>
                    <a:pt x="52479" y="144316"/>
                  </a:lnTo>
                  <a:lnTo>
                    <a:pt x="55279" y="144056"/>
                  </a:lnTo>
                  <a:lnTo>
                    <a:pt x="58131" y="143693"/>
                  </a:lnTo>
                  <a:lnTo>
                    <a:pt x="60931" y="143227"/>
                  </a:lnTo>
                  <a:lnTo>
                    <a:pt x="63680" y="142760"/>
                  </a:lnTo>
                  <a:lnTo>
                    <a:pt x="66428" y="142190"/>
                  </a:lnTo>
                  <a:lnTo>
                    <a:pt x="69124" y="141567"/>
                  </a:lnTo>
                  <a:lnTo>
                    <a:pt x="71821" y="140893"/>
                  </a:lnTo>
                  <a:lnTo>
                    <a:pt x="74466" y="140219"/>
                  </a:lnTo>
                  <a:lnTo>
                    <a:pt x="77058" y="139441"/>
                  </a:lnTo>
                  <a:lnTo>
                    <a:pt x="79651" y="138663"/>
                  </a:lnTo>
                  <a:lnTo>
                    <a:pt x="82192" y="137834"/>
                  </a:lnTo>
                  <a:lnTo>
                    <a:pt x="84681" y="136952"/>
                  </a:lnTo>
                  <a:lnTo>
                    <a:pt x="87118" y="136071"/>
                  </a:lnTo>
                  <a:lnTo>
                    <a:pt x="87118" y="7209"/>
                  </a:lnTo>
                  <a:lnTo>
                    <a:pt x="84681" y="6327"/>
                  </a:lnTo>
                  <a:lnTo>
                    <a:pt x="82192" y="5549"/>
                  </a:lnTo>
                  <a:lnTo>
                    <a:pt x="79651" y="4771"/>
                  </a:lnTo>
                  <a:lnTo>
                    <a:pt x="77058" y="4097"/>
                  </a:lnTo>
                  <a:lnTo>
                    <a:pt x="74466" y="3423"/>
                  </a:lnTo>
                  <a:lnTo>
                    <a:pt x="71821" y="2853"/>
                  </a:lnTo>
                  <a:lnTo>
                    <a:pt x="69124" y="2334"/>
                  </a:lnTo>
                  <a:lnTo>
                    <a:pt x="66428" y="1816"/>
                  </a:lnTo>
                  <a:lnTo>
                    <a:pt x="63680" y="1401"/>
                  </a:lnTo>
                  <a:lnTo>
                    <a:pt x="60931" y="1038"/>
                  </a:lnTo>
                  <a:lnTo>
                    <a:pt x="58131" y="727"/>
                  </a:lnTo>
                  <a:lnTo>
                    <a:pt x="55279" y="467"/>
                  </a:lnTo>
                  <a:lnTo>
                    <a:pt x="52479" y="260"/>
                  </a:lnTo>
                  <a:lnTo>
                    <a:pt x="49575" y="104"/>
                  </a:lnTo>
                  <a:lnTo>
                    <a:pt x="467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35"/>
            <p:cNvSpPr/>
            <p:nvPr/>
          </p:nvSpPr>
          <p:spPr>
            <a:xfrm>
              <a:off x="2785175" y="4391775"/>
              <a:ext cx="2049625" cy="1054000"/>
            </a:xfrm>
            <a:custGeom>
              <a:avLst/>
              <a:gdLst/>
              <a:ahLst/>
              <a:cxnLst/>
              <a:rect l="l" t="t" r="r" b="b"/>
              <a:pathLst>
                <a:path w="81985" h="42160" extrusionOk="0">
                  <a:moveTo>
                    <a:pt x="9024" y="1"/>
                  </a:moveTo>
                  <a:lnTo>
                    <a:pt x="1" y="42159"/>
                  </a:lnTo>
                  <a:lnTo>
                    <a:pt x="81984" y="42159"/>
                  </a:lnTo>
                  <a:lnTo>
                    <a:pt x="72961" y="1"/>
                  </a:lnTo>
                  <a:lnTo>
                    <a:pt x="71095" y="519"/>
                  </a:lnTo>
                  <a:lnTo>
                    <a:pt x="69176" y="986"/>
                  </a:lnTo>
                  <a:lnTo>
                    <a:pt x="67257" y="1401"/>
                  </a:lnTo>
                  <a:lnTo>
                    <a:pt x="65339" y="1764"/>
                  </a:lnTo>
                  <a:lnTo>
                    <a:pt x="63368" y="2179"/>
                  </a:lnTo>
                  <a:lnTo>
                    <a:pt x="61450" y="2490"/>
                  </a:lnTo>
                  <a:lnTo>
                    <a:pt x="59427" y="2801"/>
                  </a:lnTo>
                  <a:lnTo>
                    <a:pt x="57457" y="3060"/>
                  </a:lnTo>
                  <a:lnTo>
                    <a:pt x="55434" y="3319"/>
                  </a:lnTo>
                  <a:lnTo>
                    <a:pt x="53412" y="3527"/>
                  </a:lnTo>
                  <a:lnTo>
                    <a:pt x="51390" y="3734"/>
                  </a:lnTo>
                  <a:lnTo>
                    <a:pt x="49315" y="3890"/>
                  </a:lnTo>
                  <a:lnTo>
                    <a:pt x="47241" y="3993"/>
                  </a:lnTo>
                  <a:lnTo>
                    <a:pt x="45167" y="4097"/>
                  </a:lnTo>
                  <a:lnTo>
                    <a:pt x="43093" y="4097"/>
                  </a:lnTo>
                  <a:lnTo>
                    <a:pt x="40967" y="4149"/>
                  </a:lnTo>
                  <a:lnTo>
                    <a:pt x="38892" y="4097"/>
                  </a:lnTo>
                  <a:lnTo>
                    <a:pt x="36766" y="4097"/>
                  </a:lnTo>
                  <a:lnTo>
                    <a:pt x="34692" y="3993"/>
                  </a:lnTo>
                  <a:lnTo>
                    <a:pt x="32670" y="3890"/>
                  </a:lnTo>
                  <a:lnTo>
                    <a:pt x="30595" y="3734"/>
                  </a:lnTo>
                  <a:lnTo>
                    <a:pt x="28573" y="3527"/>
                  </a:lnTo>
                  <a:lnTo>
                    <a:pt x="26551" y="3319"/>
                  </a:lnTo>
                  <a:lnTo>
                    <a:pt x="24528" y="3060"/>
                  </a:lnTo>
                  <a:lnTo>
                    <a:pt x="22506" y="2801"/>
                  </a:lnTo>
                  <a:lnTo>
                    <a:pt x="20535" y="2490"/>
                  </a:lnTo>
                  <a:lnTo>
                    <a:pt x="18565" y="2179"/>
                  </a:lnTo>
                  <a:lnTo>
                    <a:pt x="16646" y="1764"/>
                  </a:lnTo>
                  <a:lnTo>
                    <a:pt x="14676" y="1401"/>
                  </a:lnTo>
                  <a:lnTo>
                    <a:pt x="12809" y="986"/>
                  </a:lnTo>
                  <a:lnTo>
                    <a:pt x="10890" y="519"/>
                  </a:lnTo>
                  <a:lnTo>
                    <a:pt x="90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5"/>
            <p:cNvSpPr/>
            <p:nvPr/>
          </p:nvSpPr>
          <p:spPr>
            <a:xfrm>
              <a:off x="2785175" y="4391775"/>
              <a:ext cx="2049625" cy="1054000"/>
            </a:xfrm>
            <a:custGeom>
              <a:avLst/>
              <a:gdLst/>
              <a:ahLst/>
              <a:cxnLst/>
              <a:rect l="l" t="t" r="r" b="b"/>
              <a:pathLst>
                <a:path w="81985" h="42160" fill="none" extrusionOk="0">
                  <a:moveTo>
                    <a:pt x="1" y="42159"/>
                  </a:moveTo>
                  <a:lnTo>
                    <a:pt x="9024" y="1"/>
                  </a:lnTo>
                  <a:lnTo>
                    <a:pt x="9024" y="1"/>
                  </a:lnTo>
                  <a:lnTo>
                    <a:pt x="10890" y="519"/>
                  </a:lnTo>
                  <a:lnTo>
                    <a:pt x="12809" y="986"/>
                  </a:lnTo>
                  <a:lnTo>
                    <a:pt x="14676" y="1401"/>
                  </a:lnTo>
                  <a:lnTo>
                    <a:pt x="16646" y="1764"/>
                  </a:lnTo>
                  <a:lnTo>
                    <a:pt x="18565" y="2179"/>
                  </a:lnTo>
                  <a:lnTo>
                    <a:pt x="20535" y="2490"/>
                  </a:lnTo>
                  <a:lnTo>
                    <a:pt x="22506" y="2801"/>
                  </a:lnTo>
                  <a:lnTo>
                    <a:pt x="24528" y="3060"/>
                  </a:lnTo>
                  <a:lnTo>
                    <a:pt x="26551" y="3319"/>
                  </a:lnTo>
                  <a:lnTo>
                    <a:pt x="28573" y="3527"/>
                  </a:lnTo>
                  <a:lnTo>
                    <a:pt x="30595" y="3734"/>
                  </a:lnTo>
                  <a:lnTo>
                    <a:pt x="32670" y="3890"/>
                  </a:lnTo>
                  <a:lnTo>
                    <a:pt x="34692" y="3993"/>
                  </a:lnTo>
                  <a:lnTo>
                    <a:pt x="36766" y="4097"/>
                  </a:lnTo>
                  <a:lnTo>
                    <a:pt x="38892" y="4097"/>
                  </a:lnTo>
                  <a:lnTo>
                    <a:pt x="40967" y="4149"/>
                  </a:lnTo>
                  <a:lnTo>
                    <a:pt x="40967" y="4149"/>
                  </a:lnTo>
                  <a:lnTo>
                    <a:pt x="43093" y="4097"/>
                  </a:lnTo>
                  <a:lnTo>
                    <a:pt x="45167" y="4097"/>
                  </a:lnTo>
                  <a:lnTo>
                    <a:pt x="47241" y="3993"/>
                  </a:lnTo>
                  <a:lnTo>
                    <a:pt x="49315" y="3890"/>
                  </a:lnTo>
                  <a:lnTo>
                    <a:pt x="51390" y="3734"/>
                  </a:lnTo>
                  <a:lnTo>
                    <a:pt x="53412" y="3527"/>
                  </a:lnTo>
                  <a:lnTo>
                    <a:pt x="55434" y="3319"/>
                  </a:lnTo>
                  <a:lnTo>
                    <a:pt x="57457" y="3060"/>
                  </a:lnTo>
                  <a:lnTo>
                    <a:pt x="59427" y="2801"/>
                  </a:lnTo>
                  <a:lnTo>
                    <a:pt x="61450" y="2490"/>
                  </a:lnTo>
                  <a:lnTo>
                    <a:pt x="63368" y="2179"/>
                  </a:lnTo>
                  <a:lnTo>
                    <a:pt x="65339" y="1764"/>
                  </a:lnTo>
                  <a:lnTo>
                    <a:pt x="67257" y="1401"/>
                  </a:lnTo>
                  <a:lnTo>
                    <a:pt x="69176" y="986"/>
                  </a:lnTo>
                  <a:lnTo>
                    <a:pt x="71095" y="519"/>
                  </a:lnTo>
                  <a:lnTo>
                    <a:pt x="72961" y="1"/>
                  </a:lnTo>
                  <a:lnTo>
                    <a:pt x="81984" y="421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5"/>
            <p:cNvSpPr/>
            <p:nvPr/>
          </p:nvSpPr>
          <p:spPr>
            <a:xfrm>
              <a:off x="2803325" y="1338750"/>
              <a:ext cx="162075" cy="1245875"/>
            </a:xfrm>
            <a:custGeom>
              <a:avLst/>
              <a:gdLst/>
              <a:ahLst/>
              <a:cxnLst/>
              <a:rect l="l" t="t" r="r" b="b"/>
              <a:pathLst>
                <a:path w="6483" h="49835" extrusionOk="0">
                  <a:moveTo>
                    <a:pt x="1" y="1"/>
                  </a:moveTo>
                  <a:lnTo>
                    <a:pt x="1" y="49834"/>
                  </a:lnTo>
                  <a:lnTo>
                    <a:pt x="6483" y="49834"/>
                  </a:lnTo>
                  <a:lnTo>
                    <a:pt x="6431" y="45478"/>
                  </a:lnTo>
                  <a:lnTo>
                    <a:pt x="6327" y="41278"/>
                  </a:lnTo>
                  <a:lnTo>
                    <a:pt x="6120" y="37130"/>
                  </a:lnTo>
                  <a:lnTo>
                    <a:pt x="5912" y="33189"/>
                  </a:lnTo>
                  <a:lnTo>
                    <a:pt x="5601" y="29351"/>
                  </a:lnTo>
                  <a:lnTo>
                    <a:pt x="5290" y="25618"/>
                  </a:lnTo>
                  <a:lnTo>
                    <a:pt x="4927" y="22091"/>
                  </a:lnTo>
                  <a:lnTo>
                    <a:pt x="4512" y="18773"/>
                  </a:lnTo>
                  <a:lnTo>
                    <a:pt x="4097" y="15609"/>
                  </a:lnTo>
                  <a:lnTo>
                    <a:pt x="3579" y="12654"/>
                  </a:lnTo>
                  <a:lnTo>
                    <a:pt x="3060" y="9957"/>
                  </a:lnTo>
                  <a:lnTo>
                    <a:pt x="2490" y="7468"/>
                  </a:lnTo>
                  <a:lnTo>
                    <a:pt x="1919" y="5186"/>
                  </a:lnTo>
                  <a:lnTo>
                    <a:pt x="1297" y="3164"/>
                  </a:lnTo>
                  <a:lnTo>
                    <a:pt x="675" y="1453"/>
                  </a:lnTo>
                  <a:lnTo>
                    <a:pt x="364" y="675"/>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5"/>
            <p:cNvSpPr/>
            <p:nvPr/>
          </p:nvSpPr>
          <p:spPr>
            <a:xfrm>
              <a:off x="2803325" y="2741450"/>
              <a:ext cx="163375" cy="1266625"/>
            </a:xfrm>
            <a:custGeom>
              <a:avLst/>
              <a:gdLst/>
              <a:ahLst/>
              <a:cxnLst/>
              <a:rect l="l" t="t" r="r" b="b"/>
              <a:pathLst>
                <a:path w="6535" h="50665" extrusionOk="0">
                  <a:moveTo>
                    <a:pt x="1" y="1"/>
                  </a:moveTo>
                  <a:lnTo>
                    <a:pt x="1" y="50664"/>
                  </a:lnTo>
                  <a:lnTo>
                    <a:pt x="364" y="49938"/>
                  </a:lnTo>
                  <a:lnTo>
                    <a:pt x="675" y="49160"/>
                  </a:lnTo>
                  <a:lnTo>
                    <a:pt x="1349" y="47449"/>
                  </a:lnTo>
                  <a:lnTo>
                    <a:pt x="1971" y="45375"/>
                  </a:lnTo>
                  <a:lnTo>
                    <a:pt x="2542" y="43093"/>
                  </a:lnTo>
                  <a:lnTo>
                    <a:pt x="3112" y="40552"/>
                  </a:lnTo>
                  <a:lnTo>
                    <a:pt x="3631" y="37804"/>
                  </a:lnTo>
                  <a:lnTo>
                    <a:pt x="4097" y="34796"/>
                  </a:lnTo>
                  <a:lnTo>
                    <a:pt x="4564" y="31581"/>
                  </a:lnTo>
                  <a:lnTo>
                    <a:pt x="4979" y="28159"/>
                  </a:lnTo>
                  <a:lnTo>
                    <a:pt x="5342" y="24581"/>
                  </a:lnTo>
                  <a:lnTo>
                    <a:pt x="5653" y="20847"/>
                  </a:lnTo>
                  <a:lnTo>
                    <a:pt x="5912" y="16958"/>
                  </a:lnTo>
                  <a:lnTo>
                    <a:pt x="6171" y="12861"/>
                  </a:lnTo>
                  <a:lnTo>
                    <a:pt x="6327" y="8713"/>
                  </a:lnTo>
                  <a:lnTo>
                    <a:pt x="6431" y="4409"/>
                  </a:lnTo>
                  <a:lnTo>
                    <a:pt x="6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5"/>
            <p:cNvSpPr/>
            <p:nvPr/>
          </p:nvSpPr>
          <p:spPr>
            <a:xfrm>
              <a:off x="4653275" y="1338750"/>
              <a:ext cx="162075" cy="1245875"/>
            </a:xfrm>
            <a:custGeom>
              <a:avLst/>
              <a:gdLst/>
              <a:ahLst/>
              <a:cxnLst/>
              <a:rect l="l" t="t" r="r" b="b"/>
              <a:pathLst>
                <a:path w="6483" h="49835" extrusionOk="0">
                  <a:moveTo>
                    <a:pt x="6483" y="1"/>
                  </a:moveTo>
                  <a:lnTo>
                    <a:pt x="6171" y="675"/>
                  </a:lnTo>
                  <a:lnTo>
                    <a:pt x="5860" y="1453"/>
                  </a:lnTo>
                  <a:lnTo>
                    <a:pt x="5186" y="3164"/>
                  </a:lnTo>
                  <a:lnTo>
                    <a:pt x="4616" y="5186"/>
                  </a:lnTo>
                  <a:lnTo>
                    <a:pt x="3993" y="7468"/>
                  </a:lnTo>
                  <a:lnTo>
                    <a:pt x="3475" y="9957"/>
                  </a:lnTo>
                  <a:lnTo>
                    <a:pt x="2956" y="12654"/>
                  </a:lnTo>
                  <a:lnTo>
                    <a:pt x="2438" y="15609"/>
                  </a:lnTo>
                  <a:lnTo>
                    <a:pt x="2023" y="18773"/>
                  </a:lnTo>
                  <a:lnTo>
                    <a:pt x="1608" y="22091"/>
                  </a:lnTo>
                  <a:lnTo>
                    <a:pt x="1245" y="25618"/>
                  </a:lnTo>
                  <a:lnTo>
                    <a:pt x="882" y="29351"/>
                  </a:lnTo>
                  <a:lnTo>
                    <a:pt x="623" y="33189"/>
                  </a:lnTo>
                  <a:lnTo>
                    <a:pt x="415" y="37130"/>
                  </a:lnTo>
                  <a:lnTo>
                    <a:pt x="208" y="41278"/>
                  </a:lnTo>
                  <a:lnTo>
                    <a:pt x="104" y="45478"/>
                  </a:lnTo>
                  <a:lnTo>
                    <a:pt x="1" y="49834"/>
                  </a:lnTo>
                  <a:lnTo>
                    <a:pt x="6483" y="49834"/>
                  </a:lnTo>
                  <a:lnTo>
                    <a:pt x="64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5"/>
            <p:cNvSpPr/>
            <p:nvPr/>
          </p:nvSpPr>
          <p:spPr>
            <a:xfrm>
              <a:off x="4653275" y="2741450"/>
              <a:ext cx="162075" cy="1266625"/>
            </a:xfrm>
            <a:custGeom>
              <a:avLst/>
              <a:gdLst/>
              <a:ahLst/>
              <a:cxnLst/>
              <a:rect l="l" t="t" r="r" b="b"/>
              <a:pathLst>
                <a:path w="6483" h="50665" extrusionOk="0">
                  <a:moveTo>
                    <a:pt x="1" y="1"/>
                  </a:moveTo>
                  <a:lnTo>
                    <a:pt x="52" y="4409"/>
                  </a:lnTo>
                  <a:lnTo>
                    <a:pt x="208" y="8713"/>
                  </a:lnTo>
                  <a:lnTo>
                    <a:pt x="364" y="12861"/>
                  </a:lnTo>
                  <a:lnTo>
                    <a:pt x="571" y="16958"/>
                  </a:lnTo>
                  <a:lnTo>
                    <a:pt x="882" y="20847"/>
                  </a:lnTo>
                  <a:lnTo>
                    <a:pt x="1193" y="24581"/>
                  </a:lnTo>
                  <a:lnTo>
                    <a:pt x="1556" y="28159"/>
                  </a:lnTo>
                  <a:lnTo>
                    <a:pt x="1971" y="31581"/>
                  </a:lnTo>
                  <a:lnTo>
                    <a:pt x="2438" y="34796"/>
                  </a:lnTo>
                  <a:lnTo>
                    <a:pt x="2904" y="37804"/>
                  </a:lnTo>
                  <a:lnTo>
                    <a:pt x="3423" y="40552"/>
                  </a:lnTo>
                  <a:lnTo>
                    <a:pt x="3993" y="43093"/>
                  </a:lnTo>
                  <a:lnTo>
                    <a:pt x="4564" y="45375"/>
                  </a:lnTo>
                  <a:lnTo>
                    <a:pt x="5186" y="47449"/>
                  </a:lnTo>
                  <a:lnTo>
                    <a:pt x="5808" y="49160"/>
                  </a:lnTo>
                  <a:lnTo>
                    <a:pt x="6171" y="49938"/>
                  </a:lnTo>
                  <a:lnTo>
                    <a:pt x="6483" y="50664"/>
                  </a:lnTo>
                  <a:lnTo>
                    <a:pt x="648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5"/>
            <p:cNvSpPr/>
            <p:nvPr/>
          </p:nvSpPr>
          <p:spPr>
            <a:xfrm>
              <a:off x="2923900" y="3685250"/>
              <a:ext cx="1772175" cy="645625"/>
            </a:xfrm>
            <a:custGeom>
              <a:avLst/>
              <a:gdLst/>
              <a:ahLst/>
              <a:cxnLst/>
              <a:rect l="l" t="t" r="r" b="b"/>
              <a:pathLst>
                <a:path w="70887" h="25825" extrusionOk="0">
                  <a:moveTo>
                    <a:pt x="5134" y="0"/>
                  </a:moveTo>
                  <a:lnTo>
                    <a:pt x="0" y="17061"/>
                  </a:lnTo>
                  <a:lnTo>
                    <a:pt x="1763" y="18253"/>
                  </a:lnTo>
                  <a:lnTo>
                    <a:pt x="3578" y="19342"/>
                  </a:lnTo>
                  <a:lnTo>
                    <a:pt x="5497" y="20328"/>
                  </a:lnTo>
                  <a:lnTo>
                    <a:pt x="7467" y="21209"/>
                  </a:lnTo>
                  <a:lnTo>
                    <a:pt x="9490" y="21987"/>
                  </a:lnTo>
                  <a:lnTo>
                    <a:pt x="11616" y="22713"/>
                  </a:lnTo>
                  <a:lnTo>
                    <a:pt x="13742" y="23335"/>
                  </a:lnTo>
                  <a:lnTo>
                    <a:pt x="15972" y="23906"/>
                  </a:lnTo>
                  <a:lnTo>
                    <a:pt x="18253" y="24372"/>
                  </a:lnTo>
                  <a:lnTo>
                    <a:pt x="20535" y="24787"/>
                  </a:lnTo>
                  <a:lnTo>
                    <a:pt x="22920" y="25098"/>
                  </a:lnTo>
                  <a:lnTo>
                    <a:pt x="25358" y="25358"/>
                  </a:lnTo>
                  <a:lnTo>
                    <a:pt x="27795" y="25565"/>
                  </a:lnTo>
                  <a:lnTo>
                    <a:pt x="30284" y="25721"/>
                  </a:lnTo>
                  <a:lnTo>
                    <a:pt x="32877" y="25824"/>
                  </a:lnTo>
                  <a:lnTo>
                    <a:pt x="38010" y="25824"/>
                  </a:lnTo>
                  <a:lnTo>
                    <a:pt x="40551" y="25721"/>
                  </a:lnTo>
                  <a:lnTo>
                    <a:pt x="43092" y="25565"/>
                  </a:lnTo>
                  <a:lnTo>
                    <a:pt x="45529" y="25358"/>
                  </a:lnTo>
                  <a:lnTo>
                    <a:pt x="47967" y="25098"/>
                  </a:lnTo>
                  <a:lnTo>
                    <a:pt x="50300" y="24787"/>
                  </a:lnTo>
                  <a:lnTo>
                    <a:pt x="52634" y="24372"/>
                  </a:lnTo>
                  <a:lnTo>
                    <a:pt x="54915" y="23906"/>
                  </a:lnTo>
                  <a:lnTo>
                    <a:pt x="57145" y="23335"/>
                  </a:lnTo>
                  <a:lnTo>
                    <a:pt x="59271" y="22713"/>
                  </a:lnTo>
                  <a:lnTo>
                    <a:pt x="61397" y="21987"/>
                  </a:lnTo>
                  <a:lnTo>
                    <a:pt x="63420" y="21209"/>
                  </a:lnTo>
                  <a:lnTo>
                    <a:pt x="65390" y="20328"/>
                  </a:lnTo>
                  <a:lnTo>
                    <a:pt x="67309" y="19342"/>
                  </a:lnTo>
                  <a:lnTo>
                    <a:pt x="69124" y="18253"/>
                  </a:lnTo>
                  <a:lnTo>
                    <a:pt x="70887" y="17061"/>
                  </a:lnTo>
                  <a:lnTo>
                    <a:pt x="65753" y="0"/>
                  </a:lnTo>
                  <a:lnTo>
                    <a:pt x="62123" y="363"/>
                  </a:lnTo>
                  <a:lnTo>
                    <a:pt x="58441" y="674"/>
                  </a:lnTo>
                  <a:lnTo>
                    <a:pt x="54760" y="933"/>
                  </a:lnTo>
                  <a:lnTo>
                    <a:pt x="50974" y="1141"/>
                  </a:lnTo>
                  <a:lnTo>
                    <a:pt x="47137" y="1296"/>
                  </a:lnTo>
                  <a:lnTo>
                    <a:pt x="43300" y="1452"/>
                  </a:lnTo>
                  <a:lnTo>
                    <a:pt x="39410" y="1504"/>
                  </a:lnTo>
                  <a:lnTo>
                    <a:pt x="35418" y="1556"/>
                  </a:lnTo>
                  <a:lnTo>
                    <a:pt x="31477" y="1504"/>
                  </a:lnTo>
                  <a:lnTo>
                    <a:pt x="27587" y="1452"/>
                  </a:lnTo>
                  <a:lnTo>
                    <a:pt x="23698" y="1296"/>
                  </a:lnTo>
                  <a:lnTo>
                    <a:pt x="19913" y="1141"/>
                  </a:lnTo>
                  <a:lnTo>
                    <a:pt x="16127" y="933"/>
                  </a:lnTo>
                  <a:lnTo>
                    <a:pt x="12394" y="674"/>
                  </a:lnTo>
                  <a:lnTo>
                    <a:pt x="8764" y="363"/>
                  </a:lnTo>
                  <a:lnTo>
                    <a:pt x="51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5"/>
            <p:cNvSpPr/>
            <p:nvPr/>
          </p:nvSpPr>
          <p:spPr>
            <a:xfrm>
              <a:off x="2923900" y="1114475"/>
              <a:ext cx="1772175" cy="361725"/>
            </a:xfrm>
            <a:custGeom>
              <a:avLst/>
              <a:gdLst/>
              <a:ahLst/>
              <a:cxnLst/>
              <a:rect l="l" t="t" r="r" b="b"/>
              <a:pathLst>
                <a:path w="70887" h="14469" extrusionOk="0">
                  <a:moveTo>
                    <a:pt x="30284" y="1"/>
                  </a:moveTo>
                  <a:lnTo>
                    <a:pt x="25358" y="156"/>
                  </a:lnTo>
                  <a:lnTo>
                    <a:pt x="22920" y="260"/>
                  </a:lnTo>
                  <a:lnTo>
                    <a:pt x="20535" y="415"/>
                  </a:lnTo>
                  <a:lnTo>
                    <a:pt x="18253" y="623"/>
                  </a:lnTo>
                  <a:lnTo>
                    <a:pt x="15972" y="882"/>
                  </a:lnTo>
                  <a:lnTo>
                    <a:pt x="13742" y="1141"/>
                  </a:lnTo>
                  <a:lnTo>
                    <a:pt x="11616" y="1453"/>
                  </a:lnTo>
                  <a:lnTo>
                    <a:pt x="9490" y="1816"/>
                  </a:lnTo>
                  <a:lnTo>
                    <a:pt x="7467" y="2282"/>
                  </a:lnTo>
                  <a:lnTo>
                    <a:pt x="5497" y="2749"/>
                  </a:lnTo>
                  <a:lnTo>
                    <a:pt x="3578" y="3268"/>
                  </a:lnTo>
                  <a:lnTo>
                    <a:pt x="1763" y="3890"/>
                  </a:lnTo>
                  <a:lnTo>
                    <a:pt x="0" y="4564"/>
                  </a:lnTo>
                  <a:lnTo>
                    <a:pt x="5134" y="14468"/>
                  </a:lnTo>
                  <a:lnTo>
                    <a:pt x="12394" y="14054"/>
                  </a:lnTo>
                  <a:lnTo>
                    <a:pt x="19913" y="13794"/>
                  </a:lnTo>
                  <a:lnTo>
                    <a:pt x="27587" y="13587"/>
                  </a:lnTo>
                  <a:lnTo>
                    <a:pt x="35418" y="13535"/>
                  </a:lnTo>
                  <a:lnTo>
                    <a:pt x="43300" y="13587"/>
                  </a:lnTo>
                  <a:lnTo>
                    <a:pt x="50974" y="13794"/>
                  </a:lnTo>
                  <a:lnTo>
                    <a:pt x="58441" y="14054"/>
                  </a:lnTo>
                  <a:lnTo>
                    <a:pt x="65753" y="14468"/>
                  </a:lnTo>
                  <a:lnTo>
                    <a:pt x="70887" y="4564"/>
                  </a:lnTo>
                  <a:lnTo>
                    <a:pt x="69124" y="3890"/>
                  </a:lnTo>
                  <a:lnTo>
                    <a:pt x="67309" y="3268"/>
                  </a:lnTo>
                  <a:lnTo>
                    <a:pt x="65390" y="2749"/>
                  </a:lnTo>
                  <a:lnTo>
                    <a:pt x="63420" y="2282"/>
                  </a:lnTo>
                  <a:lnTo>
                    <a:pt x="61397" y="1816"/>
                  </a:lnTo>
                  <a:lnTo>
                    <a:pt x="59271" y="1453"/>
                  </a:lnTo>
                  <a:lnTo>
                    <a:pt x="57145" y="1141"/>
                  </a:lnTo>
                  <a:lnTo>
                    <a:pt x="54915" y="882"/>
                  </a:lnTo>
                  <a:lnTo>
                    <a:pt x="52634" y="623"/>
                  </a:lnTo>
                  <a:lnTo>
                    <a:pt x="50300" y="415"/>
                  </a:lnTo>
                  <a:lnTo>
                    <a:pt x="47967" y="260"/>
                  </a:lnTo>
                  <a:lnTo>
                    <a:pt x="45529" y="156"/>
                  </a:lnTo>
                  <a:lnTo>
                    <a:pt x="4055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5"/>
            <p:cNvSpPr/>
            <p:nvPr/>
          </p:nvSpPr>
          <p:spPr>
            <a:xfrm>
              <a:off x="2785175" y="264050"/>
              <a:ext cx="2049625" cy="719525"/>
            </a:xfrm>
            <a:custGeom>
              <a:avLst/>
              <a:gdLst/>
              <a:ahLst/>
              <a:cxnLst/>
              <a:rect l="l" t="t" r="r" b="b"/>
              <a:pathLst>
                <a:path w="81985" h="28781" extrusionOk="0">
                  <a:moveTo>
                    <a:pt x="1" y="0"/>
                  </a:moveTo>
                  <a:lnTo>
                    <a:pt x="6379" y="28780"/>
                  </a:lnTo>
                  <a:lnTo>
                    <a:pt x="8401" y="28313"/>
                  </a:lnTo>
                  <a:lnTo>
                    <a:pt x="10424" y="27847"/>
                  </a:lnTo>
                  <a:lnTo>
                    <a:pt x="12498" y="27432"/>
                  </a:lnTo>
                  <a:lnTo>
                    <a:pt x="14624" y="27017"/>
                  </a:lnTo>
                  <a:lnTo>
                    <a:pt x="16698" y="26654"/>
                  </a:lnTo>
                  <a:lnTo>
                    <a:pt x="18876" y="26291"/>
                  </a:lnTo>
                  <a:lnTo>
                    <a:pt x="21002" y="26032"/>
                  </a:lnTo>
                  <a:lnTo>
                    <a:pt x="23180" y="25721"/>
                  </a:lnTo>
                  <a:lnTo>
                    <a:pt x="25306" y="25461"/>
                  </a:lnTo>
                  <a:lnTo>
                    <a:pt x="27536" y="25254"/>
                  </a:lnTo>
                  <a:lnTo>
                    <a:pt x="29714" y="25098"/>
                  </a:lnTo>
                  <a:lnTo>
                    <a:pt x="31944" y="24943"/>
                  </a:lnTo>
                  <a:lnTo>
                    <a:pt x="34173" y="24839"/>
                  </a:lnTo>
                  <a:lnTo>
                    <a:pt x="36455" y="24735"/>
                  </a:lnTo>
                  <a:lnTo>
                    <a:pt x="38685" y="24684"/>
                  </a:lnTo>
                  <a:lnTo>
                    <a:pt x="43248" y="24684"/>
                  </a:lnTo>
                  <a:lnTo>
                    <a:pt x="45530" y="24735"/>
                  </a:lnTo>
                  <a:lnTo>
                    <a:pt x="47760" y="24839"/>
                  </a:lnTo>
                  <a:lnTo>
                    <a:pt x="50041" y="24943"/>
                  </a:lnTo>
                  <a:lnTo>
                    <a:pt x="52219" y="25098"/>
                  </a:lnTo>
                  <a:lnTo>
                    <a:pt x="54449" y="25254"/>
                  </a:lnTo>
                  <a:lnTo>
                    <a:pt x="56627" y="25461"/>
                  </a:lnTo>
                  <a:lnTo>
                    <a:pt x="58805" y="25721"/>
                  </a:lnTo>
                  <a:lnTo>
                    <a:pt x="60983" y="26032"/>
                  </a:lnTo>
                  <a:lnTo>
                    <a:pt x="63109" y="26291"/>
                  </a:lnTo>
                  <a:lnTo>
                    <a:pt x="65235" y="26654"/>
                  </a:lnTo>
                  <a:lnTo>
                    <a:pt x="67361" y="27017"/>
                  </a:lnTo>
                  <a:lnTo>
                    <a:pt x="69435" y="27432"/>
                  </a:lnTo>
                  <a:lnTo>
                    <a:pt x="71510" y="27847"/>
                  </a:lnTo>
                  <a:lnTo>
                    <a:pt x="73584" y="28313"/>
                  </a:lnTo>
                  <a:lnTo>
                    <a:pt x="75606" y="28780"/>
                  </a:lnTo>
                  <a:lnTo>
                    <a:pt x="819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5"/>
            <p:cNvSpPr/>
            <p:nvPr/>
          </p:nvSpPr>
          <p:spPr>
            <a:xfrm>
              <a:off x="2785175" y="264050"/>
              <a:ext cx="2049625" cy="719525"/>
            </a:xfrm>
            <a:custGeom>
              <a:avLst/>
              <a:gdLst/>
              <a:ahLst/>
              <a:cxnLst/>
              <a:rect l="l" t="t" r="r" b="b"/>
              <a:pathLst>
                <a:path w="81985" h="28781" fill="none" extrusionOk="0">
                  <a:moveTo>
                    <a:pt x="1" y="0"/>
                  </a:moveTo>
                  <a:lnTo>
                    <a:pt x="6379" y="28780"/>
                  </a:lnTo>
                  <a:lnTo>
                    <a:pt x="6379" y="28780"/>
                  </a:lnTo>
                  <a:lnTo>
                    <a:pt x="8401" y="28313"/>
                  </a:lnTo>
                  <a:lnTo>
                    <a:pt x="10424" y="27847"/>
                  </a:lnTo>
                  <a:lnTo>
                    <a:pt x="12498" y="27432"/>
                  </a:lnTo>
                  <a:lnTo>
                    <a:pt x="14624" y="27017"/>
                  </a:lnTo>
                  <a:lnTo>
                    <a:pt x="16698" y="26654"/>
                  </a:lnTo>
                  <a:lnTo>
                    <a:pt x="18876" y="26291"/>
                  </a:lnTo>
                  <a:lnTo>
                    <a:pt x="21002" y="26032"/>
                  </a:lnTo>
                  <a:lnTo>
                    <a:pt x="23180" y="25721"/>
                  </a:lnTo>
                  <a:lnTo>
                    <a:pt x="25306" y="25461"/>
                  </a:lnTo>
                  <a:lnTo>
                    <a:pt x="27536" y="25254"/>
                  </a:lnTo>
                  <a:lnTo>
                    <a:pt x="29714" y="25098"/>
                  </a:lnTo>
                  <a:lnTo>
                    <a:pt x="31944" y="24943"/>
                  </a:lnTo>
                  <a:lnTo>
                    <a:pt x="34173" y="24839"/>
                  </a:lnTo>
                  <a:lnTo>
                    <a:pt x="36455" y="24735"/>
                  </a:lnTo>
                  <a:lnTo>
                    <a:pt x="38685" y="24684"/>
                  </a:lnTo>
                  <a:lnTo>
                    <a:pt x="40967" y="24684"/>
                  </a:lnTo>
                  <a:lnTo>
                    <a:pt x="40967" y="24684"/>
                  </a:lnTo>
                  <a:lnTo>
                    <a:pt x="43248" y="24684"/>
                  </a:lnTo>
                  <a:lnTo>
                    <a:pt x="45530" y="24735"/>
                  </a:lnTo>
                  <a:lnTo>
                    <a:pt x="47760" y="24839"/>
                  </a:lnTo>
                  <a:lnTo>
                    <a:pt x="50041" y="24943"/>
                  </a:lnTo>
                  <a:lnTo>
                    <a:pt x="52219" y="25098"/>
                  </a:lnTo>
                  <a:lnTo>
                    <a:pt x="54449" y="25254"/>
                  </a:lnTo>
                  <a:lnTo>
                    <a:pt x="56627" y="25461"/>
                  </a:lnTo>
                  <a:lnTo>
                    <a:pt x="58805" y="25721"/>
                  </a:lnTo>
                  <a:lnTo>
                    <a:pt x="60983" y="26032"/>
                  </a:lnTo>
                  <a:lnTo>
                    <a:pt x="63109" y="26291"/>
                  </a:lnTo>
                  <a:lnTo>
                    <a:pt x="65235" y="26654"/>
                  </a:lnTo>
                  <a:lnTo>
                    <a:pt x="67361" y="27017"/>
                  </a:lnTo>
                  <a:lnTo>
                    <a:pt x="69435" y="27432"/>
                  </a:lnTo>
                  <a:lnTo>
                    <a:pt x="71510" y="27847"/>
                  </a:lnTo>
                  <a:lnTo>
                    <a:pt x="73584" y="28313"/>
                  </a:lnTo>
                  <a:lnTo>
                    <a:pt x="75606" y="28780"/>
                  </a:lnTo>
                  <a:lnTo>
                    <a:pt x="8198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5"/>
            <p:cNvSpPr/>
            <p:nvPr/>
          </p:nvSpPr>
          <p:spPr>
            <a:xfrm>
              <a:off x="2900550" y="5414625"/>
              <a:ext cx="235975" cy="62250"/>
            </a:xfrm>
            <a:custGeom>
              <a:avLst/>
              <a:gdLst/>
              <a:ahLst/>
              <a:cxnLst/>
              <a:rect l="l" t="t" r="r" b="b"/>
              <a:pathLst>
                <a:path w="9439" h="2490" extrusionOk="0">
                  <a:moveTo>
                    <a:pt x="3994" y="1"/>
                  </a:moveTo>
                  <a:lnTo>
                    <a:pt x="3371" y="53"/>
                  </a:lnTo>
                  <a:lnTo>
                    <a:pt x="2749" y="208"/>
                  </a:lnTo>
                  <a:lnTo>
                    <a:pt x="2179" y="416"/>
                  </a:lnTo>
                  <a:lnTo>
                    <a:pt x="1660" y="675"/>
                  </a:lnTo>
                  <a:lnTo>
                    <a:pt x="1142" y="1038"/>
                  </a:lnTo>
                  <a:lnTo>
                    <a:pt x="727" y="1453"/>
                  </a:lnTo>
                  <a:lnTo>
                    <a:pt x="312" y="1971"/>
                  </a:lnTo>
                  <a:lnTo>
                    <a:pt x="1" y="2490"/>
                  </a:lnTo>
                  <a:lnTo>
                    <a:pt x="9439" y="2490"/>
                  </a:lnTo>
                  <a:lnTo>
                    <a:pt x="9127" y="1971"/>
                  </a:lnTo>
                  <a:lnTo>
                    <a:pt x="8764" y="1453"/>
                  </a:lnTo>
                  <a:lnTo>
                    <a:pt x="8298" y="1038"/>
                  </a:lnTo>
                  <a:lnTo>
                    <a:pt x="7831" y="675"/>
                  </a:lnTo>
                  <a:lnTo>
                    <a:pt x="7312" y="416"/>
                  </a:lnTo>
                  <a:lnTo>
                    <a:pt x="6742" y="208"/>
                  </a:lnTo>
                  <a:lnTo>
                    <a:pt x="6120" y="53"/>
                  </a:lnTo>
                  <a:lnTo>
                    <a:pt x="5446" y="1"/>
                  </a:lnTo>
                  <a:close/>
                </a:path>
              </a:pathLst>
            </a:custGeom>
            <a:solidFill>
              <a:srgbClr val="F9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5"/>
            <p:cNvSpPr/>
            <p:nvPr/>
          </p:nvSpPr>
          <p:spPr>
            <a:xfrm>
              <a:off x="4483450" y="5414625"/>
              <a:ext cx="234675" cy="62250"/>
            </a:xfrm>
            <a:custGeom>
              <a:avLst/>
              <a:gdLst/>
              <a:ahLst/>
              <a:cxnLst/>
              <a:rect l="l" t="t" r="r" b="b"/>
              <a:pathLst>
                <a:path w="9387" h="2490" extrusionOk="0">
                  <a:moveTo>
                    <a:pt x="3942" y="1"/>
                  </a:moveTo>
                  <a:lnTo>
                    <a:pt x="3319" y="53"/>
                  </a:lnTo>
                  <a:lnTo>
                    <a:pt x="2697" y="208"/>
                  </a:lnTo>
                  <a:lnTo>
                    <a:pt x="2127" y="416"/>
                  </a:lnTo>
                  <a:lnTo>
                    <a:pt x="1608" y="675"/>
                  </a:lnTo>
                  <a:lnTo>
                    <a:pt x="1089" y="1038"/>
                  </a:lnTo>
                  <a:lnTo>
                    <a:pt x="675" y="1453"/>
                  </a:lnTo>
                  <a:lnTo>
                    <a:pt x="312" y="1971"/>
                  </a:lnTo>
                  <a:lnTo>
                    <a:pt x="0" y="2490"/>
                  </a:lnTo>
                  <a:lnTo>
                    <a:pt x="9386" y="2490"/>
                  </a:lnTo>
                  <a:lnTo>
                    <a:pt x="9075" y="1971"/>
                  </a:lnTo>
                  <a:lnTo>
                    <a:pt x="8712" y="1453"/>
                  </a:lnTo>
                  <a:lnTo>
                    <a:pt x="8297" y="1038"/>
                  </a:lnTo>
                  <a:lnTo>
                    <a:pt x="7779" y="675"/>
                  </a:lnTo>
                  <a:lnTo>
                    <a:pt x="7260" y="416"/>
                  </a:lnTo>
                  <a:lnTo>
                    <a:pt x="6690" y="208"/>
                  </a:lnTo>
                  <a:lnTo>
                    <a:pt x="6068" y="53"/>
                  </a:lnTo>
                  <a:lnTo>
                    <a:pt x="5445" y="1"/>
                  </a:lnTo>
                  <a:close/>
                </a:path>
              </a:pathLst>
            </a:custGeom>
            <a:solidFill>
              <a:srgbClr val="F9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5"/>
            <p:cNvSpPr/>
            <p:nvPr/>
          </p:nvSpPr>
          <p:spPr>
            <a:xfrm>
              <a:off x="4483450" y="238125"/>
              <a:ext cx="234675" cy="62250"/>
            </a:xfrm>
            <a:custGeom>
              <a:avLst/>
              <a:gdLst/>
              <a:ahLst/>
              <a:cxnLst/>
              <a:rect l="l" t="t" r="r" b="b"/>
              <a:pathLst>
                <a:path w="9387" h="2490" extrusionOk="0">
                  <a:moveTo>
                    <a:pt x="0" y="0"/>
                  </a:moveTo>
                  <a:lnTo>
                    <a:pt x="312" y="519"/>
                  </a:lnTo>
                  <a:lnTo>
                    <a:pt x="675" y="985"/>
                  </a:lnTo>
                  <a:lnTo>
                    <a:pt x="1089" y="1400"/>
                  </a:lnTo>
                  <a:lnTo>
                    <a:pt x="1608" y="1763"/>
                  </a:lnTo>
                  <a:lnTo>
                    <a:pt x="2127" y="2074"/>
                  </a:lnTo>
                  <a:lnTo>
                    <a:pt x="2697" y="2282"/>
                  </a:lnTo>
                  <a:lnTo>
                    <a:pt x="3319" y="2437"/>
                  </a:lnTo>
                  <a:lnTo>
                    <a:pt x="3942" y="2489"/>
                  </a:lnTo>
                  <a:lnTo>
                    <a:pt x="5445" y="2489"/>
                  </a:lnTo>
                  <a:lnTo>
                    <a:pt x="6068" y="2437"/>
                  </a:lnTo>
                  <a:lnTo>
                    <a:pt x="6690" y="2282"/>
                  </a:lnTo>
                  <a:lnTo>
                    <a:pt x="7260" y="2074"/>
                  </a:lnTo>
                  <a:lnTo>
                    <a:pt x="7779" y="1763"/>
                  </a:lnTo>
                  <a:lnTo>
                    <a:pt x="8297" y="1400"/>
                  </a:lnTo>
                  <a:lnTo>
                    <a:pt x="8712" y="985"/>
                  </a:lnTo>
                  <a:lnTo>
                    <a:pt x="9075" y="519"/>
                  </a:lnTo>
                  <a:lnTo>
                    <a:pt x="93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35"/>
            <p:cNvSpPr/>
            <p:nvPr/>
          </p:nvSpPr>
          <p:spPr>
            <a:xfrm>
              <a:off x="2900550" y="238125"/>
              <a:ext cx="235975" cy="62250"/>
            </a:xfrm>
            <a:custGeom>
              <a:avLst/>
              <a:gdLst/>
              <a:ahLst/>
              <a:cxnLst/>
              <a:rect l="l" t="t" r="r" b="b"/>
              <a:pathLst>
                <a:path w="9439" h="2490" extrusionOk="0">
                  <a:moveTo>
                    <a:pt x="1" y="0"/>
                  </a:moveTo>
                  <a:lnTo>
                    <a:pt x="312" y="519"/>
                  </a:lnTo>
                  <a:lnTo>
                    <a:pt x="727" y="985"/>
                  </a:lnTo>
                  <a:lnTo>
                    <a:pt x="1142" y="1400"/>
                  </a:lnTo>
                  <a:lnTo>
                    <a:pt x="1660" y="1763"/>
                  </a:lnTo>
                  <a:lnTo>
                    <a:pt x="2179" y="2074"/>
                  </a:lnTo>
                  <a:lnTo>
                    <a:pt x="2749" y="2282"/>
                  </a:lnTo>
                  <a:lnTo>
                    <a:pt x="3371" y="2437"/>
                  </a:lnTo>
                  <a:lnTo>
                    <a:pt x="3994" y="2489"/>
                  </a:lnTo>
                  <a:lnTo>
                    <a:pt x="5446" y="2489"/>
                  </a:lnTo>
                  <a:lnTo>
                    <a:pt x="6120" y="2437"/>
                  </a:lnTo>
                  <a:lnTo>
                    <a:pt x="6742" y="2282"/>
                  </a:lnTo>
                  <a:lnTo>
                    <a:pt x="7312" y="2074"/>
                  </a:lnTo>
                  <a:lnTo>
                    <a:pt x="7831" y="1763"/>
                  </a:lnTo>
                  <a:lnTo>
                    <a:pt x="8298" y="1400"/>
                  </a:lnTo>
                  <a:lnTo>
                    <a:pt x="8764" y="985"/>
                  </a:lnTo>
                  <a:lnTo>
                    <a:pt x="9127" y="519"/>
                  </a:lnTo>
                  <a:lnTo>
                    <a:pt x="94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35"/>
            <p:cNvSpPr/>
            <p:nvPr/>
          </p:nvSpPr>
          <p:spPr>
            <a:xfrm>
              <a:off x="3136500" y="2370700"/>
              <a:ext cx="1346975" cy="426525"/>
            </a:xfrm>
            <a:custGeom>
              <a:avLst/>
              <a:gdLst/>
              <a:ahLst/>
              <a:cxnLst/>
              <a:rect l="l" t="t" r="r" b="b"/>
              <a:pathLst>
                <a:path w="53879" h="17061" extrusionOk="0">
                  <a:moveTo>
                    <a:pt x="4512" y="0"/>
                  </a:moveTo>
                  <a:lnTo>
                    <a:pt x="4045" y="52"/>
                  </a:lnTo>
                  <a:lnTo>
                    <a:pt x="3579" y="104"/>
                  </a:lnTo>
                  <a:lnTo>
                    <a:pt x="3164" y="208"/>
                  </a:lnTo>
                  <a:lnTo>
                    <a:pt x="2749" y="363"/>
                  </a:lnTo>
                  <a:lnTo>
                    <a:pt x="2334" y="571"/>
                  </a:lnTo>
                  <a:lnTo>
                    <a:pt x="1971" y="778"/>
                  </a:lnTo>
                  <a:lnTo>
                    <a:pt x="1660" y="1037"/>
                  </a:lnTo>
                  <a:lnTo>
                    <a:pt x="1349" y="1348"/>
                  </a:lnTo>
                  <a:lnTo>
                    <a:pt x="1038" y="1659"/>
                  </a:lnTo>
                  <a:lnTo>
                    <a:pt x="778" y="2022"/>
                  </a:lnTo>
                  <a:lnTo>
                    <a:pt x="571" y="2385"/>
                  </a:lnTo>
                  <a:lnTo>
                    <a:pt x="364" y="2748"/>
                  </a:lnTo>
                  <a:lnTo>
                    <a:pt x="208" y="3163"/>
                  </a:lnTo>
                  <a:lnTo>
                    <a:pt x="104" y="3630"/>
                  </a:lnTo>
                  <a:lnTo>
                    <a:pt x="52" y="4045"/>
                  </a:lnTo>
                  <a:lnTo>
                    <a:pt x="1" y="4512"/>
                  </a:lnTo>
                  <a:lnTo>
                    <a:pt x="1" y="12601"/>
                  </a:lnTo>
                  <a:lnTo>
                    <a:pt x="52" y="13068"/>
                  </a:lnTo>
                  <a:lnTo>
                    <a:pt x="104" y="13483"/>
                  </a:lnTo>
                  <a:lnTo>
                    <a:pt x="208" y="13949"/>
                  </a:lnTo>
                  <a:lnTo>
                    <a:pt x="364" y="14364"/>
                  </a:lnTo>
                  <a:lnTo>
                    <a:pt x="571" y="14727"/>
                  </a:lnTo>
                  <a:lnTo>
                    <a:pt x="778" y="15090"/>
                  </a:lnTo>
                  <a:lnTo>
                    <a:pt x="1038" y="15453"/>
                  </a:lnTo>
                  <a:lnTo>
                    <a:pt x="1349" y="15764"/>
                  </a:lnTo>
                  <a:lnTo>
                    <a:pt x="1660" y="16075"/>
                  </a:lnTo>
                  <a:lnTo>
                    <a:pt x="1971" y="16335"/>
                  </a:lnTo>
                  <a:lnTo>
                    <a:pt x="2334" y="16542"/>
                  </a:lnTo>
                  <a:lnTo>
                    <a:pt x="2749" y="16750"/>
                  </a:lnTo>
                  <a:lnTo>
                    <a:pt x="3164" y="16905"/>
                  </a:lnTo>
                  <a:lnTo>
                    <a:pt x="3579" y="17009"/>
                  </a:lnTo>
                  <a:lnTo>
                    <a:pt x="4045" y="17061"/>
                  </a:lnTo>
                  <a:lnTo>
                    <a:pt x="49834" y="17061"/>
                  </a:lnTo>
                  <a:lnTo>
                    <a:pt x="50249" y="17009"/>
                  </a:lnTo>
                  <a:lnTo>
                    <a:pt x="50715" y="16905"/>
                  </a:lnTo>
                  <a:lnTo>
                    <a:pt x="51130" y="16750"/>
                  </a:lnTo>
                  <a:lnTo>
                    <a:pt x="51493" y="16542"/>
                  </a:lnTo>
                  <a:lnTo>
                    <a:pt x="51856" y="16335"/>
                  </a:lnTo>
                  <a:lnTo>
                    <a:pt x="52219" y="16075"/>
                  </a:lnTo>
                  <a:lnTo>
                    <a:pt x="52530" y="15764"/>
                  </a:lnTo>
                  <a:lnTo>
                    <a:pt x="52841" y="15453"/>
                  </a:lnTo>
                  <a:lnTo>
                    <a:pt x="53101" y="15090"/>
                  </a:lnTo>
                  <a:lnTo>
                    <a:pt x="53308" y="14727"/>
                  </a:lnTo>
                  <a:lnTo>
                    <a:pt x="53516" y="14364"/>
                  </a:lnTo>
                  <a:lnTo>
                    <a:pt x="53671" y="13949"/>
                  </a:lnTo>
                  <a:lnTo>
                    <a:pt x="53775" y="13483"/>
                  </a:lnTo>
                  <a:lnTo>
                    <a:pt x="53827" y="13068"/>
                  </a:lnTo>
                  <a:lnTo>
                    <a:pt x="53878" y="12601"/>
                  </a:lnTo>
                  <a:lnTo>
                    <a:pt x="53878" y="4512"/>
                  </a:lnTo>
                  <a:lnTo>
                    <a:pt x="53827" y="4045"/>
                  </a:lnTo>
                  <a:lnTo>
                    <a:pt x="53775" y="3630"/>
                  </a:lnTo>
                  <a:lnTo>
                    <a:pt x="53671" y="3163"/>
                  </a:lnTo>
                  <a:lnTo>
                    <a:pt x="53516" y="2748"/>
                  </a:lnTo>
                  <a:lnTo>
                    <a:pt x="53308" y="2385"/>
                  </a:lnTo>
                  <a:lnTo>
                    <a:pt x="53101" y="2022"/>
                  </a:lnTo>
                  <a:lnTo>
                    <a:pt x="52841" y="1659"/>
                  </a:lnTo>
                  <a:lnTo>
                    <a:pt x="52530" y="1348"/>
                  </a:lnTo>
                  <a:lnTo>
                    <a:pt x="52219" y="1037"/>
                  </a:lnTo>
                  <a:lnTo>
                    <a:pt x="51856" y="778"/>
                  </a:lnTo>
                  <a:lnTo>
                    <a:pt x="51493" y="571"/>
                  </a:lnTo>
                  <a:lnTo>
                    <a:pt x="51130" y="363"/>
                  </a:lnTo>
                  <a:lnTo>
                    <a:pt x="50715" y="208"/>
                  </a:lnTo>
                  <a:lnTo>
                    <a:pt x="50249" y="104"/>
                  </a:lnTo>
                  <a:lnTo>
                    <a:pt x="49834" y="52"/>
                  </a:lnTo>
                  <a:lnTo>
                    <a:pt x="493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35"/>
            <p:cNvSpPr/>
            <p:nvPr/>
          </p:nvSpPr>
          <p:spPr>
            <a:xfrm>
              <a:off x="3136500" y="2370700"/>
              <a:ext cx="1346975" cy="426525"/>
            </a:xfrm>
            <a:custGeom>
              <a:avLst/>
              <a:gdLst/>
              <a:ahLst/>
              <a:cxnLst/>
              <a:rect l="l" t="t" r="r" b="b"/>
              <a:pathLst>
                <a:path w="53879" h="17061" extrusionOk="0">
                  <a:moveTo>
                    <a:pt x="4512" y="0"/>
                  </a:moveTo>
                  <a:lnTo>
                    <a:pt x="4045" y="52"/>
                  </a:lnTo>
                  <a:lnTo>
                    <a:pt x="3579" y="104"/>
                  </a:lnTo>
                  <a:lnTo>
                    <a:pt x="3164" y="208"/>
                  </a:lnTo>
                  <a:lnTo>
                    <a:pt x="2749" y="363"/>
                  </a:lnTo>
                  <a:lnTo>
                    <a:pt x="2334" y="571"/>
                  </a:lnTo>
                  <a:lnTo>
                    <a:pt x="1971" y="778"/>
                  </a:lnTo>
                  <a:lnTo>
                    <a:pt x="1660" y="1037"/>
                  </a:lnTo>
                  <a:lnTo>
                    <a:pt x="1349" y="1348"/>
                  </a:lnTo>
                  <a:lnTo>
                    <a:pt x="1038" y="1659"/>
                  </a:lnTo>
                  <a:lnTo>
                    <a:pt x="778" y="2022"/>
                  </a:lnTo>
                  <a:lnTo>
                    <a:pt x="571" y="2385"/>
                  </a:lnTo>
                  <a:lnTo>
                    <a:pt x="364" y="2748"/>
                  </a:lnTo>
                  <a:lnTo>
                    <a:pt x="208" y="3163"/>
                  </a:lnTo>
                  <a:lnTo>
                    <a:pt x="104" y="3630"/>
                  </a:lnTo>
                  <a:lnTo>
                    <a:pt x="52" y="4045"/>
                  </a:lnTo>
                  <a:lnTo>
                    <a:pt x="1" y="4512"/>
                  </a:lnTo>
                  <a:lnTo>
                    <a:pt x="1" y="12601"/>
                  </a:lnTo>
                  <a:lnTo>
                    <a:pt x="52" y="13068"/>
                  </a:lnTo>
                  <a:lnTo>
                    <a:pt x="104" y="13483"/>
                  </a:lnTo>
                  <a:lnTo>
                    <a:pt x="208" y="13949"/>
                  </a:lnTo>
                  <a:lnTo>
                    <a:pt x="364" y="14364"/>
                  </a:lnTo>
                  <a:lnTo>
                    <a:pt x="571" y="14727"/>
                  </a:lnTo>
                  <a:lnTo>
                    <a:pt x="778" y="15090"/>
                  </a:lnTo>
                  <a:lnTo>
                    <a:pt x="1038" y="15453"/>
                  </a:lnTo>
                  <a:lnTo>
                    <a:pt x="1349" y="15764"/>
                  </a:lnTo>
                  <a:lnTo>
                    <a:pt x="1660" y="16075"/>
                  </a:lnTo>
                  <a:lnTo>
                    <a:pt x="1971" y="16335"/>
                  </a:lnTo>
                  <a:lnTo>
                    <a:pt x="2334" y="16542"/>
                  </a:lnTo>
                  <a:lnTo>
                    <a:pt x="2749" y="16750"/>
                  </a:lnTo>
                  <a:lnTo>
                    <a:pt x="3164" y="16905"/>
                  </a:lnTo>
                  <a:lnTo>
                    <a:pt x="3579" y="17009"/>
                  </a:lnTo>
                  <a:lnTo>
                    <a:pt x="4045" y="17061"/>
                  </a:lnTo>
                  <a:lnTo>
                    <a:pt x="49834" y="17061"/>
                  </a:lnTo>
                  <a:lnTo>
                    <a:pt x="50249" y="17009"/>
                  </a:lnTo>
                  <a:lnTo>
                    <a:pt x="50715" y="16905"/>
                  </a:lnTo>
                  <a:lnTo>
                    <a:pt x="51130" y="16750"/>
                  </a:lnTo>
                  <a:lnTo>
                    <a:pt x="51493" y="16542"/>
                  </a:lnTo>
                  <a:lnTo>
                    <a:pt x="51856" y="16335"/>
                  </a:lnTo>
                  <a:lnTo>
                    <a:pt x="52219" y="16075"/>
                  </a:lnTo>
                  <a:lnTo>
                    <a:pt x="52530" y="15764"/>
                  </a:lnTo>
                  <a:lnTo>
                    <a:pt x="52841" y="15453"/>
                  </a:lnTo>
                  <a:lnTo>
                    <a:pt x="53101" y="15090"/>
                  </a:lnTo>
                  <a:lnTo>
                    <a:pt x="53308" y="14727"/>
                  </a:lnTo>
                  <a:lnTo>
                    <a:pt x="53516" y="14364"/>
                  </a:lnTo>
                  <a:lnTo>
                    <a:pt x="53671" y="13949"/>
                  </a:lnTo>
                  <a:lnTo>
                    <a:pt x="53775" y="13483"/>
                  </a:lnTo>
                  <a:lnTo>
                    <a:pt x="53827" y="13068"/>
                  </a:lnTo>
                  <a:lnTo>
                    <a:pt x="53878" y="12601"/>
                  </a:lnTo>
                  <a:lnTo>
                    <a:pt x="53878" y="4512"/>
                  </a:lnTo>
                  <a:lnTo>
                    <a:pt x="53827" y="4045"/>
                  </a:lnTo>
                  <a:lnTo>
                    <a:pt x="53775" y="3630"/>
                  </a:lnTo>
                  <a:lnTo>
                    <a:pt x="53671" y="3163"/>
                  </a:lnTo>
                  <a:lnTo>
                    <a:pt x="53516" y="2748"/>
                  </a:lnTo>
                  <a:lnTo>
                    <a:pt x="53308" y="2385"/>
                  </a:lnTo>
                  <a:lnTo>
                    <a:pt x="53101" y="2022"/>
                  </a:lnTo>
                  <a:lnTo>
                    <a:pt x="52841" y="1659"/>
                  </a:lnTo>
                  <a:lnTo>
                    <a:pt x="52530" y="1348"/>
                  </a:lnTo>
                  <a:lnTo>
                    <a:pt x="52219" y="1037"/>
                  </a:lnTo>
                  <a:lnTo>
                    <a:pt x="51856" y="778"/>
                  </a:lnTo>
                  <a:lnTo>
                    <a:pt x="51493" y="571"/>
                  </a:lnTo>
                  <a:lnTo>
                    <a:pt x="51130" y="363"/>
                  </a:lnTo>
                  <a:lnTo>
                    <a:pt x="50715" y="208"/>
                  </a:lnTo>
                  <a:lnTo>
                    <a:pt x="50249" y="104"/>
                  </a:lnTo>
                  <a:lnTo>
                    <a:pt x="49834" y="52"/>
                  </a:lnTo>
                  <a:lnTo>
                    <a:pt x="49367" y="0"/>
                  </a:lnTo>
                  <a:lnTo>
                    <a:pt x="45945" y="0"/>
                  </a:lnTo>
                  <a:lnTo>
                    <a:pt x="46308" y="52"/>
                  </a:lnTo>
                  <a:lnTo>
                    <a:pt x="46722" y="104"/>
                  </a:lnTo>
                  <a:lnTo>
                    <a:pt x="47085" y="208"/>
                  </a:lnTo>
                  <a:lnTo>
                    <a:pt x="47397" y="311"/>
                  </a:lnTo>
                  <a:lnTo>
                    <a:pt x="47760" y="467"/>
                  </a:lnTo>
                  <a:lnTo>
                    <a:pt x="48071" y="674"/>
                  </a:lnTo>
                  <a:lnTo>
                    <a:pt x="48330" y="882"/>
                  </a:lnTo>
                  <a:lnTo>
                    <a:pt x="48641" y="1141"/>
                  </a:lnTo>
                  <a:lnTo>
                    <a:pt x="48848" y="1400"/>
                  </a:lnTo>
                  <a:lnTo>
                    <a:pt x="49108" y="1711"/>
                  </a:lnTo>
                  <a:lnTo>
                    <a:pt x="49263" y="2022"/>
                  </a:lnTo>
                  <a:lnTo>
                    <a:pt x="49419" y="2334"/>
                  </a:lnTo>
                  <a:lnTo>
                    <a:pt x="49574" y="2697"/>
                  </a:lnTo>
                  <a:lnTo>
                    <a:pt x="49678" y="3060"/>
                  </a:lnTo>
                  <a:lnTo>
                    <a:pt x="49730" y="3423"/>
                  </a:lnTo>
                  <a:lnTo>
                    <a:pt x="49730" y="3837"/>
                  </a:lnTo>
                  <a:lnTo>
                    <a:pt x="49730" y="10682"/>
                  </a:lnTo>
                  <a:lnTo>
                    <a:pt x="49730" y="11045"/>
                  </a:lnTo>
                  <a:lnTo>
                    <a:pt x="49678" y="11460"/>
                  </a:lnTo>
                  <a:lnTo>
                    <a:pt x="49574" y="11823"/>
                  </a:lnTo>
                  <a:lnTo>
                    <a:pt x="49419" y="12134"/>
                  </a:lnTo>
                  <a:lnTo>
                    <a:pt x="49263" y="12497"/>
                  </a:lnTo>
                  <a:lnTo>
                    <a:pt x="49108" y="12809"/>
                  </a:lnTo>
                  <a:lnTo>
                    <a:pt x="48848" y="13068"/>
                  </a:lnTo>
                  <a:lnTo>
                    <a:pt x="48641" y="13379"/>
                  </a:lnTo>
                  <a:lnTo>
                    <a:pt x="48330" y="13586"/>
                  </a:lnTo>
                  <a:lnTo>
                    <a:pt x="48071" y="13846"/>
                  </a:lnTo>
                  <a:lnTo>
                    <a:pt x="47760" y="14001"/>
                  </a:lnTo>
                  <a:lnTo>
                    <a:pt x="47397" y="14157"/>
                  </a:lnTo>
                  <a:lnTo>
                    <a:pt x="47085" y="14312"/>
                  </a:lnTo>
                  <a:lnTo>
                    <a:pt x="46722" y="14416"/>
                  </a:lnTo>
                  <a:lnTo>
                    <a:pt x="46308" y="14468"/>
                  </a:lnTo>
                  <a:lnTo>
                    <a:pt x="7520" y="14468"/>
                  </a:lnTo>
                  <a:lnTo>
                    <a:pt x="7157" y="14416"/>
                  </a:lnTo>
                  <a:lnTo>
                    <a:pt x="6794" y="14312"/>
                  </a:lnTo>
                  <a:lnTo>
                    <a:pt x="6431" y="14157"/>
                  </a:lnTo>
                  <a:lnTo>
                    <a:pt x="6119" y="14001"/>
                  </a:lnTo>
                  <a:lnTo>
                    <a:pt x="5808" y="13846"/>
                  </a:lnTo>
                  <a:lnTo>
                    <a:pt x="5497" y="13586"/>
                  </a:lnTo>
                  <a:lnTo>
                    <a:pt x="5238" y="13379"/>
                  </a:lnTo>
                  <a:lnTo>
                    <a:pt x="4979" y="13068"/>
                  </a:lnTo>
                  <a:lnTo>
                    <a:pt x="4771" y="12809"/>
                  </a:lnTo>
                  <a:lnTo>
                    <a:pt x="4564" y="12497"/>
                  </a:lnTo>
                  <a:lnTo>
                    <a:pt x="4408" y="12134"/>
                  </a:lnTo>
                  <a:lnTo>
                    <a:pt x="4305" y="11823"/>
                  </a:lnTo>
                  <a:lnTo>
                    <a:pt x="4201" y="11460"/>
                  </a:lnTo>
                  <a:lnTo>
                    <a:pt x="4149" y="11045"/>
                  </a:lnTo>
                  <a:lnTo>
                    <a:pt x="4149" y="10682"/>
                  </a:lnTo>
                  <a:lnTo>
                    <a:pt x="4149" y="3837"/>
                  </a:lnTo>
                  <a:lnTo>
                    <a:pt x="4149" y="3423"/>
                  </a:lnTo>
                  <a:lnTo>
                    <a:pt x="4201" y="3060"/>
                  </a:lnTo>
                  <a:lnTo>
                    <a:pt x="4305" y="2697"/>
                  </a:lnTo>
                  <a:lnTo>
                    <a:pt x="4408" y="2334"/>
                  </a:lnTo>
                  <a:lnTo>
                    <a:pt x="4564" y="2022"/>
                  </a:lnTo>
                  <a:lnTo>
                    <a:pt x="4771" y="1711"/>
                  </a:lnTo>
                  <a:lnTo>
                    <a:pt x="4979" y="1400"/>
                  </a:lnTo>
                  <a:lnTo>
                    <a:pt x="5238" y="1141"/>
                  </a:lnTo>
                  <a:lnTo>
                    <a:pt x="5497" y="882"/>
                  </a:lnTo>
                  <a:lnTo>
                    <a:pt x="5808" y="674"/>
                  </a:lnTo>
                  <a:lnTo>
                    <a:pt x="6119" y="467"/>
                  </a:lnTo>
                  <a:lnTo>
                    <a:pt x="6431" y="311"/>
                  </a:lnTo>
                  <a:lnTo>
                    <a:pt x="6794" y="208"/>
                  </a:lnTo>
                  <a:lnTo>
                    <a:pt x="7157" y="104"/>
                  </a:lnTo>
                  <a:lnTo>
                    <a:pt x="7520" y="52"/>
                  </a:lnTo>
                  <a:lnTo>
                    <a:pt x="79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35"/>
            <p:cNvSpPr/>
            <p:nvPr/>
          </p:nvSpPr>
          <p:spPr>
            <a:xfrm>
              <a:off x="3517650" y="2466625"/>
              <a:ext cx="156875" cy="193175"/>
            </a:xfrm>
            <a:custGeom>
              <a:avLst/>
              <a:gdLst/>
              <a:ahLst/>
              <a:cxnLst/>
              <a:rect l="l" t="t" r="r" b="b"/>
              <a:pathLst>
                <a:path w="6275" h="7727" extrusionOk="0">
                  <a:moveTo>
                    <a:pt x="0" y="0"/>
                  </a:moveTo>
                  <a:lnTo>
                    <a:pt x="0" y="1349"/>
                  </a:lnTo>
                  <a:lnTo>
                    <a:pt x="2334" y="1349"/>
                  </a:lnTo>
                  <a:lnTo>
                    <a:pt x="2334" y="7727"/>
                  </a:lnTo>
                  <a:lnTo>
                    <a:pt x="3941" y="7727"/>
                  </a:lnTo>
                  <a:lnTo>
                    <a:pt x="3941" y="1349"/>
                  </a:lnTo>
                  <a:lnTo>
                    <a:pt x="6275" y="1349"/>
                  </a:lnTo>
                  <a:lnTo>
                    <a:pt x="62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35"/>
            <p:cNvSpPr/>
            <p:nvPr/>
          </p:nvSpPr>
          <p:spPr>
            <a:xfrm>
              <a:off x="3664125" y="2466625"/>
              <a:ext cx="184125" cy="193175"/>
            </a:xfrm>
            <a:custGeom>
              <a:avLst/>
              <a:gdLst/>
              <a:ahLst/>
              <a:cxnLst/>
              <a:rect l="l" t="t" r="r" b="b"/>
              <a:pathLst>
                <a:path w="7365" h="7727" extrusionOk="0">
                  <a:moveTo>
                    <a:pt x="3683" y="1764"/>
                  </a:moveTo>
                  <a:lnTo>
                    <a:pt x="4668" y="4823"/>
                  </a:lnTo>
                  <a:lnTo>
                    <a:pt x="2697" y="4823"/>
                  </a:lnTo>
                  <a:lnTo>
                    <a:pt x="3683" y="1764"/>
                  </a:lnTo>
                  <a:close/>
                  <a:moveTo>
                    <a:pt x="2801" y="0"/>
                  </a:moveTo>
                  <a:lnTo>
                    <a:pt x="1" y="7727"/>
                  </a:lnTo>
                  <a:lnTo>
                    <a:pt x="1712" y="7727"/>
                  </a:lnTo>
                  <a:lnTo>
                    <a:pt x="2231" y="6171"/>
                  </a:lnTo>
                  <a:lnTo>
                    <a:pt x="5083" y="6171"/>
                  </a:lnTo>
                  <a:lnTo>
                    <a:pt x="5601" y="7727"/>
                  </a:lnTo>
                  <a:lnTo>
                    <a:pt x="7364" y="7727"/>
                  </a:lnTo>
                  <a:lnTo>
                    <a:pt x="46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35"/>
            <p:cNvSpPr/>
            <p:nvPr/>
          </p:nvSpPr>
          <p:spPr>
            <a:xfrm>
              <a:off x="3856000" y="2466625"/>
              <a:ext cx="172450" cy="193175"/>
            </a:xfrm>
            <a:custGeom>
              <a:avLst/>
              <a:gdLst/>
              <a:ahLst/>
              <a:cxnLst/>
              <a:rect l="l" t="t" r="r" b="b"/>
              <a:pathLst>
                <a:path w="6898" h="7727" extrusionOk="0">
                  <a:moveTo>
                    <a:pt x="156" y="0"/>
                  </a:moveTo>
                  <a:lnTo>
                    <a:pt x="2541" y="3786"/>
                  </a:lnTo>
                  <a:lnTo>
                    <a:pt x="0" y="7727"/>
                  </a:lnTo>
                  <a:lnTo>
                    <a:pt x="1919" y="7727"/>
                  </a:lnTo>
                  <a:lnTo>
                    <a:pt x="3475" y="5082"/>
                  </a:lnTo>
                  <a:lnTo>
                    <a:pt x="4927" y="7727"/>
                  </a:lnTo>
                  <a:lnTo>
                    <a:pt x="6897" y="7727"/>
                  </a:lnTo>
                  <a:lnTo>
                    <a:pt x="4408" y="3734"/>
                  </a:lnTo>
                  <a:lnTo>
                    <a:pt x="6742" y="0"/>
                  </a:lnTo>
                  <a:lnTo>
                    <a:pt x="4875" y="0"/>
                  </a:lnTo>
                  <a:lnTo>
                    <a:pt x="3475" y="2541"/>
                  </a:lnTo>
                  <a:lnTo>
                    <a:pt x="20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35"/>
            <p:cNvSpPr/>
            <p:nvPr/>
          </p:nvSpPr>
          <p:spPr>
            <a:xfrm>
              <a:off x="4049150" y="2466625"/>
              <a:ext cx="40225" cy="193175"/>
            </a:xfrm>
            <a:custGeom>
              <a:avLst/>
              <a:gdLst/>
              <a:ahLst/>
              <a:cxnLst/>
              <a:rect l="l" t="t" r="r" b="b"/>
              <a:pathLst>
                <a:path w="1609" h="7727" extrusionOk="0">
                  <a:moveTo>
                    <a:pt x="1" y="0"/>
                  </a:moveTo>
                  <a:lnTo>
                    <a:pt x="1" y="7727"/>
                  </a:lnTo>
                  <a:lnTo>
                    <a:pt x="1608" y="7727"/>
                  </a:lnTo>
                  <a:lnTo>
                    <a:pt x="16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03" name="Google Shape;2203;p35"/>
          <p:cNvSpPr/>
          <p:nvPr/>
        </p:nvSpPr>
        <p:spPr>
          <a:xfrm>
            <a:off x="6431100" y="3704351"/>
            <a:ext cx="1008900" cy="1008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Fira Sans Extra Condensed"/>
                <a:ea typeface="Fira Sans Extra Condensed"/>
                <a:cs typeface="Fira Sans Extra Condensed"/>
                <a:sym typeface="Fira Sans Extra Condensed"/>
              </a:rPr>
              <a:t>%</a:t>
            </a:r>
            <a:endParaRPr>
              <a:solidFill>
                <a:schemeClr val="accent1"/>
              </a:solidFill>
            </a:endParaRPr>
          </a:p>
        </p:txBody>
      </p:sp>
      <p:sp>
        <p:nvSpPr>
          <p:cNvPr id="2204" name="Google Shape;2204;p35"/>
          <p:cNvSpPr/>
          <p:nvPr/>
        </p:nvSpPr>
        <p:spPr>
          <a:xfrm>
            <a:off x="7563712" y="3704351"/>
            <a:ext cx="1008900" cy="10089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endParaRPr>
          </a:p>
        </p:txBody>
      </p:sp>
      <p:grpSp>
        <p:nvGrpSpPr>
          <p:cNvPr id="2205" name="Google Shape;2205;p35"/>
          <p:cNvGrpSpPr/>
          <p:nvPr/>
        </p:nvGrpSpPr>
        <p:grpSpPr>
          <a:xfrm>
            <a:off x="6722126" y="3980216"/>
            <a:ext cx="426826" cy="457170"/>
            <a:chOff x="3955875" y="1515650"/>
            <a:chExt cx="607150" cy="644900"/>
          </a:xfrm>
        </p:grpSpPr>
        <p:sp>
          <p:nvSpPr>
            <p:cNvPr id="2206" name="Google Shape;2206;p35"/>
            <p:cNvSpPr/>
            <p:nvPr/>
          </p:nvSpPr>
          <p:spPr>
            <a:xfrm>
              <a:off x="4468525" y="1933375"/>
              <a:ext cx="37800" cy="39925"/>
            </a:xfrm>
            <a:custGeom>
              <a:avLst/>
              <a:gdLst/>
              <a:ahLst/>
              <a:cxnLst/>
              <a:rect l="l" t="t" r="r" b="b"/>
              <a:pathLst>
                <a:path w="1512" h="1597" extrusionOk="0">
                  <a:moveTo>
                    <a:pt x="0" y="1"/>
                  </a:moveTo>
                  <a:lnTo>
                    <a:pt x="0" y="1596"/>
                  </a:lnTo>
                  <a:lnTo>
                    <a:pt x="370" y="1546"/>
                  </a:lnTo>
                  <a:lnTo>
                    <a:pt x="756" y="1529"/>
                  </a:lnTo>
                  <a:lnTo>
                    <a:pt x="1142" y="1546"/>
                  </a:lnTo>
                  <a:lnTo>
                    <a:pt x="1512" y="1596"/>
                  </a:lnTo>
                  <a:lnTo>
                    <a:pt x="15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35"/>
            <p:cNvSpPr/>
            <p:nvPr/>
          </p:nvSpPr>
          <p:spPr>
            <a:xfrm>
              <a:off x="4468525" y="1933375"/>
              <a:ext cx="37800" cy="39925"/>
            </a:xfrm>
            <a:custGeom>
              <a:avLst/>
              <a:gdLst/>
              <a:ahLst/>
              <a:cxnLst/>
              <a:rect l="l" t="t" r="r" b="b"/>
              <a:pathLst>
                <a:path w="1512" h="1597" fill="none" extrusionOk="0">
                  <a:moveTo>
                    <a:pt x="1512" y="1596"/>
                  </a:moveTo>
                  <a:lnTo>
                    <a:pt x="1512" y="1"/>
                  </a:lnTo>
                  <a:lnTo>
                    <a:pt x="0" y="1"/>
                  </a:lnTo>
                  <a:lnTo>
                    <a:pt x="0" y="1596"/>
                  </a:lnTo>
                  <a:lnTo>
                    <a:pt x="0" y="1596"/>
                  </a:lnTo>
                  <a:lnTo>
                    <a:pt x="370" y="1546"/>
                  </a:lnTo>
                  <a:lnTo>
                    <a:pt x="756" y="1529"/>
                  </a:lnTo>
                  <a:lnTo>
                    <a:pt x="756" y="1529"/>
                  </a:lnTo>
                  <a:lnTo>
                    <a:pt x="1142" y="1546"/>
                  </a:lnTo>
                  <a:lnTo>
                    <a:pt x="1512" y="1596"/>
                  </a:lnTo>
                  <a:lnTo>
                    <a:pt x="1512" y="1596"/>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35"/>
            <p:cNvSpPr/>
            <p:nvPr/>
          </p:nvSpPr>
          <p:spPr>
            <a:xfrm>
              <a:off x="4506300" y="197327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35"/>
            <p:cNvSpPr/>
            <p:nvPr/>
          </p:nvSpPr>
          <p:spPr>
            <a:xfrm>
              <a:off x="4213250" y="1800300"/>
              <a:ext cx="293075" cy="95325"/>
            </a:xfrm>
            <a:custGeom>
              <a:avLst/>
              <a:gdLst/>
              <a:ahLst/>
              <a:cxnLst/>
              <a:rect l="l" t="t" r="r" b="b"/>
              <a:pathLst>
                <a:path w="11723" h="3813" extrusionOk="0">
                  <a:moveTo>
                    <a:pt x="1" y="0"/>
                  </a:moveTo>
                  <a:lnTo>
                    <a:pt x="320" y="151"/>
                  </a:lnTo>
                  <a:lnTo>
                    <a:pt x="622" y="319"/>
                  </a:lnTo>
                  <a:lnTo>
                    <a:pt x="924" y="504"/>
                  </a:lnTo>
                  <a:lnTo>
                    <a:pt x="1227" y="689"/>
                  </a:lnTo>
                  <a:lnTo>
                    <a:pt x="1512" y="890"/>
                  </a:lnTo>
                  <a:lnTo>
                    <a:pt x="1781" y="1109"/>
                  </a:lnTo>
                  <a:lnTo>
                    <a:pt x="2050" y="1344"/>
                  </a:lnTo>
                  <a:lnTo>
                    <a:pt x="2301" y="1579"/>
                  </a:lnTo>
                  <a:lnTo>
                    <a:pt x="2553" y="1814"/>
                  </a:lnTo>
                  <a:lnTo>
                    <a:pt x="2788" y="2083"/>
                  </a:lnTo>
                  <a:lnTo>
                    <a:pt x="3007" y="2335"/>
                  </a:lnTo>
                  <a:lnTo>
                    <a:pt x="3225" y="2620"/>
                  </a:lnTo>
                  <a:lnTo>
                    <a:pt x="3427" y="2906"/>
                  </a:lnTo>
                  <a:lnTo>
                    <a:pt x="3611" y="3191"/>
                  </a:lnTo>
                  <a:lnTo>
                    <a:pt x="3796" y="3493"/>
                  </a:lnTo>
                  <a:lnTo>
                    <a:pt x="3964" y="3813"/>
                  </a:lnTo>
                  <a:lnTo>
                    <a:pt x="11723" y="3813"/>
                  </a:lnTo>
                  <a:lnTo>
                    <a:pt x="11723" y="2267"/>
                  </a:lnTo>
                  <a:lnTo>
                    <a:pt x="11706" y="2032"/>
                  </a:lnTo>
                  <a:lnTo>
                    <a:pt x="11672" y="1814"/>
                  </a:lnTo>
                  <a:lnTo>
                    <a:pt x="11622" y="1596"/>
                  </a:lnTo>
                  <a:lnTo>
                    <a:pt x="11538" y="1394"/>
                  </a:lnTo>
                  <a:lnTo>
                    <a:pt x="11454" y="1193"/>
                  </a:lnTo>
                  <a:lnTo>
                    <a:pt x="11337" y="1008"/>
                  </a:lnTo>
                  <a:lnTo>
                    <a:pt x="11202" y="823"/>
                  </a:lnTo>
                  <a:lnTo>
                    <a:pt x="11051" y="672"/>
                  </a:lnTo>
                  <a:lnTo>
                    <a:pt x="10900" y="521"/>
                  </a:lnTo>
                  <a:lnTo>
                    <a:pt x="10715" y="387"/>
                  </a:lnTo>
                  <a:lnTo>
                    <a:pt x="10530" y="286"/>
                  </a:lnTo>
                  <a:lnTo>
                    <a:pt x="10329" y="185"/>
                  </a:lnTo>
                  <a:lnTo>
                    <a:pt x="10127" y="101"/>
                  </a:lnTo>
                  <a:lnTo>
                    <a:pt x="9909" y="51"/>
                  </a:lnTo>
                  <a:lnTo>
                    <a:pt x="9691" y="17"/>
                  </a:lnTo>
                  <a:lnTo>
                    <a:pt x="94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35"/>
            <p:cNvSpPr/>
            <p:nvPr/>
          </p:nvSpPr>
          <p:spPr>
            <a:xfrm>
              <a:off x="4213250" y="1800300"/>
              <a:ext cx="293075" cy="95325"/>
            </a:xfrm>
            <a:custGeom>
              <a:avLst/>
              <a:gdLst/>
              <a:ahLst/>
              <a:cxnLst/>
              <a:rect l="l" t="t" r="r" b="b"/>
              <a:pathLst>
                <a:path w="11723" h="3813" fill="none" extrusionOk="0">
                  <a:moveTo>
                    <a:pt x="3964" y="3813"/>
                  </a:moveTo>
                  <a:lnTo>
                    <a:pt x="11723" y="3813"/>
                  </a:lnTo>
                  <a:lnTo>
                    <a:pt x="11723" y="2267"/>
                  </a:lnTo>
                  <a:lnTo>
                    <a:pt x="11723" y="2267"/>
                  </a:lnTo>
                  <a:lnTo>
                    <a:pt x="11706" y="2032"/>
                  </a:lnTo>
                  <a:lnTo>
                    <a:pt x="11672" y="1814"/>
                  </a:lnTo>
                  <a:lnTo>
                    <a:pt x="11622" y="1596"/>
                  </a:lnTo>
                  <a:lnTo>
                    <a:pt x="11538" y="1394"/>
                  </a:lnTo>
                  <a:lnTo>
                    <a:pt x="11454" y="1193"/>
                  </a:lnTo>
                  <a:lnTo>
                    <a:pt x="11337" y="1008"/>
                  </a:lnTo>
                  <a:lnTo>
                    <a:pt x="11202" y="823"/>
                  </a:lnTo>
                  <a:lnTo>
                    <a:pt x="11051" y="672"/>
                  </a:lnTo>
                  <a:lnTo>
                    <a:pt x="10900" y="521"/>
                  </a:lnTo>
                  <a:lnTo>
                    <a:pt x="10715" y="387"/>
                  </a:lnTo>
                  <a:lnTo>
                    <a:pt x="10530" y="286"/>
                  </a:lnTo>
                  <a:lnTo>
                    <a:pt x="10329" y="185"/>
                  </a:lnTo>
                  <a:lnTo>
                    <a:pt x="10127" y="101"/>
                  </a:lnTo>
                  <a:lnTo>
                    <a:pt x="9909" y="51"/>
                  </a:lnTo>
                  <a:lnTo>
                    <a:pt x="9691" y="17"/>
                  </a:lnTo>
                  <a:lnTo>
                    <a:pt x="9456" y="0"/>
                  </a:lnTo>
                  <a:lnTo>
                    <a:pt x="1" y="0"/>
                  </a:lnTo>
                  <a:lnTo>
                    <a:pt x="1" y="0"/>
                  </a:lnTo>
                  <a:lnTo>
                    <a:pt x="320" y="151"/>
                  </a:lnTo>
                  <a:lnTo>
                    <a:pt x="622" y="319"/>
                  </a:lnTo>
                  <a:lnTo>
                    <a:pt x="924" y="504"/>
                  </a:lnTo>
                  <a:lnTo>
                    <a:pt x="1227" y="689"/>
                  </a:lnTo>
                  <a:lnTo>
                    <a:pt x="1512" y="890"/>
                  </a:lnTo>
                  <a:lnTo>
                    <a:pt x="1781" y="1109"/>
                  </a:lnTo>
                  <a:lnTo>
                    <a:pt x="2050" y="1344"/>
                  </a:lnTo>
                  <a:lnTo>
                    <a:pt x="2301" y="1579"/>
                  </a:lnTo>
                  <a:lnTo>
                    <a:pt x="2553" y="1814"/>
                  </a:lnTo>
                  <a:lnTo>
                    <a:pt x="2788" y="2083"/>
                  </a:lnTo>
                  <a:lnTo>
                    <a:pt x="3007" y="2335"/>
                  </a:lnTo>
                  <a:lnTo>
                    <a:pt x="3225" y="2620"/>
                  </a:lnTo>
                  <a:lnTo>
                    <a:pt x="3427" y="2906"/>
                  </a:lnTo>
                  <a:lnTo>
                    <a:pt x="3611" y="3191"/>
                  </a:lnTo>
                  <a:lnTo>
                    <a:pt x="3796" y="3493"/>
                  </a:lnTo>
                  <a:lnTo>
                    <a:pt x="3964" y="3813"/>
                  </a:lnTo>
                  <a:lnTo>
                    <a:pt x="3964" y="381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35"/>
            <p:cNvSpPr/>
            <p:nvPr/>
          </p:nvSpPr>
          <p:spPr>
            <a:xfrm>
              <a:off x="4312350" y="189560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35"/>
            <p:cNvSpPr/>
            <p:nvPr/>
          </p:nvSpPr>
          <p:spPr>
            <a:xfrm>
              <a:off x="4050775" y="1515650"/>
              <a:ext cx="75600" cy="280050"/>
            </a:xfrm>
            <a:custGeom>
              <a:avLst/>
              <a:gdLst/>
              <a:ahLst/>
              <a:cxnLst/>
              <a:rect l="l" t="t" r="r" b="b"/>
              <a:pathLst>
                <a:path w="3024" h="11202" extrusionOk="0">
                  <a:moveTo>
                    <a:pt x="0" y="0"/>
                  </a:moveTo>
                  <a:lnTo>
                    <a:pt x="0" y="11202"/>
                  </a:lnTo>
                  <a:lnTo>
                    <a:pt x="370" y="11067"/>
                  </a:lnTo>
                  <a:lnTo>
                    <a:pt x="723" y="10966"/>
                  </a:lnTo>
                  <a:lnTo>
                    <a:pt x="1092" y="10866"/>
                  </a:lnTo>
                  <a:lnTo>
                    <a:pt x="1478" y="10782"/>
                  </a:lnTo>
                  <a:lnTo>
                    <a:pt x="1848" y="10715"/>
                  </a:lnTo>
                  <a:lnTo>
                    <a:pt x="2234" y="10664"/>
                  </a:lnTo>
                  <a:lnTo>
                    <a:pt x="2637" y="10647"/>
                  </a:lnTo>
                  <a:lnTo>
                    <a:pt x="3023" y="10631"/>
                  </a:lnTo>
                  <a:lnTo>
                    <a:pt x="3023" y="2267"/>
                  </a:lnTo>
                  <a:lnTo>
                    <a:pt x="3023" y="2032"/>
                  </a:lnTo>
                  <a:lnTo>
                    <a:pt x="2990" y="1814"/>
                  </a:lnTo>
                  <a:lnTo>
                    <a:pt x="2923" y="1595"/>
                  </a:lnTo>
                  <a:lnTo>
                    <a:pt x="2855" y="1394"/>
                  </a:lnTo>
                  <a:lnTo>
                    <a:pt x="2755" y="1192"/>
                  </a:lnTo>
                  <a:lnTo>
                    <a:pt x="2637" y="1008"/>
                  </a:lnTo>
                  <a:lnTo>
                    <a:pt x="2519" y="823"/>
                  </a:lnTo>
                  <a:lnTo>
                    <a:pt x="2368" y="672"/>
                  </a:lnTo>
                  <a:lnTo>
                    <a:pt x="2200" y="521"/>
                  </a:lnTo>
                  <a:lnTo>
                    <a:pt x="2032" y="386"/>
                  </a:lnTo>
                  <a:lnTo>
                    <a:pt x="1848" y="285"/>
                  </a:lnTo>
                  <a:lnTo>
                    <a:pt x="1646" y="185"/>
                  </a:lnTo>
                  <a:lnTo>
                    <a:pt x="1428" y="101"/>
                  </a:lnTo>
                  <a:lnTo>
                    <a:pt x="1226" y="50"/>
                  </a:lnTo>
                  <a:lnTo>
                    <a:pt x="991" y="17"/>
                  </a:lnTo>
                  <a:lnTo>
                    <a:pt x="7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35"/>
            <p:cNvSpPr/>
            <p:nvPr/>
          </p:nvSpPr>
          <p:spPr>
            <a:xfrm>
              <a:off x="4050775" y="1515650"/>
              <a:ext cx="75600" cy="280050"/>
            </a:xfrm>
            <a:custGeom>
              <a:avLst/>
              <a:gdLst/>
              <a:ahLst/>
              <a:cxnLst/>
              <a:rect l="l" t="t" r="r" b="b"/>
              <a:pathLst>
                <a:path w="3024" h="11202" fill="none" extrusionOk="0">
                  <a:moveTo>
                    <a:pt x="3023" y="10631"/>
                  </a:moveTo>
                  <a:lnTo>
                    <a:pt x="3023" y="2267"/>
                  </a:lnTo>
                  <a:lnTo>
                    <a:pt x="3023" y="2267"/>
                  </a:lnTo>
                  <a:lnTo>
                    <a:pt x="3023" y="2032"/>
                  </a:lnTo>
                  <a:lnTo>
                    <a:pt x="2990" y="1814"/>
                  </a:lnTo>
                  <a:lnTo>
                    <a:pt x="2923" y="1595"/>
                  </a:lnTo>
                  <a:lnTo>
                    <a:pt x="2855" y="1394"/>
                  </a:lnTo>
                  <a:lnTo>
                    <a:pt x="2755" y="1192"/>
                  </a:lnTo>
                  <a:lnTo>
                    <a:pt x="2637" y="1008"/>
                  </a:lnTo>
                  <a:lnTo>
                    <a:pt x="2519" y="823"/>
                  </a:lnTo>
                  <a:lnTo>
                    <a:pt x="2368" y="672"/>
                  </a:lnTo>
                  <a:lnTo>
                    <a:pt x="2200" y="521"/>
                  </a:lnTo>
                  <a:lnTo>
                    <a:pt x="2032" y="386"/>
                  </a:lnTo>
                  <a:lnTo>
                    <a:pt x="1848" y="285"/>
                  </a:lnTo>
                  <a:lnTo>
                    <a:pt x="1646" y="185"/>
                  </a:lnTo>
                  <a:lnTo>
                    <a:pt x="1428" y="101"/>
                  </a:lnTo>
                  <a:lnTo>
                    <a:pt x="1226" y="50"/>
                  </a:lnTo>
                  <a:lnTo>
                    <a:pt x="991" y="17"/>
                  </a:lnTo>
                  <a:lnTo>
                    <a:pt x="756" y="0"/>
                  </a:lnTo>
                  <a:lnTo>
                    <a:pt x="0" y="0"/>
                  </a:lnTo>
                  <a:lnTo>
                    <a:pt x="0" y="11202"/>
                  </a:lnTo>
                  <a:lnTo>
                    <a:pt x="0" y="11202"/>
                  </a:lnTo>
                  <a:lnTo>
                    <a:pt x="370" y="11067"/>
                  </a:lnTo>
                  <a:lnTo>
                    <a:pt x="723" y="10966"/>
                  </a:lnTo>
                  <a:lnTo>
                    <a:pt x="1092" y="10866"/>
                  </a:lnTo>
                  <a:lnTo>
                    <a:pt x="1478" y="10782"/>
                  </a:lnTo>
                  <a:lnTo>
                    <a:pt x="1848" y="10715"/>
                  </a:lnTo>
                  <a:lnTo>
                    <a:pt x="2234" y="10664"/>
                  </a:lnTo>
                  <a:lnTo>
                    <a:pt x="2637" y="10647"/>
                  </a:lnTo>
                  <a:lnTo>
                    <a:pt x="3023" y="10631"/>
                  </a:lnTo>
                  <a:lnTo>
                    <a:pt x="3023" y="1063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35"/>
            <p:cNvSpPr/>
            <p:nvPr/>
          </p:nvSpPr>
          <p:spPr>
            <a:xfrm>
              <a:off x="4126350" y="178140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35"/>
            <p:cNvSpPr/>
            <p:nvPr/>
          </p:nvSpPr>
          <p:spPr>
            <a:xfrm>
              <a:off x="3955875" y="1515650"/>
              <a:ext cx="57125" cy="37800"/>
            </a:xfrm>
            <a:custGeom>
              <a:avLst/>
              <a:gdLst/>
              <a:ahLst/>
              <a:cxnLst/>
              <a:rect l="l" t="t" r="r" b="b"/>
              <a:pathLst>
                <a:path w="2285" h="1512" extrusionOk="0">
                  <a:moveTo>
                    <a:pt x="1" y="0"/>
                  </a:moveTo>
                  <a:lnTo>
                    <a:pt x="1" y="1511"/>
                  </a:lnTo>
                  <a:lnTo>
                    <a:pt x="2285" y="1511"/>
                  </a:lnTo>
                  <a:lnTo>
                    <a:pt x="22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35"/>
            <p:cNvSpPr/>
            <p:nvPr/>
          </p:nvSpPr>
          <p:spPr>
            <a:xfrm>
              <a:off x="4164125" y="1686925"/>
              <a:ext cx="285525" cy="75600"/>
            </a:xfrm>
            <a:custGeom>
              <a:avLst/>
              <a:gdLst/>
              <a:ahLst/>
              <a:cxnLst/>
              <a:rect l="l" t="t" r="r" b="b"/>
              <a:pathLst>
                <a:path w="11421" h="3024" extrusionOk="0">
                  <a:moveTo>
                    <a:pt x="1" y="1"/>
                  </a:moveTo>
                  <a:lnTo>
                    <a:pt x="1" y="3024"/>
                  </a:lnTo>
                  <a:lnTo>
                    <a:pt x="11421" y="3024"/>
                  </a:lnTo>
                  <a:lnTo>
                    <a:pt x="114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35"/>
            <p:cNvSpPr/>
            <p:nvPr/>
          </p:nvSpPr>
          <p:spPr>
            <a:xfrm>
              <a:off x="4031450" y="1894750"/>
              <a:ext cx="190225" cy="190225"/>
            </a:xfrm>
            <a:custGeom>
              <a:avLst/>
              <a:gdLst/>
              <a:ahLst/>
              <a:cxnLst/>
              <a:rect l="l" t="t" r="r" b="b"/>
              <a:pathLst>
                <a:path w="7609" h="7609" extrusionOk="0">
                  <a:moveTo>
                    <a:pt x="3796" y="1"/>
                  </a:moveTo>
                  <a:lnTo>
                    <a:pt x="3410" y="18"/>
                  </a:lnTo>
                  <a:lnTo>
                    <a:pt x="3041" y="85"/>
                  </a:lnTo>
                  <a:lnTo>
                    <a:pt x="2671" y="169"/>
                  </a:lnTo>
                  <a:lnTo>
                    <a:pt x="2318" y="303"/>
                  </a:lnTo>
                  <a:lnTo>
                    <a:pt x="1983" y="471"/>
                  </a:lnTo>
                  <a:lnTo>
                    <a:pt x="1680" y="656"/>
                  </a:lnTo>
                  <a:lnTo>
                    <a:pt x="1378" y="874"/>
                  </a:lnTo>
                  <a:lnTo>
                    <a:pt x="1109" y="1126"/>
                  </a:lnTo>
                  <a:lnTo>
                    <a:pt x="874" y="1395"/>
                  </a:lnTo>
                  <a:lnTo>
                    <a:pt x="656" y="1680"/>
                  </a:lnTo>
                  <a:lnTo>
                    <a:pt x="454" y="1999"/>
                  </a:lnTo>
                  <a:lnTo>
                    <a:pt x="303" y="2335"/>
                  </a:lnTo>
                  <a:lnTo>
                    <a:pt x="169" y="2671"/>
                  </a:lnTo>
                  <a:lnTo>
                    <a:pt x="85" y="3041"/>
                  </a:lnTo>
                  <a:lnTo>
                    <a:pt x="18" y="3427"/>
                  </a:lnTo>
                  <a:lnTo>
                    <a:pt x="1" y="3813"/>
                  </a:lnTo>
                  <a:lnTo>
                    <a:pt x="18" y="4199"/>
                  </a:lnTo>
                  <a:lnTo>
                    <a:pt x="85" y="4569"/>
                  </a:lnTo>
                  <a:lnTo>
                    <a:pt x="169" y="4938"/>
                  </a:lnTo>
                  <a:lnTo>
                    <a:pt x="303" y="5291"/>
                  </a:lnTo>
                  <a:lnTo>
                    <a:pt x="454" y="5627"/>
                  </a:lnTo>
                  <a:lnTo>
                    <a:pt x="656" y="5929"/>
                  </a:lnTo>
                  <a:lnTo>
                    <a:pt x="874" y="6232"/>
                  </a:lnTo>
                  <a:lnTo>
                    <a:pt x="1109" y="6500"/>
                  </a:lnTo>
                  <a:lnTo>
                    <a:pt x="1378" y="6735"/>
                  </a:lnTo>
                  <a:lnTo>
                    <a:pt x="1680" y="6970"/>
                  </a:lnTo>
                  <a:lnTo>
                    <a:pt x="1983" y="7155"/>
                  </a:lnTo>
                  <a:lnTo>
                    <a:pt x="2318" y="7306"/>
                  </a:lnTo>
                  <a:lnTo>
                    <a:pt x="2671" y="7441"/>
                  </a:lnTo>
                  <a:lnTo>
                    <a:pt x="3041" y="7541"/>
                  </a:lnTo>
                  <a:lnTo>
                    <a:pt x="3410" y="7592"/>
                  </a:lnTo>
                  <a:lnTo>
                    <a:pt x="3796" y="7609"/>
                  </a:lnTo>
                  <a:lnTo>
                    <a:pt x="4199" y="7592"/>
                  </a:lnTo>
                  <a:lnTo>
                    <a:pt x="4569" y="7541"/>
                  </a:lnTo>
                  <a:lnTo>
                    <a:pt x="4938" y="7441"/>
                  </a:lnTo>
                  <a:lnTo>
                    <a:pt x="5291" y="7306"/>
                  </a:lnTo>
                  <a:lnTo>
                    <a:pt x="5610" y="7155"/>
                  </a:lnTo>
                  <a:lnTo>
                    <a:pt x="5929" y="6970"/>
                  </a:lnTo>
                  <a:lnTo>
                    <a:pt x="6215" y="6735"/>
                  </a:lnTo>
                  <a:lnTo>
                    <a:pt x="6500" y="6500"/>
                  </a:lnTo>
                  <a:lnTo>
                    <a:pt x="6735" y="6232"/>
                  </a:lnTo>
                  <a:lnTo>
                    <a:pt x="6954" y="5929"/>
                  </a:lnTo>
                  <a:lnTo>
                    <a:pt x="7155" y="5627"/>
                  </a:lnTo>
                  <a:lnTo>
                    <a:pt x="7306" y="5291"/>
                  </a:lnTo>
                  <a:lnTo>
                    <a:pt x="7441" y="4938"/>
                  </a:lnTo>
                  <a:lnTo>
                    <a:pt x="7525" y="4569"/>
                  </a:lnTo>
                  <a:lnTo>
                    <a:pt x="7592" y="4199"/>
                  </a:lnTo>
                  <a:lnTo>
                    <a:pt x="7609" y="3813"/>
                  </a:lnTo>
                  <a:lnTo>
                    <a:pt x="7592" y="3427"/>
                  </a:lnTo>
                  <a:lnTo>
                    <a:pt x="7525" y="3041"/>
                  </a:lnTo>
                  <a:lnTo>
                    <a:pt x="7441" y="2671"/>
                  </a:lnTo>
                  <a:lnTo>
                    <a:pt x="7306" y="2335"/>
                  </a:lnTo>
                  <a:lnTo>
                    <a:pt x="7155" y="1999"/>
                  </a:lnTo>
                  <a:lnTo>
                    <a:pt x="6954" y="1680"/>
                  </a:lnTo>
                  <a:lnTo>
                    <a:pt x="6735" y="1395"/>
                  </a:lnTo>
                  <a:lnTo>
                    <a:pt x="6500" y="1126"/>
                  </a:lnTo>
                  <a:lnTo>
                    <a:pt x="6215" y="874"/>
                  </a:lnTo>
                  <a:lnTo>
                    <a:pt x="5929" y="656"/>
                  </a:lnTo>
                  <a:lnTo>
                    <a:pt x="5610" y="471"/>
                  </a:lnTo>
                  <a:lnTo>
                    <a:pt x="5291" y="303"/>
                  </a:lnTo>
                  <a:lnTo>
                    <a:pt x="4938" y="169"/>
                  </a:lnTo>
                  <a:lnTo>
                    <a:pt x="4569" y="85"/>
                  </a:lnTo>
                  <a:lnTo>
                    <a:pt x="4199" y="18"/>
                  </a:lnTo>
                  <a:lnTo>
                    <a:pt x="37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35"/>
            <p:cNvSpPr/>
            <p:nvPr/>
          </p:nvSpPr>
          <p:spPr>
            <a:xfrm>
              <a:off x="4031450" y="1894750"/>
              <a:ext cx="190225" cy="190225"/>
            </a:xfrm>
            <a:custGeom>
              <a:avLst/>
              <a:gdLst/>
              <a:ahLst/>
              <a:cxnLst/>
              <a:rect l="l" t="t" r="r" b="b"/>
              <a:pathLst>
                <a:path w="7609" h="7609" fill="none" extrusionOk="0">
                  <a:moveTo>
                    <a:pt x="7609" y="3813"/>
                  </a:moveTo>
                  <a:lnTo>
                    <a:pt x="7609" y="3813"/>
                  </a:lnTo>
                  <a:lnTo>
                    <a:pt x="7592" y="4199"/>
                  </a:lnTo>
                  <a:lnTo>
                    <a:pt x="7525" y="4569"/>
                  </a:lnTo>
                  <a:lnTo>
                    <a:pt x="7441" y="4938"/>
                  </a:lnTo>
                  <a:lnTo>
                    <a:pt x="7306" y="5291"/>
                  </a:lnTo>
                  <a:lnTo>
                    <a:pt x="7155" y="5627"/>
                  </a:lnTo>
                  <a:lnTo>
                    <a:pt x="6954" y="5929"/>
                  </a:lnTo>
                  <a:lnTo>
                    <a:pt x="6735" y="6232"/>
                  </a:lnTo>
                  <a:lnTo>
                    <a:pt x="6500" y="6500"/>
                  </a:lnTo>
                  <a:lnTo>
                    <a:pt x="6215" y="6735"/>
                  </a:lnTo>
                  <a:lnTo>
                    <a:pt x="5929" y="6970"/>
                  </a:lnTo>
                  <a:lnTo>
                    <a:pt x="5610" y="7155"/>
                  </a:lnTo>
                  <a:lnTo>
                    <a:pt x="5291" y="7306"/>
                  </a:lnTo>
                  <a:lnTo>
                    <a:pt x="4938" y="7441"/>
                  </a:lnTo>
                  <a:lnTo>
                    <a:pt x="4569" y="7541"/>
                  </a:lnTo>
                  <a:lnTo>
                    <a:pt x="4199" y="7592"/>
                  </a:lnTo>
                  <a:lnTo>
                    <a:pt x="3796" y="7609"/>
                  </a:lnTo>
                  <a:lnTo>
                    <a:pt x="3796" y="7609"/>
                  </a:lnTo>
                  <a:lnTo>
                    <a:pt x="3410" y="7592"/>
                  </a:lnTo>
                  <a:lnTo>
                    <a:pt x="3041" y="7541"/>
                  </a:lnTo>
                  <a:lnTo>
                    <a:pt x="2671" y="7441"/>
                  </a:lnTo>
                  <a:lnTo>
                    <a:pt x="2318" y="7306"/>
                  </a:lnTo>
                  <a:lnTo>
                    <a:pt x="1983" y="7155"/>
                  </a:lnTo>
                  <a:lnTo>
                    <a:pt x="1680" y="6970"/>
                  </a:lnTo>
                  <a:lnTo>
                    <a:pt x="1378" y="6735"/>
                  </a:lnTo>
                  <a:lnTo>
                    <a:pt x="1109" y="6500"/>
                  </a:lnTo>
                  <a:lnTo>
                    <a:pt x="874" y="6232"/>
                  </a:lnTo>
                  <a:lnTo>
                    <a:pt x="656" y="5929"/>
                  </a:lnTo>
                  <a:lnTo>
                    <a:pt x="454" y="5627"/>
                  </a:lnTo>
                  <a:lnTo>
                    <a:pt x="303" y="5291"/>
                  </a:lnTo>
                  <a:lnTo>
                    <a:pt x="169" y="4938"/>
                  </a:lnTo>
                  <a:lnTo>
                    <a:pt x="85" y="4569"/>
                  </a:lnTo>
                  <a:lnTo>
                    <a:pt x="18" y="4199"/>
                  </a:lnTo>
                  <a:lnTo>
                    <a:pt x="1" y="3813"/>
                  </a:lnTo>
                  <a:lnTo>
                    <a:pt x="1" y="3813"/>
                  </a:lnTo>
                  <a:lnTo>
                    <a:pt x="18" y="3427"/>
                  </a:lnTo>
                  <a:lnTo>
                    <a:pt x="85" y="3041"/>
                  </a:lnTo>
                  <a:lnTo>
                    <a:pt x="169" y="2671"/>
                  </a:lnTo>
                  <a:lnTo>
                    <a:pt x="303" y="2335"/>
                  </a:lnTo>
                  <a:lnTo>
                    <a:pt x="454" y="1999"/>
                  </a:lnTo>
                  <a:lnTo>
                    <a:pt x="656" y="1680"/>
                  </a:lnTo>
                  <a:lnTo>
                    <a:pt x="874" y="1395"/>
                  </a:lnTo>
                  <a:lnTo>
                    <a:pt x="1109" y="1126"/>
                  </a:lnTo>
                  <a:lnTo>
                    <a:pt x="1378" y="874"/>
                  </a:lnTo>
                  <a:lnTo>
                    <a:pt x="1680" y="656"/>
                  </a:lnTo>
                  <a:lnTo>
                    <a:pt x="1983" y="471"/>
                  </a:lnTo>
                  <a:lnTo>
                    <a:pt x="2318" y="303"/>
                  </a:lnTo>
                  <a:lnTo>
                    <a:pt x="2671" y="169"/>
                  </a:lnTo>
                  <a:lnTo>
                    <a:pt x="3041" y="85"/>
                  </a:lnTo>
                  <a:lnTo>
                    <a:pt x="3410" y="18"/>
                  </a:lnTo>
                  <a:lnTo>
                    <a:pt x="3796" y="1"/>
                  </a:lnTo>
                  <a:lnTo>
                    <a:pt x="3796" y="1"/>
                  </a:lnTo>
                  <a:lnTo>
                    <a:pt x="4199" y="18"/>
                  </a:lnTo>
                  <a:lnTo>
                    <a:pt x="4569" y="85"/>
                  </a:lnTo>
                  <a:lnTo>
                    <a:pt x="4938" y="169"/>
                  </a:lnTo>
                  <a:lnTo>
                    <a:pt x="5291" y="303"/>
                  </a:lnTo>
                  <a:lnTo>
                    <a:pt x="5610" y="471"/>
                  </a:lnTo>
                  <a:lnTo>
                    <a:pt x="5929" y="656"/>
                  </a:lnTo>
                  <a:lnTo>
                    <a:pt x="6215" y="874"/>
                  </a:lnTo>
                  <a:lnTo>
                    <a:pt x="6500" y="1126"/>
                  </a:lnTo>
                  <a:lnTo>
                    <a:pt x="6735" y="1395"/>
                  </a:lnTo>
                  <a:lnTo>
                    <a:pt x="6954" y="1680"/>
                  </a:lnTo>
                  <a:lnTo>
                    <a:pt x="7155" y="1999"/>
                  </a:lnTo>
                  <a:lnTo>
                    <a:pt x="7306" y="2335"/>
                  </a:lnTo>
                  <a:lnTo>
                    <a:pt x="7441" y="2671"/>
                  </a:lnTo>
                  <a:lnTo>
                    <a:pt x="7525" y="3041"/>
                  </a:lnTo>
                  <a:lnTo>
                    <a:pt x="7592" y="3427"/>
                  </a:lnTo>
                  <a:lnTo>
                    <a:pt x="7609" y="3813"/>
                  </a:lnTo>
                  <a:lnTo>
                    <a:pt x="7609" y="3813"/>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35"/>
            <p:cNvSpPr/>
            <p:nvPr/>
          </p:nvSpPr>
          <p:spPr>
            <a:xfrm>
              <a:off x="4221650" y="1990075"/>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35"/>
            <p:cNvSpPr/>
            <p:nvPr/>
          </p:nvSpPr>
          <p:spPr>
            <a:xfrm>
              <a:off x="3955875" y="1819200"/>
              <a:ext cx="341375" cy="341350"/>
            </a:xfrm>
            <a:custGeom>
              <a:avLst/>
              <a:gdLst/>
              <a:ahLst/>
              <a:cxnLst/>
              <a:rect l="l" t="t" r="r" b="b"/>
              <a:pathLst>
                <a:path w="13655" h="13654" extrusionOk="0">
                  <a:moveTo>
                    <a:pt x="6819" y="1511"/>
                  </a:moveTo>
                  <a:lnTo>
                    <a:pt x="7105" y="1528"/>
                  </a:lnTo>
                  <a:lnTo>
                    <a:pt x="7373" y="1545"/>
                  </a:lnTo>
                  <a:lnTo>
                    <a:pt x="7642" y="1579"/>
                  </a:lnTo>
                  <a:lnTo>
                    <a:pt x="7894" y="1629"/>
                  </a:lnTo>
                  <a:lnTo>
                    <a:pt x="8146" y="1679"/>
                  </a:lnTo>
                  <a:lnTo>
                    <a:pt x="8398" y="1747"/>
                  </a:lnTo>
                  <a:lnTo>
                    <a:pt x="8650" y="1831"/>
                  </a:lnTo>
                  <a:lnTo>
                    <a:pt x="8902" y="1931"/>
                  </a:lnTo>
                  <a:lnTo>
                    <a:pt x="9137" y="2032"/>
                  </a:lnTo>
                  <a:lnTo>
                    <a:pt x="9355" y="2150"/>
                  </a:lnTo>
                  <a:lnTo>
                    <a:pt x="9574" y="2284"/>
                  </a:lnTo>
                  <a:lnTo>
                    <a:pt x="9792" y="2418"/>
                  </a:lnTo>
                  <a:lnTo>
                    <a:pt x="10010" y="2570"/>
                  </a:lnTo>
                  <a:lnTo>
                    <a:pt x="10212" y="2737"/>
                  </a:lnTo>
                  <a:lnTo>
                    <a:pt x="10396" y="2905"/>
                  </a:lnTo>
                  <a:lnTo>
                    <a:pt x="10581" y="3073"/>
                  </a:lnTo>
                  <a:lnTo>
                    <a:pt x="10766" y="3258"/>
                  </a:lnTo>
                  <a:lnTo>
                    <a:pt x="10934" y="3443"/>
                  </a:lnTo>
                  <a:lnTo>
                    <a:pt x="11085" y="3644"/>
                  </a:lnTo>
                  <a:lnTo>
                    <a:pt x="11236" y="3863"/>
                  </a:lnTo>
                  <a:lnTo>
                    <a:pt x="11370" y="4081"/>
                  </a:lnTo>
                  <a:lnTo>
                    <a:pt x="11505" y="4299"/>
                  </a:lnTo>
                  <a:lnTo>
                    <a:pt x="11622" y="4534"/>
                  </a:lnTo>
                  <a:lnTo>
                    <a:pt x="11723" y="4770"/>
                  </a:lnTo>
                  <a:lnTo>
                    <a:pt x="11824" y="5005"/>
                  </a:lnTo>
                  <a:lnTo>
                    <a:pt x="11908" y="5257"/>
                  </a:lnTo>
                  <a:lnTo>
                    <a:pt x="11975" y="5508"/>
                  </a:lnTo>
                  <a:lnTo>
                    <a:pt x="12025" y="5760"/>
                  </a:lnTo>
                  <a:lnTo>
                    <a:pt x="12076" y="6029"/>
                  </a:lnTo>
                  <a:lnTo>
                    <a:pt x="12109" y="6281"/>
                  </a:lnTo>
                  <a:lnTo>
                    <a:pt x="12143" y="6550"/>
                  </a:lnTo>
                  <a:lnTo>
                    <a:pt x="12143" y="6835"/>
                  </a:lnTo>
                  <a:lnTo>
                    <a:pt x="12143" y="7104"/>
                  </a:lnTo>
                  <a:lnTo>
                    <a:pt x="12109" y="7373"/>
                  </a:lnTo>
                  <a:lnTo>
                    <a:pt x="12076" y="7641"/>
                  </a:lnTo>
                  <a:lnTo>
                    <a:pt x="12025" y="7893"/>
                  </a:lnTo>
                  <a:lnTo>
                    <a:pt x="11975" y="8162"/>
                  </a:lnTo>
                  <a:lnTo>
                    <a:pt x="11908" y="8414"/>
                  </a:lnTo>
                  <a:lnTo>
                    <a:pt x="11824" y="8649"/>
                  </a:lnTo>
                  <a:lnTo>
                    <a:pt x="11723" y="8901"/>
                  </a:lnTo>
                  <a:lnTo>
                    <a:pt x="11622" y="9136"/>
                  </a:lnTo>
                  <a:lnTo>
                    <a:pt x="11505" y="9354"/>
                  </a:lnTo>
                  <a:lnTo>
                    <a:pt x="11370" y="9589"/>
                  </a:lnTo>
                  <a:lnTo>
                    <a:pt x="11236" y="9808"/>
                  </a:lnTo>
                  <a:lnTo>
                    <a:pt x="11085" y="10009"/>
                  </a:lnTo>
                  <a:lnTo>
                    <a:pt x="10934" y="10211"/>
                  </a:lnTo>
                  <a:lnTo>
                    <a:pt x="10766" y="10395"/>
                  </a:lnTo>
                  <a:lnTo>
                    <a:pt x="10581" y="10580"/>
                  </a:lnTo>
                  <a:lnTo>
                    <a:pt x="10396" y="10765"/>
                  </a:lnTo>
                  <a:lnTo>
                    <a:pt x="10212" y="10933"/>
                  </a:lnTo>
                  <a:lnTo>
                    <a:pt x="10010" y="11084"/>
                  </a:lnTo>
                  <a:lnTo>
                    <a:pt x="9792" y="11235"/>
                  </a:lnTo>
                  <a:lnTo>
                    <a:pt x="9574" y="11370"/>
                  </a:lnTo>
                  <a:lnTo>
                    <a:pt x="9355" y="11504"/>
                  </a:lnTo>
                  <a:lnTo>
                    <a:pt x="9137" y="11621"/>
                  </a:lnTo>
                  <a:lnTo>
                    <a:pt x="8902" y="11722"/>
                  </a:lnTo>
                  <a:lnTo>
                    <a:pt x="8650" y="11823"/>
                  </a:lnTo>
                  <a:lnTo>
                    <a:pt x="8398" y="11907"/>
                  </a:lnTo>
                  <a:lnTo>
                    <a:pt x="8146" y="11974"/>
                  </a:lnTo>
                  <a:lnTo>
                    <a:pt x="7894" y="12041"/>
                  </a:lnTo>
                  <a:lnTo>
                    <a:pt x="7642" y="12092"/>
                  </a:lnTo>
                  <a:lnTo>
                    <a:pt x="7373" y="12125"/>
                  </a:lnTo>
                  <a:lnTo>
                    <a:pt x="7105" y="12142"/>
                  </a:lnTo>
                  <a:lnTo>
                    <a:pt x="6551" y="12142"/>
                  </a:lnTo>
                  <a:lnTo>
                    <a:pt x="6282" y="12125"/>
                  </a:lnTo>
                  <a:lnTo>
                    <a:pt x="6013" y="12092"/>
                  </a:lnTo>
                  <a:lnTo>
                    <a:pt x="5761" y="12041"/>
                  </a:lnTo>
                  <a:lnTo>
                    <a:pt x="5493" y="11974"/>
                  </a:lnTo>
                  <a:lnTo>
                    <a:pt x="5241" y="11907"/>
                  </a:lnTo>
                  <a:lnTo>
                    <a:pt x="5006" y="11823"/>
                  </a:lnTo>
                  <a:lnTo>
                    <a:pt x="4754" y="11722"/>
                  </a:lnTo>
                  <a:lnTo>
                    <a:pt x="4519" y="11621"/>
                  </a:lnTo>
                  <a:lnTo>
                    <a:pt x="4300" y="11504"/>
                  </a:lnTo>
                  <a:lnTo>
                    <a:pt x="4065" y="11370"/>
                  </a:lnTo>
                  <a:lnTo>
                    <a:pt x="3864" y="11235"/>
                  </a:lnTo>
                  <a:lnTo>
                    <a:pt x="3645" y="11084"/>
                  </a:lnTo>
                  <a:lnTo>
                    <a:pt x="3444" y="10933"/>
                  </a:lnTo>
                  <a:lnTo>
                    <a:pt x="3259" y="10765"/>
                  </a:lnTo>
                  <a:lnTo>
                    <a:pt x="3074" y="10580"/>
                  </a:lnTo>
                  <a:lnTo>
                    <a:pt x="2889" y="10395"/>
                  </a:lnTo>
                  <a:lnTo>
                    <a:pt x="2722" y="10211"/>
                  </a:lnTo>
                  <a:lnTo>
                    <a:pt x="2570" y="10009"/>
                  </a:lnTo>
                  <a:lnTo>
                    <a:pt x="2419" y="9808"/>
                  </a:lnTo>
                  <a:lnTo>
                    <a:pt x="2285" y="9589"/>
                  </a:lnTo>
                  <a:lnTo>
                    <a:pt x="2151" y="9354"/>
                  </a:lnTo>
                  <a:lnTo>
                    <a:pt x="2033" y="9136"/>
                  </a:lnTo>
                  <a:lnTo>
                    <a:pt x="1932" y="8901"/>
                  </a:lnTo>
                  <a:lnTo>
                    <a:pt x="1831" y="8649"/>
                  </a:lnTo>
                  <a:lnTo>
                    <a:pt x="1748" y="8414"/>
                  </a:lnTo>
                  <a:lnTo>
                    <a:pt x="1680" y="8162"/>
                  </a:lnTo>
                  <a:lnTo>
                    <a:pt x="1613" y="7893"/>
                  </a:lnTo>
                  <a:lnTo>
                    <a:pt x="1580" y="7641"/>
                  </a:lnTo>
                  <a:lnTo>
                    <a:pt x="1546" y="7373"/>
                  </a:lnTo>
                  <a:lnTo>
                    <a:pt x="1512" y="7104"/>
                  </a:lnTo>
                  <a:lnTo>
                    <a:pt x="1512" y="6835"/>
                  </a:lnTo>
                  <a:lnTo>
                    <a:pt x="1512" y="6550"/>
                  </a:lnTo>
                  <a:lnTo>
                    <a:pt x="1546" y="6281"/>
                  </a:lnTo>
                  <a:lnTo>
                    <a:pt x="1580" y="6029"/>
                  </a:lnTo>
                  <a:lnTo>
                    <a:pt x="1613" y="5760"/>
                  </a:lnTo>
                  <a:lnTo>
                    <a:pt x="1680" y="5508"/>
                  </a:lnTo>
                  <a:lnTo>
                    <a:pt x="1748" y="5257"/>
                  </a:lnTo>
                  <a:lnTo>
                    <a:pt x="1831" y="5005"/>
                  </a:lnTo>
                  <a:lnTo>
                    <a:pt x="1932" y="4770"/>
                  </a:lnTo>
                  <a:lnTo>
                    <a:pt x="2033" y="4534"/>
                  </a:lnTo>
                  <a:lnTo>
                    <a:pt x="2151" y="4299"/>
                  </a:lnTo>
                  <a:lnTo>
                    <a:pt x="2285" y="4081"/>
                  </a:lnTo>
                  <a:lnTo>
                    <a:pt x="2419" y="3863"/>
                  </a:lnTo>
                  <a:lnTo>
                    <a:pt x="2570" y="3644"/>
                  </a:lnTo>
                  <a:lnTo>
                    <a:pt x="2722" y="3443"/>
                  </a:lnTo>
                  <a:lnTo>
                    <a:pt x="2889" y="3258"/>
                  </a:lnTo>
                  <a:lnTo>
                    <a:pt x="3074" y="3073"/>
                  </a:lnTo>
                  <a:lnTo>
                    <a:pt x="3259" y="2905"/>
                  </a:lnTo>
                  <a:lnTo>
                    <a:pt x="3444" y="2737"/>
                  </a:lnTo>
                  <a:lnTo>
                    <a:pt x="3645" y="2570"/>
                  </a:lnTo>
                  <a:lnTo>
                    <a:pt x="3864" y="2418"/>
                  </a:lnTo>
                  <a:lnTo>
                    <a:pt x="4065" y="2284"/>
                  </a:lnTo>
                  <a:lnTo>
                    <a:pt x="4300" y="2150"/>
                  </a:lnTo>
                  <a:lnTo>
                    <a:pt x="4519" y="2032"/>
                  </a:lnTo>
                  <a:lnTo>
                    <a:pt x="4754" y="1931"/>
                  </a:lnTo>
                  <a:lnTo>
                    <a:pt x="5006" y="1831"/>
                  </a:lnTo>
                  <a:lnTo>
                    <a:pt x="5241" y="1747"/>
                  </a:lnTo>
                  <a:lnTo>
                    <a:pt x="5493" y="1679"/>
                  </a:lnTo>
                  <a:lnTo>
                    <a:pt x="5761" y="1629"/>
                  </a:lnTo>
                  <a:lnTo>
                    <a:pt x="6013" y="1579"/>
                  </a:lnTo>
                  <a:lnTo>
                    <a:pt x="6282" y="1545"/>
                  </a:lnTo>
                  <a:lnTo>
                    <a:pt x="6551" y="1528"/>
                  </a:lnTo>
                  <a:lnTo>
                    <a:pt x="6819" y="1511"/>
                  </a:lnTo>
                  <a:close/>
                  <a:moveTo>
                    <a:pt x="6819" y="0"/>
                  </a:moveTo>
                  <a:lnTo>
                    <a:pt x="6483" y="17"/>
                  </a:lnTo>
                  <a:lnTo>
                    <a:pt x="6131" y="34"/>
                  </a:lnTo>
                  <a:lnTo>
                    <a:pt x="5795" y="84"/>
                  </a:lnTo>
                  <a:lnTo>
                    <a:pt x="5459" y="134"/>
                  </a:lnTo>
                  <a:lnTo>
                    <a:pt x="5123" y="218"/>
                  </a:lnTo>
                  <a:lnTo>
                    <a:pt x="4804" y="302"/>
                  </a:lnTo>
                  <a:lnTo>
                    <a:pt x="4485" y="420"/>
                  </a:lnTo>
                  <a:lnTo>
                    <a:pt x="4166" y="537"/>
                  </a:lnTo>
                  <a:lnTo>
                    <a:pt x="3864" y="672"/>
                  </a:lnTo>
                  <a:lnTo>
                    <a:pt x="3578" y="823"/>
                  </a:lnTo>
                  <a:lnTo>
                    <a:pt x="3293" y="991"/>
                  </a:lnTo>
                  <a:lnTo>
                    <a:pt x="3007" y="1176"/>
                  </a:lnTo>
                  <a:lnTo>
                    <a:pt x="2738" y="1360"/>
                  </a:lnTo>
                  <a:lnTo>
                    <a:pt x="2486" y="1562"/>
                  </a:lnTo>
                  <a:lnTo>
                    <a:pt x="2235" y="1780"/>
                  </a:lnTo>
                  <a:lnTo>
                    <a:pt x="1999" y="1999"/>
                  </a:lnTo>
                  <a:lnTo>
                    <a:pt x="1781" y="2250"/>
                  </a:lnTo>
                  <a:lnTo>
                    <a:pt x="1563" y="2486"/>
                  </a:lnTo>
                  <a:lnTo>
                    <a:pt x="1361" y="2754"/>
                  </a:lnTo>
                  <a:lnTo>
                    <a:pt x="1160" y="3023"/>
                  </a:lnTo>
                  <a:lnTo>
                    <a:pt x="992" y="3292"/>
                  </a:lnTo>
                  <a:lnTo>
                    <a:pt x="824" y="3577"/>
                  </a:lnTo>
                  <a:lnTo>
                    <a:pt x="673" y="3879"/>
                  </a:lnTo>
                  <a:lnTo>
                    <a:pt x="538" y="4182"/>
                  </a:lnTo>
                  <a:lnTo>
                    <a:pt x="421" y="4484"/>
                  </a:lnTo>
                  <a:lnTo>
                    <a:pt x="303" y="4803"/>
                  </a:lnTo>
                  <a:lnTo>
                    <a:pt x="219" y="5122"/>
                  </a:lnTo>
                  <a:lnTo>
                    <a:pt x="135" y="5458"/>
                  </a:lnTo>
                  <a:lnTo>
                    <a:pt x="85" y="5794"/>
                  </a:lnTo>
                  <a:lnTo>
                    <a:pt x="35" y="6130"/>
                  </a:lnTo>
                  <a:lnTo>
                    <a:pt x="1" y="6483"/>
                  </a:lnTo>
                  <a:lnTo>
                    <a:pt x="1" y="6835"/>
                  </a:lnTo>
                  <a:lnTo>
                    <a:pt x="1" y="7188"/>
                  </a:lnTo>
                  <a:lnTo>
                    <a:pt x="35" y="7524"/>
                  </a:lnTo>
                  <a:lnTo>
                    <a:pt x="85" y="7876"/>
                  </a:lnTo>
                  <a:lnTo>
                    <a:pt x="135" y="8212"/>
                  </a:lnTo>
                  <a:lnTo>
                    <a:pt x="219" y="8531"/>
                  </a:lnTo>
                  <a:lnTo>
                    <a:pt x="303" y="8850"/>
                  </a:lnTo>
                  <a:lnTo>
                    <a:pt x="421" y="9170"/>
                  </a:lnTo>
                  <a:lnTo>
                    <a:pt x="538" y="9489"/>
                  </a:lnTo>
                  <a:lnTo>
                    <a:pt x="673" y="9791"/>
                  </a:lnTo>
                  <a:lnTo>
                    <a:pt x="824" y="10076"/>
                  </a:lnTo>
                  <a:lnTo>
                    <a:pt x="992" y="10362"/>
                  </a:lnTo>
                  <a:lnTo>
                    <a:pt x="1160" y="10647"/>
                  </a:lnTo>
                  <a:lnTo>
                    <a:pt x="1361" y="10916"/>
                  </a:lnTo>
                  <a:lnTo>
                    <a:pt x="1563" y="11168"/>
                  </a:lnTo>
                  <a:lnTo>
                    <a:pt x="1781" y="11420"/>
                  </a:lnTo>
                  <a:lnTo>
                    <a:pt x="1999" y="11655"/>
                  </a:lnTo>
                  <a:lnTo>
                    <a:pt x="2235" y="11873"/>
                  </a:lnTo>
                  <a:lnTo>
                    <a:pt x="2486" y="12092"/>
                  </a:lnTo>
                  <a:lnTo>
                    <a:pt x="2738" y="12293"/>
                  </a:lnTo>
                  <a:lnTo>
                    <a:pt x="3007" y="12495"/>
                  </a:lnTo>
                  <a:lnTo>
                    <a:pt x="3293" y="12663"/>
                  </a:lnTo>
                  <a:lnTo>
                    <a:pt x="3578" y="12831"/>
                  </a:lnTo>
                  <a:lnTo>
                    <a:pt x="3864" y="12982"/>
                  </a:lnTo>
                  <a:lnTo>
                    <a:pt x="4166" y="13116"/>
                  </a:lnTo>
                  <a:lnTo>
                    <a:pt x="4485" y="13234"/>
                  </a:lnTo>
                  <a:lnTo>
                    <a:pt x="4804" y="13351"/>
                  </a:lnTo>
                  <a:lnTo>
                    <a:pt x="5123" y="13435"/>
                  </a:lnTo>
                  <a:lnTo>
                    <a:pt x="5459" y="13519"/>
                  </a:lnTo>
                  <a:lnTo>
                    <a:pt x="5795" y="13586"/>
                  </a:lnTo>
                  <a:lnTo>
                    <a:pt x="6131" y="13620"/>
                  </a:lnTo>
                  <a:lnTo>
                    <a:pt x="6483" y="13654"/>
                  </a:lnTo>
                  <a:lnTo>
                    <a:pt x="7172" y="13654"/>
                  </a:lnTo>
                  <a:lnTo>
                    <a:pt x="7525" y="13620"/>
                  </a:lnTo>
                  <a:lnTo>
                    <a:pt x="7861" y="13586"/>
                  </a:lnTo>
                  <a:lnTo>
                    <a:pt x="8196" y="13519"/>
                  </a:lnTo>
                  <a:lnTo>
                    <a:pt x="8532" y="13435"/>
                  </a:lnTo>
                  <a:lnTo>
                    <a:pt x="8851" y="13351"/>
                  </a:lnTo>
                  <a:lnTo>
                    <a:pt x="9170" y="13234"/>
                  </a:lnTo>
                  <a:lnTo>
                    <a:pt x="9490" y="13116"/>
                  </a:lnTo>
                  <a:lnTo>
                    <a:pt x="9792" y="12982"/>
                  </a:lnTo>
                  <a:lnTo>
                    <a:pt x="10077" y="12831"/>
                  </a:lnTo>
                  <a:lnTo>
                    <a:pt x="10363" y="12663"/>
                  </a:lnTo>
                  <a:lnTo>
                    <a:pt x="10648" y="12495"/>
                  </a:lnTo>
                  <a:lnTo>
                    <a:pt x="10900" y="12293"/>
                  </a:lnTo>
                  <a:lnTo>
                    <a:pt x="11169" y="12092"/>
                  </a:lnTo>
                  <a:lnTo>
                    <a:pt x="11421" y="11873"/>
                  </a:lnTo>
                  <a:lnTo>
                    <a:pt x="11656" y="11655"/>
                  </a:lnTo>
                  <a:lnTo>
                    <a:pt x="11874" y="11420"/>
                  </a:lnTo>
                  <a:lnTo>
                    <a:pt x="12093" y="11168"/>
                  </a:lnTo>
                  <a:lnTo>
                    <a:pt x="12294" y="10916"/>
                  </a:lnTo>
                  <a:lnTo>
                    <a:pt x="12479" y="10647"/>
                  </a:lnTo>
                  <a:lnTo>
                    <a:pt x="12664" y="10362"/>
                  </a:lnTo>
                  <a:lnTo>
                    <a:pt x="12832" y="10076"/>
                  </a:lnTo>
                  <a:lnTo>
                    <a:pt x="12983" y="9791"/>
                  </a:lnTo>
                  <a:lnTo>
                    <a:pt x="13117" y="9489"/>
                  </a:lnTo>
                  <a:lnTo>
                    <a:pt x="13235" y="9170"/>
                  </a:lnTo>
                  <a:lnTo>
                    <a:pt x="13352" y="8850"/>
                  </a:lnTo>
                  <a:lnTo>
                    <a:pt x="13436" y="8531"/>
                  </a:lnTo>
                  <a:lnTo>
                    <a:pt x="13520" y="8212"/>
                  </a:lnTo>
                  <a:lnTo>
                    <a:pt x="13570" y="7876"/>
                  </a:lnTo>
                  <a:lnTo>
                    <a:pt x="13621" y="7524"/>
                  </a:lnTo>
                  <a:lnTo>
                    <a:pt x="13638" y="7188"/>
                  </a:lnTo>
                  <a:lnTo>
                    <a:pt x="13654" y="6835"/>
                  </a:lnTo>
                  <a:lnTo>
                    <a:pt x="13638" y="6483"/>
                  </a:lnTo>
                  <a:lnTo>
                    <a:pt x="13621" y="6130"/>
                  </a:lnTo>
                  <a:lnTo>
                    <a:pt x="13570" y="5794"/>
                  </a:lnTo>
                  <a:lnTo>
                    <a:pt x="13520" y="5458"/>
                  </a:lnTo>
                  <a:lnTo>
                    <a:pt x="13436" y="5122"/>
                  </a:lnTo>
                  <a:lnTo>
                    <a:pt x="13352" y="4803"/>
                  </a:lnTo>
                  <a:lnTo>
                    <a:pt x="13235" y="4484"/>
                  </a:lnTo>
                  <a:lnTo>
                    <a:pt x="13117" y="4182"/>
                  </a:lnTo>
                  <a:lnTo>
                    <a:pt x="12983" y="3879"/>
                  </a:lnTo>
                  <a:lnTo>
                    <a:pt x="12832" y="3577"/>
                  </a:lnTo>
                  <a:lnTo>
                    <a:pt x="12664" y="3292"/>
                  </a:lnTo>
                  <a:lnTo>
                    <a:pt x="12479" y="3023"/>
                  </a:lnTo>
                  <a:lnTo>
                    <a:pt x="12294" y="2754"/>
                  </a:lnTo>
                  <a:lnTo>
                    <a:pt x="12093" y="2486"/>
                  </a:lnTo>
                  <a:lnTo>
                    <a:pt x="11874" y="2250"/>
                  </a:lnTo>
                  <a:lnTo>
                    <a:pt x="11656" y="1999"/>
                  </a:lnTo>
                  <a:lnTo>
                    <a:pt x="11421" y="1780"/>
                  </a:lnTo>
                  <a:lnTo>
                    <a:pt x="11169" y="1562"/>
                  </a:lnTo>
                  <a:lnTo>
                    <a:pt x="10900" y="1360"/>
                  </a:lnTo>
                  <a:lnTo>
                    <a:pt x="10648" y="1176"/>
                  </a:lnTo>
                  <a:lnTo>
                    <a:pt x="10363" y="991"/>
                  </a:lnTo>
                  <a:lnTo>
                    <a:pt x="10077" y="823"/>
                  </a:lnTo>
                  <a:lnTo>
                    <a:pt x="9792" y="672"/>
                  </a:lnTo>
                  <a:lnTo>
                    <a:pt x="9490" y="537"/>
                  </a:lnTo>
                  <a:lnTo>
                    <a:pt x="9170" y="420"/>
                  </a:lnTo>
                  <a:lnTo>
                    <a:pt x="8851" y="302"/>
                  </a:lnTo>
                  <a:lnTo>
                    <a:pt x="8532" y="218"/>
                  </a:lnTo>
                  <a:lnTo>
                    <a:pt x="8196" y="134"/>
                  </a:lnTo>
                  <a:lnTo>
                    <a:pt x="7861" y="84"/>
                  </a:lnTo>
                  <a:lnTo>
                    <a:pt x="7525" y="34"/>
                  </a:lnTo>
                  <a:lnTo>
                    <a:pt x="7172" y="17"/>
                  </a:lnTo>
                  <a:lnTo>
                    <a:pt x="68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35"/>
            <p:cNvSpPr/>
            <p:nvPr/>
          </p:nvSpPr>
          <p:spPr>
            <a:xfrm>
              <a:off x="3955875" y="1819200"/>
              <a:ext cx="341375" cy="341350"/>
            </a:xfrm>
            <a:custGeom>
              <a:avLst/>
              <a:gdLst/>
              <a:ahLst/>
              <a:cxnLst/>
              <a:rect l="l" t="t" r="r" b="b"/>
              <a:pathLst>
                <a:path w="13655" h="13654" fill="none" extrusionOk="0">
                  <a:moveTo>
                    <a:pt x="6819" y="0"/>
                  </a:moveTo>
                  <a:lnTo>
                    <a:pt x="6819" y="0"/>
                  </a:lnTo>
                  <a:lnTo>
                    <a:pt x="6483" y="17"/>
                  </a:lnTo>
                  <a:lnTo>
                    <a:pt x="6131" y="34"/>
                  </a:lnTo>
                  <a:lnTo>
                    <a:pt x="5795" y="84"/>
                  </a:lnTo>
                  <a:lnTo>
                    <a:pt x="5459" y="134"/>
                  </a:lnTo>
                  <a:lnTo>
                    <a:pt x="5123" y="218"/>
                  </a:lnTo>
                  <a:lnTo>
                    <a:pt x="4804" y="302"/>
                  </a:lnTo>
                  <a:lnTo>
                    <a:pt x="4485" y="420"/>
                  </a:lnTo>
                  <a:lnTo>
                    <a:pt x="4166" y="537"/>
                  </a:lnTo>
                  <a:lnTo>
                    <a:pt x="3864" y="672"/>
                  </a:lnTo>
                  <a:lnTo>
                    <a:pt x="3578" y="823"/>
                  </a:lnTo>
                  <a:lnTo>
                    <a:pt x="3293" y="991"/>
                  </a:lnTo>
                  <a:lnTo>
                    <a:pt x="3007" y="1176"/>
                  </a:lnTo>
                  <a:lnTo>
                    <a:pt x="2738" y="1360"/>
                  </a:lnTo>
                  <a:lnTo>
                    <a:pt x="2486" y="1562"/>
                  </a:lnTo>
                  <a:lnTo>
                    <a:pt x="2235" y="1780"/>
                  </a:lnTo>
                  <a:lnTo>
                    <a:pt x="1999" y="1999"/>
                  </a:lnTo>
                  <a:lnTo>
                    <a:pt x="1781" y="2250"/>
                  </a:lnTo>
                  <a:lnTo>
                    <a:pt x="1563" y="2486"/>
                  </a:lnTo>
                  <a:lnTo>
                    <a:pt x="1361" y="2754"/>
                  </a:lnTo>
                  <a:lnTo>
                    <a:pt x="1160" y="3023"/>
                  </a:lnTo>
                  <a:lnTo>
                    <a:pt x="992" y="3292"/>
                  </a:lnTo>
                  <a:lnTo>
                    <a:pt x="824" y="3577"/>
                  </a:lnTo>
                  <a:lnTo>
                    <a:pt x="673" y="3879"/>
                  </a:lnTo>
                  <a:lnTo>
                    <a:pt x="538" y="4182"/>
                  </a:lnTo>
                  <a:lnTo>
                    <a:pt x="421" y="4484"/>
                  </a:lnTo>
                  <a:lnTo>
                    <a:pt x="303" y="4803"/>
                  </a:lnTo>
                  <a:lnTo>
                    <a:pt x="219" y="5122"/>
                  </a:lnTo>
                  <a:lnTo>
                    <a:pt x="135" y="5458"/>
                  </a:lnTo>
                  <a:lnTo>
                    <a:pt x="85" y="5794"/>
                  </a:lnTo>
                  <a:lnTo>
                    <a:pt x="35" y="6130"/>
                  </a:lnTo>
                  <a:lnTo>
                    <a:pt x="1" y="6483"/>
                  </a:lnTo>
                  <a:lnTo>
                    <a:pt x="1" y="6835"/>
                  </a:lnTo>
                  <a:lnTo>
                    <a:pt x="1" y="6835"/>
                  </a:lnTo>
                  <a:lnTo>
                    <a:pt x="1" y="7188"/>
                  </a:lnTo>
                  <a:lnTo>
                    <a:pt x="35" y="7524"/>
                  </a:lnTo>
                  <a:lnTo>
                    <a:pt x="85" y="7876"/>
                  </a:lnTo>
                  <a:lnTo>
                    <a:pt x="135" y="8212"/>
                  </a:lnTo>
                  <a:lnTo>
                    <a:pt x="219" y="8531"/>
                  </a:lnTo>
                  <a:lnTo>
                    <a:pt x="303" y="8850"/>
                  </a:lnTo>
                  <a:lnTo>
                    <a:pt x="421" y="9170"/>
                  </a:lnTo>
                  <a:lnTo>
                    <a:pt x="538" y="9489"/>
                  </a:lnTo>
                  <a:lnTo>
                    <a:pt x="673" y="9791"/>
                  </a:lnTo>
                  <a:lnTo>
                    <a:pt x="824" y="10076"/>
                  </a:lnTo>
                  <a:lnTo>
                    <a:pt x="992" y="10362"/>
                  </a:lnTo>
                  <a:lnTo>
                    <a:pt x="1160" y="10647"/>
                  </a:lnTo>
                  <a:lnTo>
                    <a:pt x="1361" y="10916"/>
                  </a:lnTo>
                  <a:lnTo>
                    <a:pt x="1563" y="11168"/>
                  </a:lnTo>
                  <a:lnTo>
                    <a:pt x="1781" y="11420"/>
                  </a:lnTo>
                  <a:lnTo>
                    <a:pt x="1999" y="11655"/>
                  </a:lnTo>
                  <a:lnTo>
                    <a:pt x="2235" y="11873"/>
                  </a:lnTo>
                  <a:lnTo>
                    <a:pt x="2486" y="12092"/>
                  </a:lnTo>
                  <a:lnTo>
                    <a:pt x="2738" y="12293"/>
                  </a:lnTo>
                  <a:lnTo>
                    <a:pt x="3007" y="12495"/>
                  </a:lnTo>
                  <a:lnTo>
                    <a:pt x="3293" y="12663"/>
                  </a:lnTo>
                  <a:lnTo>
                    <a:pt x="3578" y="12831"/>
                  </a:lnTo>
                  <a:lnTo>
                    <a:pt x="3864" y="12982"/>
                  </a:lnTo>
                  <a:lnTo>
                    <a:pt x="4166" y="13116"/>
                  </a:lnTo>
                  <a:lnTo>
                    <a:pt x="4485" y="13234"/>
                  </a:lnTo>
                  <a:lnTo>
                    <a:pt x="4804" y="13351"/>
                  </a:lnTo>
                  <a:lnTo>
                    <a:pt x="5123" y="13435"/>
                  </a:lnTo>
                  <a:lnTo>
                    <a:pt x="5459" y="13519"/>
                  </a:lnTo>
                  <a:lnTo>
                    <a:pt x="5795" y="13586"/>
                  </a:lnTo>
                  <a:lnTo>
                    <a:pt x="6131" y="13620"/>
                  </a:lnTo>
                  <a:lnTo>
                    <a:pt x="6483" y="13654"/>
                  </a:lnTo>
                  <a:lnTo>
                    <a:pt x="6819" y="13654"/>
                  </a:lnTo>
                  <a:lnTo>
                    <a:pt x="6819" y="13654"/>
                  </a:lnTo>
                  <a:lnTo>
                    <a:pt x="7172" y="13654"/>
                  </a:lnTo>
                  <a:lnTo>
                    <a:pt x="7525" y="13620"/>
                  </a:lnTo>
                  <a:lnTo>
                    <a:pt x="7861" y="13586"/>
                  </a:lnTo>
                  <a:lnTo>
                    <a:pt x="8196" y="13519"/>
                  </a:lnTo>
                  <a:lnTo>
                    <a:pt x="8532" y="13435"/>
                  </a:lnTo>
                  <a:lnTo>
                    <a:pt x="8851" y="13351"/>
                  </a:lnTo>
                  <a:lnTo>
                    <a:pt x="9170" y="13234"/>
                  </a:lnTo>
                  <a:lnTo>
                    <a:pt x="9490" y="13116"/>
                  </a:lnTo>
                  <a:lnTo>
                    <a:pt x="9792" y="12982"/>
                  </a:lnTo>
                  <a:lnTo>
                    <a:pt x="10077" y="12831"/>
                  </a:lnTo>
                  <a:lnTo>
                    <a:pt x="10363" y="12663"/>
                  </a:lnTo>
                  <a:lnTo>
                    <a:pt x="10648" y="12495"/>
                  </a:lnTo>
                  <a:lnTo>
                    <a:pt x="10900" y="12293"/>
                  </a:lnTo>
                  <a:lnTo>
                    <a:pt x="11169" y="12092"/>
                  </a:lnTo>
                  <a:lnTo>
                    <a:pt x="11421" y="11873"/>
                  </a:lnTo>
                  <a:lnTo>
                    <a:pt x="11656" y="11655"/>
                  </a:lnTo>
                  <a:lnTo>
                    <a:pt x="11874" y="11420"/>
                  </a:lnTo>
                  <a:lnTo>
                    <a:pt x="12093" y="11168"/>
                  </a:lnTo>
                  <a:lnTo>
                    <a:pt x="12294" y="10916"/>
                  </a:lnTo>
                  <a:lnTo>
                    <a:pt x="12479" y="10647"/>
                  </a:lnTo>
                  <a:lnTo>
                    <a:pt x="12664" y="10362"/>
                  </a:lnTo>
                  <a:lnTo>
                    <a:pt x="12832" y="10076"/>
                  </a:lnTo>
                  <a:lnTo>
                    <a:pt x="12983" y="9791"/>
                  </a:lnTo>
                  <a:lnTo>
                    <a:pt x="13117" y="9489"/>
                  </a:lnTo>
                  <a:lnTo>
                    <a:pt x="13235" y="9170"/>
                  </a:lnTo>
                  <a:lnTo>
                    <a:pt x="13352" y="8850"/>
                  </a:lnTo>
                  <a:lnTo>
                    <a:pt x="13436" y="8531"/>
                  </a:lnTo>
                  <a:lnTo>
                    <a:pt x="13520" y="8212"/>
                  </a:lnTo>
                  <a:lnTo>
                    <a:pt x="13570" y="7876"/>
                  </a:lnTo>
                  <a:lnTo>
                    <a:pt x="13621" y="7524"/>
                  </a:lnTo>
                  <a:lnTo>
                    <a:pt x="13638" y="7188"/>
                  </a:lnTo>
                  <a:lnTo>
                    <a:pt x="13654" y="6835"/>
                  </a:lnTo>
                  <a:lnTo>
                    <a:pt x="13654" y="6835"/>
                  </a:lnTo>
                  <a:lnTo>
                    <a:pt x="13638" y="6483"/>
                  </a:lnTo>
                  <a:lnTo>
                    <a:pt x="13621" y="6130"/>
                  </a:lnTo>
                  <a:lnTo>
                    <a:pt x="13570" y="5794"/>
                  </a:lnTo>
                  <a:lnTo>
                    <a:pt x="13520" y="5458"/>
                  </a:lnTo>
                  <a:lnTo>
                    <a:pt x="13436" y="5122"/>
                  </a:lnTo>
                  <a:lnTo>
                    <a:pt x="13352" y="4803"/>
                  </a:lnTo>
                  <a:lnTo>
                    <a:pt x="13235" y="4484"/>
                  </a:lnTo>
                  <a:lnTo>
                    <a:pt x="13117" y="4182"/>
                  </a:lnTo>
                  <a:lnTo>
                    <a:pt x="12983" y="3879"/>
                  </a:lnTo>
                  <a:lnTo>
                    <a:pt x="12832" y="3577"/>
                  </a:lnTo>
                  <a:lnTo>
                    <a:pt x="12664" y="3292"/>
                  </a:lnTo>
                  <a:lnTo>
                    <a:pt x="12479" y="3023"/>
                  </a:lnTo>
                  <a:lnTo>
                    <a:pt x="12294" y="2754"/>
                  </a:lnTo>
                  <a:lnTo>
                    <a:pt x="12093" y="2486"/>
                  </a:lnTo>
                  <a:lnTo>
                    <a:pt x="11874" y="2250"/>
                  </a:lnTo>
                  <a:lnTo>
                    <a:pt x="11656" y="1999"/>
                  </a:lnTo>
                  <a:lnTo>
                    <a:pt x="11421" y="1780"/>
                  </a:lnTo>
                  <a:lnTo>
                    <a:pt x="11169" y="1562"/>
                  </a:lnTo>
                  <a:lnTo>
                    <a:pt x="10900" y="1360"/>
                  </a:lnTo>
                  <a:lnTo>
                    <a:pt x="10648" y="1176"/>
                  </a:lnTo>
                  <a:lnTo>
                    <a:pt x="10363" y="991"/>
                  </a:lnTo>
                  <a:lnTo>
                    <a:pt x="10077" y="823"/>
                  </a:lnTo>
                  <a:lnTo>
                    <a:pt x="9792" y="672"/>
                  </a:lnTo>
                  <a:lnTo>
                    <a:pt x="9490" y="537"/>
                  </a:lnTo>
                  <a:lnTo>
                    <a:pt x="9170" y="420"/>
                  </a:lnTo>
                  <a:lnTo>
                    <a:pt x="8851" y="302"/>
                  </a:lnTo>
                  <a:lnTo>
                    <a:pt x="8532" y="218"/>
                  </a:lnTo>
                  <a:lnTo>
                    <a:pt x="8196" y="134"/>
                  </a:lnTo>
                  <a:lnTo>
                    <a:pt x="7861" y="84"/>
                  </a:lnTo>
                  <a:lnTo>
                    <a:pt x="7525" y="34"/>
                  </a:lnTo>
                  <a:lnTo>
                    <a:pt x="7172" y="17"/>
                  </a:lnTo>
                  <a:lnTo>
                    <a:pt x="6819" y="0"/>
                  </a:lnTo>
                  <a:lnTo>
                    <a:pt x="6819"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35"/>
            <p:cNvSpPr/>
            <p:nvPr/>
          </p:nvSpPr>
          <p:spPr>
            <a:xfrm>
              <a:off x="3993675" y="1856975"/>
              <a:ext cx="265775" cy="265800"/>
            </a:xfrm>
            <a:custGeom>
              <a:avLst/>
              <a:gdLst/>
              <a:ahLst/>
              <a:cxnLst/>
              <a:rect l="l" t="t" r="r" b="b"/>
              <a:pathLst>
                <a:path w="10631" h="10632" fill="none" extrusionOk="0">
                  <a:moveTo>
                    <a:pt x="5307" y="10631"/>
                  </a:moveTo>
                  <a:lnTo>
                    <a:pt x="5307" y="10631"/>
                  </a:lnTo>
                  <a:lnTo>
                    <a:pt x="5039" y="10631"/>
                  </a:lnTo>
                  <a:lnTo>
                    <a:pt x="4770" y="10614"/>
                  </a:lnTo>
                  <a:lnTo>
                    <a:pt x="4501" y="10581"/>
                  </a:lnTo>
                  <a:lnTo>
                    <a:pt x="4249" y="10530"/>
                  </a:lnTo>
                  <a:lnTo>
                    <a:pt x="3981" y="10463"/>
                  </a:lnTo>
                  <a:lnTo>
                    <a:pt x="3729" y="10396"/>
                  </a:lnTo>
                  <a:lnTo>
                    <a:pt x="3494" y="10312"/>
                  </a:lnTo>
                  <a:lnTo>
                    <a:pt x="3242" y="10211"/>
                  </a:lnTo>
                  <a:lnTo>
                    <a:pt x="3007" y="10110"/>
                  </a:lnTo>
                  <a:lnTo>
                    <a:pt x="2788" y="9993"/>
                  </a:lnTo>
                  <a:lnTo>
                    <a:pt x="2553" y="9859"/>
                  </a:lnTo>
                  <a:lnTo>
                    <a:pt x="2352" y="9724"/>
                  </a:lnTo>
                  <a:lnTo>
                    <a:pt x="2133" y="9573"/>
                  </a:lnTo>
                  <a:lnTo>
                    <a:pt x="1932" y="9422"/>
                  </a:lnTo>
                  <a:lnTo>
                    <a:pt x="1747" y="9254"/>
                  </a:lnTo>
                  <a:lnTo>
                    <a:pt x="1562" y="9069"/>
                  </a:lnTo>
                  <a:lnTo>
                    <a:pt x="1377" y="8884"/>
                  </a:lnTo>
                  <a:lnTo>
                    <a:pt x="1210" y="8700"/>
                  </a:lnTo>
                  <a:lnTo>
                    <a:pt x="1058" y="8498"/>
                  </a:lnTo>
                  <a:lnTo>
                    <a:pt x="907" y="8297"/>
                  </a:lnTo>
                  <a:lnTo>
                    <a:pt x="773" y="8078"/>
                  </a:lnTo>
                  <a:lnTo>
                    <a:pt x="639" y="7843"/>
                  </a:lnTo>
                  <a:lnTo>
                    <a:pt x="521" y="7625"/>
                  </a:lnTo>
                  <a:lnTo>
                    <a:pt x="420" y="7390"/>
                  </a:lnTo>
                  <a:lnTo>
                    <a:pt x="319" y="7138"/>
                  </a:lnTo>
                  <a:lnTo>
                    <a:pt x="236" y="6903"/>
                  </a:lnTo>
                  <a:lnTo>
                    <a:pt x="168" y="6651"/>
                  </a:lnTo>
                  <a:lnTo>
                    <a:pt x="101" y="6382"/>
                  </a:lnTo>
                  <a:lnTo>
                    <a:pt x="68" y="6130"/>
                  </a:lnTo>
                  <a:lnTo>
                    <a:pt x="34" y="5862"/>
                  </a:lnTo>
                  <a:lnTo>
                    <a:pt x="0" y="5593"/>
                  </a:lnTo>
                  <a:lnTo>
                    <a:pt x="0" y="5324"/>
                  </a:lnTo>
                  <a:lnTo>
                    <a:pt x="0" y="5324"/>
                  </a:lnTo>
                  <a:lnTo>
                    <a:pt x="0" y="5039"/>
                  </a:lnTo>
                  <a:lnTo>
                    <a:pt x="34" y="4770"/>
                  </a:lnTo>
                  <a:lnTo>
                    <a:pt x="68" y="4518"/>
                  </a:lnTo>
                  <a:lnTo>
                    <a:pt x="101" y="4249"/>
                  </a:lnTo>
                  <a:lnTo>
                    <a:pt x="168" y="3997"/>
                  </a:lnTo>
                  <a:lnTo>
                    <a:pt x="236" y="3746"/>
                  </a:lnTo>
                  <a:lnTo>
                    <a:pt x="319" y="3494"/>
                  </a:lnTo>
                  <a:lnTo>
                    <a:pt x="420" y="3259"/>
                  </a:lnTo>
                  <a:lnTo>
                    <a:pt x="521" y="3023"/>
                  </a:lnTo>
                  <a:lnTo>
                    <a:pt x="639" y="2788"/>
                  </a:lnTo>
                  <a:lnTo>
                    <a:pt x="773" y="2570"/>
                  </a:lnTo>
                  <a:lnTo>
                    <a:pt x="907" y="2352"/>
                  </a:lnTo>
                  <a:lnTo>
                    <a:pt x="1058" y="2133"/>
                  </a:lnTo>
                  <a:lnTo>
                    <a:pt x="1210" y="1932"/>
                  </a:lnTo>
                  <a:lnTo>
                    <a:pt x="1377" y="1747"/>
                  </a:lnTo>
                  <a:lnTo>
                    <a:pt x="1562" y="1562"/>
                  </a:lnTo>
                  <a:lnTo>
                    <a:pt x="1747" y="1394"/>
                  </a:lnTo>
                  <a:lnTo>
                    <a:pt x="1932" y="1226"/>
                  </a:lnTo>
                  <a:lnTo>
                    <a:pt x="2133" y="1059"/>
                  </a:lnTo>
                  <a:lnTo>
                    <a:pt x="2352" y="907"/>
                  </a:lnTo>
                  <a:lnTo>
                    <a:pt x="2553" y="773"/>
                  </a:lnTo>
                  <a:lnTo>
                    <a:pt x="2788" y="639"/>
                  </a:lnTo>
                  <a:lnTo>
                    <a:pt x="3007" y="521"/>
                  </a:lnTo>
                  <a:lnTo>
                    <a:pt x="3242" y="420"/>
                  </a:lnTo>
                  <a:lnTo>
                    <a:pt x="3494" y="320"/>
                  </a:lnTo>
                  <a:lnTo>
                    <a:pt x="3729" y="236"/>
                  </a:lnTo>
                  <a:lnTo>
                    <a:pt x="3981" y="168"/>
                  </a:lnTo>
                  <a:lnTo>
                    <a:pt x="4249" y="118"/>
                  </a:lnTo>
                  <a:lnTo>
                    <a:pt x="4501" y="68"/>
                  </a:lnTo>
                  <a:lnTo>
                    <a:pt x="4770" y="34"/>
                  </a:lnTo>
                  <a:lnTo>
                    <a:pt x="5039" y="17"/>
                  </a:lnTo>
                  <a:lnTo>
                    <a:pt x="5307" y="0"/>
                  </a:lnTo>
                  <a:lnTo>
                    <a:pt x="5307" y="0"/>
                  </a:lnTo>
                  <a:lnTo>
                    <a:pt x="5593" y="17"/>
                  </a:lnTo>
                  <a:lnTo>
                    <a:pt x="5861" y="34"/>
                  </a:lnTo>
                  <a:lnTo>
                    <a:pt x="6130" y="68"/>
                  </a:lnTo>
                  <a:lnTo>
                    <a:pt x="6382" y="118"/>
                  </a:lnTo>
                  <a:lnTo>
                    <a:pt x="6634" y="168"/>
                  </a:lnTo>
                  <a:lnTo>
                    <a:pt x="6886" y="236"/>
                  </a:lnTo>
                  <a:lnTo>
                    <a:pt x="7138" y="320"/>
                  </a:lnTo>
                  <a:lnTo>
                    <a:pt x="7390" y="420"/>
                  </a:lnTo>
                  <a:lnTo>
                    <a:pt x="7625" y="521"/>
                  </a:lnTo>
                  <a:lnTo>
                    <a:pt x="7843" y="639"/>
                  </a:lnTo>
                  <a:lnTo>
                    <a:pt x="8062" y="773"/>
                  </a:lnTo>
                  <a:lnTo>
                    <a:pt x="8280" y="907"/>
                  </a:lnTo>
                  <a:lnTo>
                    <a:pt x="8498" y="1059"/>
                  </a:lnTo>
                  <a:lnTo>
                    <a:pt x="8700" y="1226"/>
                  </a:lnTo>
                  <a:lnTo>
                    <a:pt x="8884" y="1394"/>
                  </a:lnTo>
                  <a:lnTo>
                    <a:pt x="9069" y="1562"/>
                  </a:lnTo>
                  <a:lnTo>
                    <a:pt x="9254" y="1747"/>
                  </a:lnTo>
                  <a:lnTo>
                    <a:pt x="9422" y="1932"/>
                  </a:lnTo>
                  <a:lnTo>
                    <a:pt x="9573" y="2133"/>
                  </a:lnTo>
                  <a:lnTo>
                    <a:pt x="9724" y="2352"/>
                  </a:lnTo>
                  <a:lnTo>
                    <a:pt x="9858" y="2570"/>
                  </a:lnTo>
                  <a:lnTo>
                    <a:pt x="9993" y="2788"/>
                  </a:lnTo>
                  <a:lnTo>
                    <a:pt x="10110" y="3023"/>
                  </a:lnTo>
                  <a:lnTo>
                    <a:pt x="10211" y="3259"/>
                  </a:lnTo>
                  <a:lnTo>
                    <a:pt x="10312" y="3494"/>
                  </a:lnTo>
                  <a:lnTo>
                    <a:pt x="10396" y="3746"/>
                  </a:lnTo>
                  <a:lnTo>
                    <a:pt x="10463" y="3997"/>
                  </a:lnTo>
                  <a:lnTo>
                    <a:pt x="10513" y="4249"/>
                  </a:lnTo>
                  <a:lnTo>
                    <a:pt x="10564" y="4518"/>
                  </a:lnTo>
                  <a:lnTo>
                    <a:pt x="10597" y="4770"/>
                  </a:lnTo>
                  <a:lnTo>
                    <a:pt x="10631" y="5039"/>
                  </a:lnTo>
                  <a:lnTo>
                    <a:pt x="10631" y="5324"/>
                  </a:lnTo>
                  <a:lnTo>
                    <a:pt x="10631" y="5324"/>
                  </a:lnTo>
                  <a:lnTo>
                    <a:pt x="10631" y="5593"/>
                  </a:lnTo>
                  <a:lnTo>
                    <a:pt x="10597" y="5862"/>
                  </a:lnTo>
                  <a:lnTo>
                    <a:pt x="10564" y="6130"/>
                  </a:lnTo>
                  <a:lnTo>
                    <a:pt x="10513" y="6382"/>
                  </a:lnTo>
                  <a:lnTo>
                    <a:pt x="10463" y="6651"/>
                  </a:lnTo>
                  <a:lnTo>
                    <a:pt x="10396" y="6903"/>
                  </a:lnTo>
                  <a:lnTo>
                    <a:pt x="10312" y="7138"/>
                  </a:lnTo>
                  <a:lnTo>
                    <a:pt x="10211" y="7390"/>
                  </a:lnTo>
                  <a:lnTo>
                    <a:pt x="10110" y="7625"/>
                  </a:lnTo>
                  <a:lnTo>
                    <a:pt x="9993" y="7843"/>
                  </a:lnTo>
                  <a:lnTo>
                    <a:pt x="9858" y="8078"/>
                  </a:lnTo>
                  <a:lnTo>
                    <a:pt x="9724" y="8297"/>
                  </a:lnTo>
                  <a:lnTo>
                    <a:pt x="9573" y="8498"/>
                  </a:lnTo>
                  <a:lnTo>
                    <a:pt x="9422" y="8700"/>
                  </a:lnTo>
                  <a:lnTo>
                    <a:pt x="9254" y="8884"/>
                  </a:lnTo>
                  <a:lnTo>
                    <a:pt x="9069" y="9069"/>
                  </a:lnTo>
                  <a:lnTo>
                    <a:pt x="8884" y="9254"/>
                  </a:lnTo>
                  <a:lnTo>
                    <a:pt x="8700" y="9422"/>
                  </a:lnTo>
                  <a:lnTo>
                    <a:pt x="8498" y="9573"/>
                  </a:lnTo>
                  <a:lnTo>
                    <a:pt x="8280" y="9724"/>
                  </a:lnTo>
                  <a:lnTo>
                    <a:pt x="8062" y="9859"/>
                  </a:lnTo>
                  <a:lnTo>
                    <a:pt x="7843" y="9993"/>
                  </a:lnTo>
                  <a:lnTo>
                    <a:pt x="7625" y="10110"/>
                  </a:lnTo>
                  <a:lnTo>
                    <a:pt x="7390" y="10211"/>
                  </a:lnTo>
                  <a:lnTo>
                    <a:pt x="7138" y="10312"/>
                  </a:lnTo>
                  <a:lnTo>
                    <a:pt x="6886" y="10396"/>
                  </a:lnTo>
                  <a:lnTo>
                    <a:pt x="6634" y="10463"/>
                  </a:lnTo>
                  <a:lnTo>
                    <a:pt x="6382" y="10530"/>
                  </a:lnTo>
                  <a:lnTo>
                    <a:pt x="6130" y="10581"/>
                  </a:lnTo>
                  <a:lnTo>
                    <a:pt x="5861" y="10614"/>
                  </a:lnTo>
                  <a:lnTo>
                    <a:pt x="5593" y="10631"/>
                  </a:lnTo>
                  <a:lnTo>
                    <a:pt x="5307" y="10631"/>
                  </a:lnTo>
                  <a:lnTo>
                    <a:pt x="5307" y="1063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35"/>
            <p:cNvSpPr/>
            <p:nvPr/>
          </p:nvSpPr>
          <p:spPr>
            <a:xfrm>
              <a:off x="4126350" y="212275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35"/>
            <p:cNvSpPr/>
            <p:nvPr/>
          </p:nvSpPr>
          <p:spPr>
            <a:xfrm>
              <a:off x="4411850" y="2009375"/>
              <a:ext cx="151175" cy="151175"/>
            </a:xfrm>
            <a:custGeom>
              <a:avLst/>
              <a:gdLst/>
              <a:ahLst/>
              <a:cxnLst/>
              <a:rect l="l" t="t" r="r" b="b"/>
              <a:pathLst>
                <a:path w="6047" h="6047" extrusionOk="0">
                  <a:moveTo>
                    <a:pt x="3023" y="1"/>
                  </a:moveTo>
                  <a:lnTo>
                    <a:pt x="2721" y="17"/>
                  </a:lnTo>
                  <a:lnTo>
                    <a:pt x="2419" y="68"/>
                  </a:lnTo>
                  <a:lnTo>
                    <a:pt x="2116" y="135"/>
                  </a:lnTo>
                  <a:lnTo>
                    <a:pt x="1848" y="236"/>
                  </a:lnTo>
                  <a:lnTo>
                    <a:pt x="1579" y="370"/>
                  </a:lnTo>
                  <a:lnTo>
                    <a:pt x="1327" y="521"/>
                  </a:lnTo>
                  <a:lnTo>
                    <a:pt x="1092" y="689"/>
                  </a:lnTo>
                  <a:lnTo>
                    <a:pt x="890" y="891"/>
                  </a:lnTo>
                  <a:lnTo>
                    <a:pt x="689" y="1109"/>
                  </a:lnTo>
                  <a:lnTo>
                    <a:pt x="521" y="1344"/>
                  </a:lnTo>
                  <a:lnTo>
                    <a:pt x="370" y="1579"/>
                  </a:lnTo>
                  <a:lnTo>
                    <a:pt x="235" y="1848"/>
                  </a:lnTo>
                  <a:lnTo>
                    <a:pt x="135" y="2134"/>
                  </a:lnTo>
                  <a:lnTo>
                    <a:pt x="67" y="2419"/>
                  </a:lnTo>
                  <a:lnTo>
                    <a:pt x="17" y="2721"/>
                  </a:lnTo>
                  <a:lnTo>
                    <a:pt x="0" y="3024"/>
                  </a:lnTo>
                  <a:lnTo>
                    <a:pt x="17" y="3343"/>
                  </a:lnTo>
                  <a:lnTo>
                    <a:pt x="67" y="3628"/>
                  </a:lnTo>
                  <a:lnTo>
                    <a:pt x="135" y="3930"/>
                  </a:lnTo>
                  <a:lnTo>
                    <a:pt x="235" y="4199"/>
                  </a:lnTo>
                  <a:lnTo>
                    <a:pt x="370" y="4468"/>
                  </a:lnTo>
                  <a:lnTo>
                    <a:pt x="521" y="4720"/>
                  </a:lnTo>
                  <a:lnTo>
                    <a:pt x="689" y="4955"/>
                  </a:lnTo>
                  <a:lnTo>
                    <a:pt x="890" y="5156"/>
                  </a:lnTo>
                  <a:lnTo>
                    <a:pt x="1092" y="5358"/>
                  </a:lnTo>
                  <a:lnTo>
                    <a:pt x="1327" y="5526"/>
                  </a:lnTo>
                  <a:lnTo>
                    <a:pt x="1579" y="5677"/>
                  </a:lnTo>
                  <a:lnTo>
                    <a:pt x="1848" y="5811"/>
                  </a:lnTo>
                  <a:lnTo>
                    <a:pt x="2116" y="5912"/>
                  </a:lnTo>
                  <a:lnTo>
                    <a:pt x="2419" y="5996"/>
                  </a:lnTo>
                  <a:lnTo>
                    <a:pt x="2721" y="6030"/>
                  </a:lnTo>
                  <a:lnTo>
                    <a:pt x="3023" y="6047"/>
                  </a:lnTo>
                  <a:lnTo>
                    <a:pt x="3325" y="6030"/>
                  </a:lnTo>
                  <a:lnTo>
                    <a:pt x="3628" y="5996"/>
                  </a:lnTo>
                  <a:lnTo>
                    <a:pt x="3930" y="5912"/>
                  </a:lnTo>
                  <a:lnTo>
                    <a:pt x="4199" y="5811"/>
                  </a:lnTo>
                  <a:lnTo>
                    <a:pt x="4467" y="5677"/>
                  </a:lnTo>
                  <a:lnTo>
                    <a:pt x="4719" y="5526"/>
                  </a:lnTo>
                  <a:lnTo>
                    <a:pt x="4938" y="5358"/>
                  </a:lnTo>
                  <a:lnTo>
                    <a:pt x="5156" y="5156"/>
                  </a:lnTo>
                  <a:lnTo>
                    <a:pt x="5358" y="4955"/>
                  </a:lnTo>
                  <a:lnTo>
                    <a:pt x="5525" y="4720"/>
                  </a:lnTo>
                  <a:lnTo>
                    <a:pt x="5677" y="4468"/>
                  </a:lnTo>
                  <a:lnTo>
                    <a:pt x="5811" y="4199"/>
                  </a:lnTo>
                  <a:lnTo>
                    <a:pt x="5912" y="3930"/>
                  </a:lnTo>
                  <a:lnTo>
                    <a:pt x="5979" y="3628"/>
                  </a:lnTo>
                  <a:lnTo>
                    <a:pt x="6029" y="3343"/>
                  </a:lnTo>
                  <a:lnTo>
                    <a:pt x="6046" y="3024"/>
                  </a:lnTo>
                  <a:lnTo>
                    <a:pt x="6029" y="2721"/>
                  </a:lnTo>
                  <a:lnTo>
                    <a:pt x="5979" y="2419"/>
                  </a:lnTo>
                  <a:lnTo>
                    <a:pt x="5912" y="2134"/>
                  </a:lnTo>
                  <a:lnTo>
                    <a:pt x="5811" y="1848"/>
                  </a:lnTo>
                  <a:lnTo>
                    <a:pt x="5677" y="1579"/>
                  </a:lnTo>
                  <a:lnTo>
                    <a:pt x="5525" y="1344"/>
                  </a:lnTo>
                  <a:lnTo>
                    <a:pt x="5358" y="1109"/>
                  </a:lnTo>
                  <a:lnTo>
                    <a:pt x="5156" y="891"/>
                  </a:lnTo>
                  <a:lnTo>
                    <a:pt x="4938" y="689"/>
                  </a:lnTo>
                  <a:lnTo>
                    <a:pt x="4719" y="521"/>
                  </a:lnTo>
                  <a:lnTo>
                    <a:pt x="4467" y="370"/>
                  </a:lnTo>
                  <a:lnTo>
                    <a:pt x="4199" y="236"/>
                  </a:lnTo>
                  <a:lnTo>
                    <a:pt x="3930" y="135"/>
                  </a:lnTo>
                  <a:lnTo>
                    <a:pt x="3628" y="68"/>
                  </a:lnTo>
                  <a:lnTo>
                    <a:pt x="3325" y="17"/>
                  </a:lnTo>
                  <a:lnTo>
                    <a:pt x="30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35"/>
            <p:cNvSpPr/>
            <p:nvPr/>
          </p:nvSpPr>
          <p:spPr>
            <a:xfrm>
              <a:off x="4411850" y="2009375"/>
              <a:ext cx="151175" cy="151175"/>
            </a:xfrm>
            <a:custGeom>
              <a:avLst/>
              <a:gdLst/>
              <a:ahLst/>
              <a:cxnLst/>
              <a:rect l="l" t="t" r="r" b="b"/>
              <a:pathLst>
                <a:path w="6047" h="6047" fill="none" extrusionOk="0">
                  <a:moveTo>
                    <a:pt x="6046" y="3024"/>
                  </a:moveTo>
                  <a:lnTo>
                    <a:pt x="6046" y="3024"/>
                  </a:lnTo>
                  <a:lnTo>
                    <a:pt x="6029" y="3343"/>
                  </a:lnTo>
                  <a:lnTo>
                    <a:pt x="5979" y="3628"/>
                  </a:lnTo>
                  <a:lnTo>
                    <a:pt x="5912" y="3930"/>
                  </a:lnTo>
                  <a:lnTo>
                    <a:pt x="5811" y="4199"/>
                  </a:lnTo>
                  <a:lnTo>
                    <a:pt x="5677" y="4468"/>
                  </a:lnTo>
                  <a:lnTo>
                    <a:pt x="5525" y="4720"/>
                  </a:lnTo>
                  <a:lnTo>
                    <a:pt x="5358" y="4955"/>
                  </a:lnTo>
                  <a:lnTo>
                    <a:pt x="5156" y="5156"/>
                  </a:lnTo>
                  <a:lnTo>
                    <a:pt x="4938" y="5358"/>
                  </a:lnTo>
                  <a:lnTo>
                    <a:pt x="4719" y="5526"/>
                  </a:lnTo>
                  <a:lnTo>
                    <a:pt x="4467" y="5677"/>
                  </a:lnTo>
                  <a:lnTo>
                    <a:pt x="4199" y="5811"/>
                  </a:lnTo>
                  <a:lnTo>
                    <a:pt x="3930" y="5912"/>
                  </a:lnTo>
                  <a:lnTo>
                    <a:pt x="3628" y="5996"/>
                  </a:lnTo>
                  <a:lnTo>
                    <a:pt x="3325" y="6030"/>
                  </a:lnTo>
                  <a:lnTo>
                    <a:pt x="3023" y="6047"/>
                  </a:lnTo>
                  <a:lnTo>
                    <a:pt x="3023" y="6047"/>
                  </a:lnTo>
                  <a:lnTo>
                    <a:pt x="2721" y="6030"/>
                  </a:lnTo>
                  <a:lnTo>
                    <a:pt x="2419" y="5996"/>
                  </a:lnTo>
                  <a:lnTo>
                    <a:pt x="2116" y="5912"/>
                  </a:lnTo>
                  <a:lnTo>
                    <a:pt x="1848" y="5811"/>
                  </a:lnTo>
                  <a:lnTo>
                    <a:pt x="1579" y="5677"/>
                  </a:lnTo>
                  <a:lnTo>
                    <a:pt x="1327" y="5526"/>
                  </a:lnTo>
                  <a:lnTo>
                    <a:pt x="1092" y="5358"/>
                  </a:lnTo>
                  <a:lnTo>
                    <a:pt x="890" y="5156"/>
                  </a:lnTo>
                  <a:lnTo>
                    <a:pt x="689" y="4955"/>
                  </a:lnTo>
                  <a:lnTo>
                    <a:pt x="521" y="4720"/>
                  </a:lnTo>
                  <a:lnTo>
                    <a:pt x="370" y="4468"/>
                  </a:lnTo>
                  <a:lnTo>
                    <a:pt x="235" y="4199"/>
                  </a:lnTo>
                  <a:lnTo>
                    <a:pt x="135" y="3930"/>
                  </a:lnTo>
                  <a:lnTo>
                    <a:pt x="67" y="3628"/>
                  </a:lnTo>
                  <a:lnTo>
                    <a:pt x="17" y="3343"/>
                  </a:lnTo>
                  <a:lnTo>
                    <a:pt x="0" y="3024"/>
                  </a:lnTo>
                  <a:lnTo>
                    <a:pt x="0" y="3024"/>
                  </a:lnTo>
                  <a:lnTo>
                    <a:pt x="17" y="2721"/>
                  </a:lnTo>
                  <a:lnTo>
                    <a:pt x="67" y="2419"/>
                  </a:lnTo>
                  <a:lnTo>
                    <a:pt x="135" y="2134"/>
                  </a:lnTo>
                  <a:lnTo>
                    <a:pt x="235" y="1848"/>
                  </a:lnTo>
                  <a:lnTo>
                    <a:pt x="370" y="1579"/>
                  </a:lnTo>
                  <a:lnTo>
                    <a:pt x="521" y="1344"/>
                  </a:lnTo>
                  <a:lnTo>
                    <a:pt x="689" y="1109"/>
                  </a:lnTo>
                  <a:lnTo>
                    <a:pt x="890" y="891"/>
                  </a:lnTo>
                  <a:lnTo>
                    <a:pt x="1092" y="689"/>
                  </a:lnTo>
                  <a:lnTo>
                    <a:pt x="1327" y="521"/>
                  </a:lnTo>
                  <a:lnTo>
                    <a:pt x="1579" y="370"/>
                  </a:lnTo>
                  <a:lnTo>
                    <a:pt x="1848" y="236"/>
                  </a:lnTo>
                  <a:lnTo>
                    <a:pt x="2116" y="135"/>
                  </a:lnTo>
                  <a:lnTo>
                    <a:pt x="2419" y="68"/>
                  </a:lnTo>
                  <a:lnTo>
                    <a:pt x="2721" y="17"/>
                  </a:lnTo>
                  <a:lnTo>
                    <a:pt x="3023" y="1"/>
                  </a:lnTo>
                  <a:lnTo>
                    <a:pt x="3023" y="1"/>
                  </a:lnTo>
                  <a:lnTo>
                    <a:pt x="3325" y="17"/>
                  </a:lnTo>
                  <a:lnTo>
                    <a:pt x="3628" y="68"/>
                  </a:lnTo>
                  <a:lnTo>
                    <a:pt x="3930" y="135"/>
                  </a:lnTo>
                  <a:lnTo>
                    <a:pt x="4199" y="236"/>
                  </a:lnTo>
                  <a:lnTo>
                    <a:pt x="4467" y="370"/>
                  </a:lnTo>
                  <a:lnTo>
                    <a:pt x="4719" y="521"/>
                  </a:lnTo>
                  <a:lnTo>
                    <a:pt x="4938" y="689"/>
                  </a:lnTo>
                  <a:lnTo>
                    <a:pt x="5156" y="891"/>
                  </a:lnTo>
                  <a:lnTo>
                    <a:pt x="5358" y="1109"/>
                  </a:lnTo>
                  <a:lnTo>
                    <a:pt x="5525" y="1344"/>
                  </a:lnTo>
                  <a:lnTo>
                    <a:pt x="5677" y="1579"/>
                  </a:lnTo>
                  <a:lnTo>
                    <a:pt x="5811" y="1848"/>
                  </a:lnTo>
                  <a:lnTo>
                    <a:pt x="5912" y="2134"/>
                  </a:lnTo>
                  <a:lnTo>
                    <a:pt x="5979" y="2419"/>
                  </a:lnTo>
                  <a:lnTo>
                    <a:pt x="6029" y="2721"/>
                  </a:lnTo>
                  <a:lnTo>
                    <a:pt x="6046" y="3024"/>
                  </a:lnTo>
                  <a:lnTo>
                    <a:pt x="6046" y="3024"/>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6" name="Google Shape;2226;p35"/>
          <p:cNvGrpSpPr/>
          <p:nvPr/>
        </p:nvGrpSpPr>
        <p:grpSpPr>
          <a:xfrm>
            <a:off x="7841462" y="3980216"/>
            <a:ext cx="453382" cy="457170"/>
            <a:chOff x="5643675" y="1525725"/>
            <a:chExt cx="644925" cy="644900"/>
          </a:xfrm>
        </p:grpSpPr>
        <p:sp>
          <p:nvSpPr>
            <p:cNvPr id="2227" name="Google Shape;2227;p35"/>
            <p:cNvSpPr/>
            <p:nvPr/>
          </p:nvSpPr>
          <p:spPr>
            <a:xfrm>
              <a:off x="5643675" y="1525725"/>
              <a:ext cx="226750" cy="226725"/>
            </a:xfrm>
            <a:custGeom>
              <a:avLst/>
              <a:gdLst/>
              <a:ahLst/>
              <a:cxnLst/>
              <a:rect l="l" t="t" r="r" b="b"/>
              <a:pathLst>
                <a:path w="9070" h="9069" extrusionOk="0">
                  <a:moveTo>
                    <a:pt x="3024" y="0"/>
                  </a:moveTo>
                  <a:lnTo>
                    <a:pt x="3024" y="3023"/>
                  </a:lnTo>
                  <a:lnTo>
                    <a:pt x="1" y="3023"/>
                  </a:lnTo>
                  <a:lnTo>
                    <a:pt x="1" y="6046"/>
                  </a:lnTo>
                  <a:lnTo>
                    <a:pt x="3024" y="6046"/>
                  </a:lnTo>
                  <a:lnTo>
                    <a:pt x="3024" y="9069"/>
                  </a:lnTo>
                  <a:lnTo>
                    <a:pt x="6047" y="9069"/>
                  </a:lnTo>
                  <a:lnTo>
                    <a:pt x="6047" y="6046"/>
                  </a:lnTo>
                  <a:lnTo>
                    <a:pt x="9070" y="6046"/>
                  </a:lnTo>
                  <a:lnTo>
                    <a:pt x="9070" y="3023"/>
                  </a:lnTo>
                  <a:lnTo>
                    <a:pt x="6047" y="3023"/>
                  </a:lnTo>
                  <a:lnTo>
                    <a:pt x="60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35"/>
            <p:cNvSpPr/>
            <p:nvPr/>
          </p:nvSpPr>
          <p:spPr>
            <a:xfrm>
              <a:off x="5643675" y="1525725"/>
              <a:ext cx="226750" cy="226725"/>
            </a:xfrm>
            <a:custGeom>
              <a:avLst/>
              <a:gdLst/>
              <a:ahLst/>
              <a:cxnLst/>
              <a:rect l="l" t="t" r="r" b="b"/>
              <a:pathLst>
                <a:path w="9070" h="9069" fill="none" extrusionOk="0">
                  <a:moveTo>
                    <a:pt x="6047" y="9069"/>
                  </a:moveTo>
                  <a:lnTo>
                    <a:pt x="6047" y="6046"/>
                  </a:lnTo>
                  <a:lnTo>
                    <a:pt x="9070" y="6046"/>
                  </a:lnTo>
                  <a:lnTo>
                    <a:pt x="9070" y="3023"/>
                  </a:lnTo>
                  <a:lnTo>
                    <a:pt x="6047" y="3023"/>
                  </a:lnTo>
                  <a:lnTo>
                    <a:pt x="6047" y="0"/>
                  </a:lnTo>
                  <a:lnTo>
                    <a:pt x="3024" y="0"/>
                  </a:lnTo>
                  <a:lnTo>
                    <a:pt x="3024" y="3023"/>
                  </a:lnTo>
                  <a:lnTo>
                    <a:pt x="1" y="3023"/>
                  </a:lnTo>
                  <a:lnTo>
                    <a:pt x="1" y="6046"/>
                  </a:lnTo>
                  <a:lnTo>
                    <a:pt x="3024" y="6046"/>
                  </a:lnTo>
                  <a:lnTo>
                    <a:pt x="3024" y="9069"/>
                  </a:lnTo>
                  <a:lnTo>
                    <a:pt x="6047" y="9069"/>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35"/>
            <p:cNvSpPr/>
            <p:nvPr/>
          </p:nvSpPr>
          <p:spPr>
            <a:xfrm>
              <a:off x="5794825" y="175242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35"/>
            <p:cNvSpPr/>
            <p:nvPr/>
          </p:nvSpPr>
          <p:spPr>
            <a:xfrm>
              <a:off x="5918275" y="1620175"/>
              <a:ext cx="246475" cy="75600"/>
            </a:xfrm>
            <a:custGeom>
              <a:avLst/>
              <a:gdLst/>
              <a:ahLst/>
              <a:cxnLst/>
              <a:rect l="l" t="t" r="r" b="b"/>
              <a:pathLst>
                <a:path w="9859" h="3024" extrusionOk="0">
                  <a:moveTo>
                    <a:pt x="1008" y="1"/>
                  </a:moveTo>
                  <a:lnTo>
                    <a:pt x="0" y="3024"/>
                  </a:lnTo>
                  <a:lnTo>
                    <a:pt x="9858" y="3024"/>
                  </a:lnTo>
                  <a:lnTo>
                    <a:pt x="88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35"/>
            <p:cNvSpPr/>
            <p:nvPr/>
          </p:nvSpPr>
          <p:spPr>
            <a:xfrm>
              <a:off x="5918275" y="1620175"/>
              <a:ext cx="246475" cy="75600"/>
            </a:xfrm>
            <a:custGeom>
              <a:avLst/>
              <a:gdLst/>
              <a:ahLst/>
              <a:cxnLst/>
              <a:rect l="l" t="t" r="r" b="b"/>
              <a:pathLst>
                <a:path w="9859" h="3024" fill="none" extrusionOk="0">
                  <a:moveTo>
                    <a:pt x="8851" y="1"/>
                  </a:moveTo>
                  <a:lnTo>
                    <a:pt x="1008" y="1"/>
                  </a:lnTo>
                  <a:lnTo>
                    <a:pt x="0" y="3024"/>
                  </a:lnTo>
                  <a:lnTo>
                    <a:pt x="9858" y="3024"/>
                  </a:lnTo>
                  <a:lnTo>
                    <a:pt x="885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35"/>
            <p:cNvSpPr/>
            <p:nvPr/>
          </p:nvSpPr>
          <p:spPr>
            <a:xfrm>
              <a:off x="6139525" y="1620175"/>
              <a:ext cx="25" cy="25"/>
            </a:xfrm>
            <a:custGeom>
              <a:avLst/>
              <a:gdLst/>
              <a:ahLst/>
              <a:cxnLst/>
              <a:rect l="l" t="t" r="r" b="b"/>
              <a:pathLst>
                <a:path w="1" h="1" fill="none" extrusionOk="0">
                  <a:moveTo>
                    <a:pt x="1" y="1"/>
                  </a:moveTo>
                  <a:lnTo>
                    <a:pt x="1"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35"/>
            <p:cNvSpPr/>
            <p:nvPr/>
          </p:nvSpPr>
          <p:spPr>
            <a:xfrm>
              <a:off x="6144575" y="2035400"/>
              <a:ext cx="144025" cy="37825"/>
            </a:xfrm>
            <a:custGeom>
              <a:avLst/>
              <a:gdLst/>
              <a:ahLst/>
              <a:cxnLst/>
              <a:rect l="l" t="t" r="r" b="b"/>
              <a:pathLst>
                <a:path w="5761" h="1513" extrusionOk="0">
                  <a:moveTo>
                    <a:pt x="504" y="1"/>
                  </a:moveTo>
                  <a:lnTo>
                    <a:pt x="0" y="1512"/>
                  </a:lnTo>
                  <a:lnTo>
                    <a:pt x="5760" y="1512"/>
                  </a:lnTo>
                  <a:lnTo>
                    <a:pt x="57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35"/>
            <p:cNvSpPr/>
            <p:nvPr/>
          </p:nvSpPr>
          <p:spPr>
            <a:xfrm>
              <a:off x="6144575" y="2035400"/>
              <a:ext cx="144025" cy="37825"/>
            </a:xfrm>
            <a:custGeom>
              <a:avLst/>
              <a:gdLst/>
              <a:ahLst/>
              <a:cxnLst/>
              <a:rect l="l" t="t" r="r" b="b"/>
              <a:pathLst>
                <a:path w="5761" h="1513" fill="none" extrusionOk="0">
                  <a:moveTo>
                    <a:pt x="0" y="1512"/>
                  </a:moveTo>
                  <a:lnTo>
                    <a:pt x="5760" y="1512"/>
                  </a:lnTo>
                  <a:lnTo>
                    <a:pt x="5760" y="1"/>
                  </a:lnTo>
                  <a:lnTo>
                    <a:pt x="504" y="1"/>
                  </a:lnTo>
                  <a:lnTo>
                    <a:pt x="0" y="1512"/>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35"/>
            <p:cNvSpPr/>
            <p:nvPr/>
          </p:nvSpPr>
          <p:spPr>
            <a:xfrm>
              <a:off x="6144575" y="2073200"/>
              <a:ext cx="25" cy="25"/>
            </a:xfrm>
            <a:custGeom>
              <a:avLst/>
              <a:gdLst/>
              <a:ahLst/>
              <a:cxnLst/>
              <a:rect l="l" t="t" r="r" b="b"/>
              <a:pathLst>
                <a:path w="1" h="1" fill="none" extrusionOk="0">
                  <a:moveTo>
                    <a:pt x="0" y="0"/>
                  </a:moveTo>
                  <a:lnTo>
                    <a:pt x="0"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35"/>
            <p:cNvSpPr/>
            <p:nvPr/>
          </p:nvSpPr>
          <p:spPr>
            <a:xfrm>
              <a:off x="6194100" y="2110975"/>
              <a:ext cx="94500" cy="59650"/>
            </a:xfrm>
            <a:custGeom>
              <a:avLst/>
              <a:gdLst/>
              <a:ahLst/>
              <a:cxnLst/>
              <a:rect l="l" t="t" r="r" b="b"/>
              <a:pathLst>
                <a:path w="3780" h="2386" extrusionOk="0">
                  <a:moveTo>
                    <a:pt x="1" y="1"/>
                  </a:moveTo>
                  <a:lnTo>
                    <a:pt x="1" y="2386"/>
                  </a:lnTo>
                  <a:lnTo>
                    <a:pt x="3779" y="2386"/>
                  </a:lnTo>
                  <a:lnTo>
                    <a:pt x="37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35"/>
            <p:cNvSpPr/>
            <p:nvPr/>
          </p:nvSpPr>
          <p:spPr>
            <a:xfrm>
              <a:off x="5794825" y="2035400"/>
              <a:ext cx="143625" cy="37825"/>
            </a:xfrm>
            <a:custGeom>
              <a:avLst/>
              <a:gdLst/>
              <a:ahLst/>
              <a:cxnLst/>
              <a:rect l="l" t="t" r="r" b="b"/>
              <a:pathLst>
                <a:path w="5745" h="1513" extrusionOk="0">
                  <a:moveTo>
                    <a:pt x="1" y="1"/>
                  </a:moveTo>
                  <a:lnTo>
                    <a:pt x="1" y="1512"/>
                  </a:lnTo>
                  <a:lnTo>
                    <a:pt x="5744" y="1512"/>
                  </a:lnTo>
                  <a:lnTo>
                    <a:pt x="52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35"/>
            <p:cNvSpPr/>
            <p:nvPr/>
          </p:nvSpPr>
          <p:spPr>
            <a:xfrm>
              <a:off x="5794825" y="2035400"/>
              <a:ext cx="143625" cy="37825"/>
            </a:xfrm>
            <a:custGeom>
              <a:avLst/>
              <a:gdLst/>
              <a:ahLst/>
              <a:cxnLst/>
              <a:rect l="l" t="t" r="r" b="b"/>
              <a:pathLst>
                <a:path w="5745" h="1513" fill="none" extrusionOk="0">
                  <a:moveTo>
                    <a:pt x="5240" y="1"/>
                  </a:moveTo>
                  <a:lnTo>
                    <a:pt x="1" y="1"/>
                  </a:lnTo>
                  <a:lnTo>
                    <a:pt x="1" y="1512"/>
                  </a:lnTo>
                  <a:lnTo>
                    <a:pt x="5744" y="1512"/>
                  </a:lnTo>
                  <a:lnTo>
                    <a:pt x="524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35"/>
            <p:cNvSpPr/>
            <p:nvPr/>
          </p:nvSpPr>
          <p:spPr>
            <a:xfrm>
              <a:off x="5925825" y="203540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35"/>
            <p:cNvSpPr/>
            <p:nvPr/>
          </p:nvSpPr>
          <p:spPr>
            <a:xfrm>
              <a:off x="5794825" y="1959850"/>
              <a:ext cx="493775" cy="37800"/>
            </a:xfrm>
            <a:custGeom>
              <a:avLst/>
              <a:gdLst/>
              <a:ahLst/>
              <a:cxnLst/>
              <a:rect l="l" t="t" r="r" b="b"/>
              <a:pathLst>
                <a:path w="19751" h="1512" extrusionOk="0">
                  <a:moveTo>
                    <a:pt x="1" y="0"/>
                  </a:moveTo>
                  <a:lnTo>
                    <a:pt x="1" y="1511"/>
                  </a:lnTo>
                  <a:lnTo>
                    <a:pt x="19750" y="1511"/>
                  </a:lnTo>
                  <a:lnTo>
                    <a:pt x="197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35"/>
            <p:cNvSpPr/>
            <p:nvPr/>
          </p:nvSpPr>
          <p:spPr>
            <a:xfrm>
              <a:off x="5794825" y="1733550"/>
              <a:ext cx="493775" cy="188525"/>
            </a:xfrm>
            <a:custGeom>
              <a:avLst/>
              <a:gdLst/>
              <a:ahLst/>
              <a:cxnLst/>
              <a:rect l="l" t="t" r="r" b="b"/>
              <a:pathLst>
                <a:path w="19751" h="7541" extrusionOk="0">
                  <a:moveTo>
                    <a:pt x="4569" y="0"/>
                  </a:moveTo>
                  <a:lnTo>
                    <a:pt x="4350" y="17"/>
                  </a:lnTo>
                  <a:lnTo>
                    <a:pt x="4132" y="50"/>
                  </a:lnTo>
                  <a:lnTo>
                    <a:pt x="3914" y="84"/>
                  </a:lnTo>
                  <a:lnTo>
                    <a:pt x="3712" y="151"/>
                  </a:lnTo>
                  <a:lnTo>
                    <a:pt x="3494" y="235"/>
                  </a:lnTo>
                  <a:lnTo>
                    <a:pt x="3292" y="336"/>
                  </a:lnTo>
                  <a:lnTo>
                    <a:pt x="3108" y="437"/>
                  </a:lnTo>
                  <a:lnTo>
                    <a:pt x="2923" y="571"/>
                  </a:lnTo>
                  <a:lnTo>
                    <a:pt x="2738" y="705"/>
                  </a:lnTo>
                  <a:lnTo>
                    <a:pt x="2570" y="857"/>
                  </a:lnTo>
                  <a:lnTo>
                    <a:pt x="2419" y="1025"/>
                  </a:lnTo>
                  <a:lnTo>
                    <a:pt x="2268" y="1192"/>
                  </a:lnTo>
                  <a:lnTo>
                    <a:pt x="2150" y="1360"/>
                  </a:lnTo>
                  <a:lnTo>
                    <a:pt x="2033" y="1562"/>
                  </a:lnTo>
                  <a:lnTo>
                    <a:pt x="1932" y="1747"/>
                  </a:lnTo>
                  <a:lnTo>
                    <a:pt x="1865" y="1948"/>
                  </a:lnTo>
                  <a:lnTo>
                    <a:pt x="1" y="7541"/>
                  </a:lnTo>
                  <a:lnTo>
                    <a:pt x="19750" y="7541"/>
                  </a:lnTo>
                  <a:lnTo>
                    <a:pt x="17886" y="1948"/>
                  </a:lnTo>
                  <a:lnTo>
                    <a:pt x="17802" y="1747"/>
                  </a:lnTo>
                  <a:lnTo>
                    <a:pt x="17718" y="1562"/>
                  </a:lnTo>
                  <a:lnTo>
                    <a:pt x="17601" y="1360"/>
                  </a:lnTo>
                  <a:lnTo>
                    <a:pt x="17466" y="1192"/>
                  </a:lnTo>
                  <a:lnTo>
                    <a:pt x="17332" y="1025"/>
                  </a:lnTo>
                  <a:lnTo>
                    <a:pt x="17181" y="857"/>
                  </a:lnTo>
                  <a:lnTo>
                    <a:pt x="17013" y="705"/>
                  </a:lnTo>
                  <a:lnTo>
                    <a:pt x="16828" y="571"/>
                  </a:lnTo>
                  <a:lnTo>
                    <a:pt x="16644" y="437"/>
                  </a:lnTo>
                  <a:lnTo>
                    <a:pt x="16442" y="336"/>
                  </a:lnTo>
                  <a:lnTo>
                    <a:pt x="16240" y="235"/>
                  </a:lnTo>
                  <a:lnTo>
                    <a:pt x="16039" y="151"/>
                  </a:lnTo>
                  <a:lnTo>
                    <a:pt x="15821" y="84"/>
                  </a:lnTo>
                  <a:lnTo>
                    <a:pt x="15619" y="34"/>
                  </a:lnTo>
                  <a:lnTo>
                    <a:pt x="15401" y="17"/>
                  </a:lnTo>
                  <a:lnTo>
                    <a:pt x="151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35"/>
            <p:cNvSpPr/>
            <p:nvPr/>
          </p:nvSpPr>
          <p:spPr>
            <a:xfrm>
              <a:off x="5794825" y="1733550"/>
              <a:ext cx="493775" cy="188525"/>
            </a:xfrm>
            <a:custGeom>
              <a:avLst/>
              <a:gdLst/>
              <a:ahLst/>
              <a:cxnLst/>
              <a:rect l="l" t="t" r="r" b="b"/>
              <a:pathLst>
                <a:path w="19751" h="7541" fill="none" extrusionOk="0">
                  <a:moveTo>
                    <a:pt x="19750" y="7541"/>
                  </a:moveTo>
                  <a:lnTo>
                    <a:pt x="17886" y="1948"/>
                  </a:lnTo>
                  <a:lnTo>
                    <a:pt x="17886" y="1948"/>
                  </a:lnTo>
                  <a:lnTo>
                    <a:pt x="17802" y="1747"/>
                  </a:lnTo>
                  <a:lnTo>
                    <a:pt x="17718" y="1562"/>
                  </a:lnTo>
                  <a:lnTo>
                    <a:pt x="17601" y="1360"/>
                  </a:lnTo>
                  <a:lnTo>
                    <a:pt x="17466" y="1192"/>
                  </a:lnTo>
                  <a:lnTo>
                    <a:pt x="17332" y="1025"/>
                  </a:lnTo>
                  <a:lnTo>
                    <a:pt x="17181" y="857"/>
                  </a:lnTo>
                  <a:lnTo>
                    <a:pt x="17013" y="705"/>
                  </a:lnTo>
                  <a:lnTo>
                    <a:pt x="16828" y="571"/>
                  </a:lnTo>
                  <a:lnTo>
                    <a:pt x="16644" y="437"/>
                  </a:lnTo>
                  <a:lnTo>
                    <a:pt x="16442" y="336"/>
                  </a:lnTo>
                  <a:lnTo>
                    <a:pt x="16240" y="235"/>
                  </a:lnTo>
                  <a:lnTo>
                    <a:pt x="16039" y="151"/>
                  </a:lnTo>
                  <a:lnTo>
                    <a:pt x="15821" y="84"/>
                  </a:lnTo>
                  <a:lnTo>
                    <a:pt x="15619" y="34"/>
                  </a:lnTo>
                  <a:lnTo>
                    <a:pt x="15401" y="17"/>
                  </a:lnTo>
                  <a:lnTo>
                    <a:pt x="15182" y="0"/>
                  </a:lnTo>
                  <a:lnTo>
                    <a:pt x="4569" y="0"/>
                  </a:lnTo>
                  <a:lnTo>
                    <a:pt x="4569" y="0"/>
                  </a:lnTo>
                  <a:lnTo>
                    <a:pt x="4350" y="17"/>
                  </a:lnTo>
                  <a:lnTo>
                    <a:pt x="4132" y="50"/>
                  </a:lnTo>
                  <a:lnTo>
                    <a:pt x="3914" y="84"/>
                  </a:lnTo>
                  <a:lnTo>
                    <a:pt x="3712" y="151"/>
                  </a:lnTo>
                  <a:lnTo>
                    <a:pt x="3494" y="235"/>
                  </a:lnTo>
                  <a:lnTo>
                    <a:pt x="3292" y="336"/>
                  </a:lnTo>
                  <a:lnTo>
                    <a:pt x="3108" y="437"/>
                  </a:lnTo>
                  <a:lnTo>
                    <a:pt x="2923" y="571"/>
                  </a:lnTo>
                  <a:lnTo>
                    <a:pt x="2738" y="705"/>
                  </a:lnTo>
                  <a:lnTo>
                    <a:pt x="2570" y="857"/>
                  </a:lnTo>
                  <a:lnTo>
                    <a:pt x="2419" y="1025"/>
                  </a:lnTo>
                  <a:lnTo>
                    <a:pt x="2268" y="1192"/>
                  </a:lnTo>
                  <a:lnTo>
                    <a:pt x="2150" y="1360"/>
                  </a:lnTo>
                  <a:lnTo>
                    <a:pt x="2033" y="1562"/>
                  </a:lnTo>
                  <a:lnTo>
                    <a:pt x="1932" y="1747"/>
                  </a:lnTo>
                  <a:lnTo>
                    <a:pt x="1865" y="1948"/>
                  </a:lnTo>
                  <a:lnTo>
                    <a:pt x="1" y="7541"/>
                  </a:lnTo>
                  <a:lnTo>
                    <a:pt x="19750" y="754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35"/>
            <p:cNvSpPr/>
            <p:nvPr/>
          </p:nvSpPr>
          <p:spPr>
            <a:xfrm>
              <a:off x="6288575" y="1922050"/>
              <a:ext cx="25" cy="25"/>
            </a:xfrm>
            <a:custGeom>
              <a:avLst/>
              <a:gdLst/>
              <a:ahLst/>
              <a:cxnLst/>
              <a:rect l="l" t="t" r="r" b="b"/>
              <a:pathLst>
                <a:path w="1" h="1" fill="none" extrusionOk="0">
                  <a:moveTo>
                    <a:pt x="0" y="1"/>
                  </a:moveTo>
                  <a:lnTo>
                    <a:pt x="0" y="1"/>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35"/>
            <p:cNvSpPr/>
            <p:nvPr/>
          </p:nvSpPr>
          <p:spPr>
            <a:xfrm>
              <a:off x="5965700" y="2035400"/>
              <a:ext cx="151600" cy="37825"/>
            </a:xfrm>
            <a:custGeom>
              <a:avLst/>
              <a:gdLst/>
              <a:ahLst/>
              <a:cxnLst/>
              <a:rect l="l" t="t" r="r" b="b"/>
              <a:pathLst>
                <a:path w="6064" h="1513" extrusionOk="0">
                  <a:moveTo>
                    <a:pt x="1" y="1"/>
                  </a:moveTo>
                  <a:lnTo>
                    <a:pt x="505" y="1512"/>
                  </a:lnTo>
                  <a:lnTo>
                    <a:pt x="5560" y="1512"/>
                  </a:lnTo>
                  <a:lnTo>
                    <a:pt x="60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35"/>
            <p:cNvSpPr/>
            <p:nvPr/>
          </p:nvSpPr>
          <p:spPr>
            <a:xfrm>
              <a:off x="5965700" y="2035400"/>
              <a:ext cx="151600" cy="37825"/>
            </a:xfrm>
            <a:custGeom>
              <a:avLst/>
              <a:gdLst/>
              <a:ahLst/>
              <a:cxnLst/>
              <a:rect l="l" t="t" r="r" b="b"/>
              <a:pathLst>
                <a:path w="6064" h="1513" fill="none" extrusionOk="0">
                  <a:moveTo>
                    <a:pt x="505" y="1512"/>
                  </a:moveTo>
                  <a:lnTo>
                    <a:pt x="5560" y="1512"/>
                  </a:lnTo>
                  <a:lnTo>
                    <a:pt x="6063" y="1"/>
                  </a:lnTo>
                  <a:lnTo>
                    <a:pt x="1" y="1"/>
                  </a:lnTo>
                  <a:lnTo>
                    <a:pt x="505" y="1512"/>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35"/>
            <p:cNvSpPr/>
            <p:nvPr/>
          </p:nvSpPr>
          <p:spPr>
            <a:xfrm>
              <a:off x="5978300" y="2073200"/>
              <a:ext cx="25" cy="25"/>
            </a:xfrm>
            <a:custGeom>
              <a:avLst/>
              <a:gdLst/>
              <a:ahLst/>
              <a:cxnLst/>
              <a:rect l="l" t="t" r="r" b="b"/>
              <a:pathLst>
                <a:path w="1" h="1" fill="none" extrusionOk="0">
                  <a:moveTo>
                    <a:pt x="1" y="0"/>
                  </a:moveTo>
                  <a:lnTo>
                    <a:pt x="1" y="0"/>
                  </a:lnTo>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35"/>
            <p:cNvSpPr/>
            <p:nvPr/>
          </p:nvSpPr>
          <p:spPr>
            <a:xfrm>
              <a:off x="5794825" y="2110975"/>
              <a:ext cx="94500" cy="59650"/>
            </a:xfrm>
            <a:custGeom>
              <a:avLst/>
              <a:gdLst/>
              <a:ahLst/>
              <a:cxnLst/>
              <a:rect l="l" t="t" r="r" b="b"/>
              <a:pathLst>
                <a:path w="3780" h="2386" extrusionOk="0">
                  <a:moveTo>
                    <a:pt x="1" y="1"/>
                  </a:moveTo>
                  <a:lnTo>
                    <a:pt x="1" y="2386"/>
                  </a:lnTo>
                  <a:lnTo>
                    <a:pt x="3779" y="2386"/>
                  </a:lnTo>
                  <a:lnTo>
                    <a:pt x="37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83">
          <a:extLst>
            <a:ext uri="{FF2B5EF4-FFF2-40B4-BE49-F238E27FC236}">
              <a16:creationId xmlns:a16="http://schemas.microsoft.com/office/drawing/2014/main" id="{54B400BC-A712-685A-4278-641720752E1F}"/>
            </a:ext>
          </a:extLst>
        </p:cNvPr>
        <p:cNvGrpSpPr/>
        <p:nvPr/>
      </p:nvGrpSpPr>
      <p:grpSpPr>
        <a:xfrm>
          <a:off x="0" y="0"/>
          <a:ext cx="0" cy="0"/>
          <a:chOff x="0" y="0"/>
          <a:chExt cx="0" cy="0"/>
        </a:xfrm>
      </p:grpSpPr>
      <p:sp>
        <p:nvSpPr>
          <p:cNvPr id="1185" name="Google Shape;1185;p27">
            <a:extLst>
              <a:ext uri="{FF2B5EF4-FFF2-40B4-BE49-F238E27FC236}">
                <a16:creationId xmlns:a16="http://schemas.microsoft.com/office/drawing/2014/main" id="{DEF99271-1D58-1D5B-F5A0-6F42A2BFC054}"/>
              </a:ext>
            </a:extLst>
          </p:cNvPr>
          <p:cNvSpPr/>
          <p:nvPr/>
        </p:nvSpPr>
        <p:spPr>
          <a:xfrm>
            <a:off x="7029882" y="3211246"/>
            <a:ext cx="1963675" cy="152092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186" name="Google Shape;1186;p27">
            <a:extLst>
              <a:ext uri="{FF2B5EF4-FFF2-40B4-BE49-F238E27FC236}">
                <a16:creationId xmlns:a16="http://schemas.microsoft.com/office/drawing/2014/main" id="{1972D094-5BAD-C2C8-E508-76A3A9F84347}"/>
              </a:ext>
            </a:extLst>
          </p:cNvPr>
          <p:cNvSpPr/>
          <p:nvPr/>
        </p:nvSpPr>
        <p:spPr>
          <a:xfrm>
            <a:off x="6799158" y="751921"/>
            <a:ext cx="1963675" cy="152092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187" name="Google Shape;1187;p27">
            <a:extLst>
              <a:ext uri="{FF2B5EF4-FFF2-40B4-BE49-F238E27FC236}">
                <a16:creationId xmlns:a16="http://schemas.microsoft.com/office/drawing/2014/main" id="{483176D7-3D32-211D-DBA9-D42578346FD3}"/>
              </a:ext>
            </a:extLst>
          </p:cNvPr>
          <p:cNvSpPr/>
          <p:nvPr/>
        </p:nvSpPr>
        <p:spPr>
          <a:xfrm>
            <a:off x="3590163" y="751921"/>
            <a:ext cx="1963675" cy="152092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188" name="Google Shape;1188;p27">
            <a:extLst>
              <a:ext uri="{FF2B5EF4-FFF2-40B4-BE49-F238E27FC236}">
                <a16:creationId xmlns:a16="http://schemas.microsoft.com/office/drawing/2014/main" id="{5283B16D-9BC4-A620-82F2-2EB58439DDD9}"/>
              </a:ext>
            </a:extLst>
          </p:cNvPr>
          <p:cNvSpPr/>
          <p:nvPr/>
        </p:nvSpPr>
        <p:spPr>
          <a:xfrm>
            <a:off x="457199" y="751921"/>
            <a:ext cx="1963675" cy="152092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189" name="Google Shape;1189;p27">
            <a:extLst>
              <a:ext uri="{FF2B5EF4-FFF2-40B4-BE49-F238E27FC236}">
                <a16:creationId xmlns:a16="http://schemas.microsoft.com/office/drawing/2014/main" id="{682737BF-50B0-BF50-2A73-DDF919F9E8E6}"/>
              </a:ext>
            </a:extLst>
          </p:cNvPr>
          <p:cNvSpPr/>
          <p:nvPr/>
        </p:nvSpPr>
        <p:spPr>
          <a:xfrm>
            <a:off x="150443" y="3211246"/>
            <a:ext cx="1963675" cy="1520929"/>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190" name="Google Shape;1190;p27">
            <a:extLst>
              <a:ext uri="{FF2B5EF4-FFF2-40B4-BE49-F238E27FC236}">
                <a16:creationId xmlns:a16="http://schemas.microsoft.com/office/drawing/2014/main" id="{35ACF9B6-FA3F-A24F-A979-B50BB2A4926C}"/>
              </a:ext>
            </a:extLst>
          </p:cNvPr>
          <p:cNvSpPr/>
          <p:nvPr/>
        </p:nvSpPr>
        <p:spPr>
          <a:xfrm>
            <a:off x="2420875" y="2784625"/>
            <a:ext cx="4302300" cy="3894900"/>
          </a:xfrm>
          <a:prstGeom prst="arc">
            <a:avLst>
              <a:gd name="adj1" fmla="val 10804293"/>
              <a:gd name="adj2" fmla="val 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7">
            <a:extLst>
              <a:ext uri="{FF2B5EF4-FFF2-40B4-BE49-F238E27FC236}">
                <a16:creationId xmlns:a16="http://schemas.microsoft.com/office/drawing/2014/main" id="{1BB26987-3655-DCD0-4DD9-B85F84252A89}"/>
              </a:ext>
            </a:extLst>
          </p:cNvPr>
          <p:cNvSpPr/>
          <p:nvPr/>
        </p:nvSpPr>
        <p:spPr>
          <a:xfrm>
            <a:off x="2235138" y="3891875"/>
            <a:ext cx="585000" cy="585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92" name="Google Shape;1192;p27">
            <a:extLst>
              <a:ext uri="{FF2B5EF4-FFF2-40B4-BE49-F238E27FC236}">
                <a16:creationId xmlns:a16="http://schemas.microsoft.com/office/drawing/2014/main" id="{7F7AECD6-3D9B-DEE6-B4B1-962FD7621230}"/>
              </a:ext>
            </a:extLst>
          </p:cNvPr>
          <p:cNvCxnSpPr>
            <a:cxnSpLocks/>
            <a:endCxn id="1191" idx="2"/>
          </p:cNvCxnSpPr>
          <p:nvPr/>
        </p:nvCxnSpPr>
        <p:spPr>
          <a:xfrm>
            <a:off x="2114118" y="4184375"/>
            <a:ext cx="121020" cy="0"/>
          </a:xfrm>
          <a:prstGeom prst="straightConnector1">
            <a:avLst/>
          </a:prstGeom>
          <a:noFill/>
          <a:ln w="19050" cap="flat" cmpd="sng">
            <a:solidFill>
              <a:schemeClr val="dk2"/>
            </a:solidFill>
            <a:prstDash val="solid"/>
            <a:round/>
            <a:headEnd type="none" w="med" len="med"/>
            <a:tailEnd type="none" w="med" len="med"/>
          </a:ln>
        </p:spPr>
      </p:cxnSp>
      <p:sp>
        <p:nvSpPr>
          <p:cNvPr id="1193" name="Google Shape;1193;p27">
            <a:extLst>
              <a:ext uri="{FF2B5EF4-FFF2-40B4-BE49-F238E27FC236}">
                <a16:creationId xmlns:a16="http://schemas.microsoft.com/office/drawing/2014/main" id="{E818A90F-BF68-A3CE-18E5-FD8875DADA2D}"/>
              </a:ext>
            </a:extLst>
          </p:cNvPr>
          <p:cNvSpPr/>
          <p:nvPr/>
        </p:nvSpPr>
        <p:spPr>
          <a:xfrm>
            <a:off x="2969619" y="2892563"/>
            <a:ext cx="585000" cy="585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7">
            <a:extLst>
              <a:ext uri="{FF2B5EF4-FFF2-40B4-BE49-F238E27FC236}">
                <a16:creationId xmlns:a16="http://schemas.microsoft.com/office/drawing/2014/main" id="{8801F461-96E0-9A2B-9411-AD053F62CAE1}"/>
              </a:ext>
            </a:extLst>
          </p:cNvPr>
          <p:cNvSpPr/>
          <p:nvPr/>
        </p:nvSpPr>
        <p:spPr>
          <a:xfrm>
            <a:off x="4279450" y="2514600"/>
            <a:ext cx="585000" cy="585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95" name="Google Shape;1195;p27">
            <a:extLst>
              <a:ext uri="{FF2B5EF4-FFF2-40B4-BE49-F238E27FC236}">
                <a16:creationId xmlns:a16="http://schemas.microsoft.com/office/drawing/2014/main" id="{EEF12146-EA1A-0AA6-9B12-EE098CECB3ED}"/>
              </a:ext>
            </a:extLst>
          </p:cNvPr>
          <p:cNvCxnSpPr>
            <a:cxnSpLocks/>
            <a:stCxn id="1188" idx="3"/>
            <a:endCxn id="1193" idx="0"/>
          </p:cNvCxnSpPr>
          <p:nvPr/>
        </p:nvCxnSpPr>
        <p:spPr>
          <a:xfrm>
            <a:off x="2420874" y="1512386"/>
            <a:ext cx="841245" cy="1380177"/>
          </a:xfrm>
          <a:prstGeom prst="bentConnector2">
            <a:avLst/>
          </a:prstGeom>
          <a:noFill/>
          <a:ln w="19050" cap="flat" cmpd="sng">
            <a:solidFill>
              <a:schemeClr val="dk2"/>
            </a:solidFill>
            <a:prstDash val="solid"/>
            <a:round/>
            <a:headEnd type="none" w="med" len="med"/>
            <a:tailEnd type="none" w="med" len="med"/>
          </a:ln>
        </p:spPr>
      </p:cxnSp>
      <p:cxnSp>
        <p:nvCxnSpPr>
          <p:cNvPr id="1196" name="Google Shape;1196;p27">
            <a:extLst>
              <a:ext uri="{FF2B5EF4-FFF2-40B4-BE49-F238E27FC236}">
                <a16:creationId xmlns:a16="http://schemas.microsoft.com/office/drawing/2014/main" id="{069712BF-8A0C-D61D-1EBF-DC1315ACE42C}"/>
              </a:ext>
            </a:extLst>
          </p:cNvPr>
          <p:cNvCxnSpPr>
            <a:cxnSpLocks/>
            <a:endCxn id="1194" idx="0"/>
          </p:cNvCxnSpPr>
          <p:nvPr/>
        </p:nvCxnSpPr>
        <p:spPr>
          <a:xfrm>
            <a:off x="4571950" y="2272800"/>
            <a:ext cx="0" cy="241800"/>
          </a:xfrm>
          <a:prstGeom prst="straightConnector1">
            <a:avLst/>
          </a:prstGeom>
          <a:noFill/>
          <a:ln w="19050" cap="flat" cmpd="sng">
            <a:solidFill>
              <a:schemeClr val="dk2"/>
            </a:solidFill>
            <a:prstDash val="solid"/>
            <a:round/>
            <a:headEnd type="none" w="med" len="med"/>
            <a:tailEnd type="none" w="med" len="med"/>
          </a:ln>
        </p:spPr>
      </p:cxnSp>
      <p:sp>
        <p:nvSpPr>
          <p:cNvPr id="1197" name="Google Shape;1197;p27">
            <a:extLst>
              <a:ext uri="{FF2B5EF4-FFF2-40B4-BE49-F238E27FC236}">
                <a16:creationId xmlns:a16="http://schemas.microsoft.com/office/drawing/2014/main" id="{4848782C-91B2-7A9A-D7E7-F7523DE6E85D}"/>
              </a:ext>
            </a:extLst>
          </p:cNvPr>
          <p:cNvSpPr/>
          <p:nvPr/>
        </p:nvSpPr>
        <p:spPr>
          <a:xfrm>
            <a:off x="5589269" y="2892563"/>
            <a:ext cx="585000" cy="5850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7">
            <a:extLst>
              <a:ext uri="{FF2B5EF4-FFF2-40B4-BE49-F238E27FC236}">
                <a16:creationId xmlns:a16="http://schemas.microsoft.com/office/drawing/2014/main" id="{AB224BE7-D189-AEED-738F-F3AC43A2AEB6}"/>
              </a:ext>
            </a:extLst>
          </p:cNvPr>
          <p:cNvSpPr/>
          <p:nvPr/>
        </p:nvSpPr>
        <p:spPr>
          <a:xfrm>
            <a:off x="6323763" y="3891875"/>
            <a:ext cx="585000" cy="5850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99" name="Google Shape;1199;p27">
            <a:extLst>
              <a:ext uri="{FF2B5EF4-FFF2-40B4-BE49-F238E27FC236}">
                <a16:creationId xmlns:a16="http://schemas.microsoft.com/office/drawing/2014/main" id="{2308EDF0-9CE1-D5C3-426A-C8B0BCEBF4FA}"/>
              </a:ext>
            </a:extLst>
          </p:cNvPr>
          <p:cNvCxnSpPr>
            <a:cxnSpLocks/>
            <a:stCxn id="1186" idx="1"/>
            <a:endCxn id="1197" idx="0"/>
          </p:cNvCxnSpPr>
          <p:nvPr/>
        </p:nvCxnSpPr>
        <p:spPr>
          <a:xfrm rot="10800000" flipV="1">
            <a:off x="5881770" y="1512385"/>
            <a:ext cx="917389" cy="1380177"/>
          </a:xfrm>
          <a:prstGeom prst="bentConnector2">
            <a:avLst/>
          </a:prstGeom>
          <a:noFill/>
          <a:ln w="19050" cap="flat" cmpd="sng">
            <a:solidFill>
              <a:schemeClr val="dk2"/>
            </a:solidFill>
            <a:prstDash val="solid"/>
            <a:round/>
            <a:headEnd type="none" w="med" len="med"/>
            <a:tailEnd type="none" w="med" len="med"/>
          </a:ln>
        </p:spPr>
      </p:cxnSp>
      <p:cxnSp>
        <p:nvCxnSpPr>
          <p:cNvPr id="1200" name="Google Shape;1200;p27">
            <a:extLst>
              <a:ext uri="{FF2B5EF4-FFF2-40B4-BE49-F238E27FC236}">
                <a16:creationId xmlns:a16="http://schemas.microsoft.com/office/drawing/2014/main" id="{B6DA04EE-D76E-9EAF-40A6-418F4BAD60C1}"/>
              </a:ext>
            </a:extLst>
          </p:cNvPr>
          <p:cNvCxnSpPr>
            <a:cxnSpLocks/>
            <a:stCxn id="1198" idx="6"/>
          </p:cNvCxnSpPr>
          <p:nvPr/>
        </p:nvCxnSpPr>
        <p:spPr>
          <a:xfrm>
            <a:off x="6908763" y="4184375"/>
            <a:ext cx="121119" cy="0"/>
          </a:xfrm>
          <a:prstGeom prst="straightConnector1">
            <a:avLst/>
          </a:prstGeom>
          <a:noFill/>
          <a:ln w="19050" cap="flat" cmpd="sng">
            <a:solidFill>
              <a:schemeClr val="dk2"/>
            </a:solidFill>
            <a:prstDash val="solid"/>
            <a:round/>
            <a:headEnd type="none" w="med" len="med"/>
            <a:tailEnd type="none" w="med" len="med"/>
          </a:ln>
        </p:spPr>
      </p:cxnSp>
      <p:sp>
        <p:nvSpPr>
          <p:cNvPr id="1201" name="Google Shape;1201;p27">
            <a:extLst>
              <a:ext uri="{FF2B5EF4-FFF2-40B4-BE49-F238E27FC236}">
                <a16:creationId xmlns:a16="http://schemas.microsoft.com/office/drawing/2014/main" id="{F60E1646-4AD3-9ED9-0465-BD03F8263E59}"/>
              </a:ext>
            </a:extLst>
          </p:cNvPr>
          <p:cNvSpPr txBox="1">
            <a:spLocks noGrp="1"/>
          </p:cNvSpPr>
          <p:nvPr>
            <p:ph type="title"/>
          </p:nvPr>
        </p:nvSpPr>
        <p:spPr>
          <a:xfrm>
            <a:off x="457199" y="185223"/>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US" dirty="0"/>
              <a:t>Key Takeaways from Taxi Fare Analysis</a:t>
            </a:r>
            <a:endParaRPr dirty="0"/>
          </a:p>
        </p:txBody>
      </p:sp>
      <p:grpSp>
        <p:nvGrpSpPr>
          <p:cNvPr id="1202" name="Google Shape;1202;p27">
            <a:extLst>
              <a:ext uri="{FF2B5EF4-FFF2-40B4-BE49-F238E27FC236}">
                <a16:creationId xmlns:a16="http://schemas.microsoft.com/office/drawing/2014/main" id="{3C3A6803-E591-5EEF-34C9-DFF438359AE8}"/>
              </a:ext>
            </a:extLst>
          </p:cNvPr>
          <p:cNvGrpSpPr/>
          <p:nvPr/>
        </p:nvGrpSpPr>
        <p:grpSpPr>
          <a:xfrm>
            <a:off x="2446363" y="4001488"/>
            <a:ext cx="162554" cy="365770"/>
            <a:chOff x="3745162" y="1499245"/>
            <a:chExt cx="204060" cy="464352"/>
          </a:xfrm>
        </p:grpSpPr>
        <p:sp>
          <p:nvSpPr>
            <p:cNvPr id="1203" name="Google Shape;1203;p27">
              <a:extLst>
                <a:ext uri="{FF2B5EF4-FFF2-40B4-BE49-F238E27FC236}">
                  <a16:creationId xmlns:a16="http://schemas.microsoft.com/office/drawing/2014/main" id="{AEE02E46-A9E2-2017-361F-999C0CED7802}"/>
                </a:ext>
              </a:extLst>
            </p:cNvPr>
            <p:cNvSpPr/>
            <p:nvPr/>
          </p:nvSpPr>
          <p:spPr>
            <a:xfrm>
              <a:off x="3777806" y="1499245"/>
              <a:ext cx="138462" cy="89788"/>
            </a:xfrm>
            <a:custGeom>
              <a:avLst/>
              <a:gdLst/>
              <a:ahLst/>
              <a:cxnLst/>
              <a:rect l="l" t="t" r="r" b="b"/>
              <a:pathLst>
                <a:path w="8975" h="5820" extrusionOk="0">
                  <a:moveTo>
                    <a:pt x="3351" y="0"/>
                  </a:moveTo>
                  <a:lnTo>
                    <a:pt x="3018" y="20"/>
                  </a:lnTo>
                  <a:lnTo>
                    <a:pt x="2685" y="78"/>
                  </a:lnTo>
                  <a:lnTo>
                    <a:pt x="2371" y="157"/>
                  </a:lnTo>
                  <a:lnTo>
                    <a:pt x="2058" y="274"/>
                  </a:lnTo>
                  <a:lnTo>
                    <a:pt x="1764" y="411"/>
                  </a:lnTo>
                  <a:lnTo>
                    <a:pt x="1490" y="568"/>
                  </a:lnTo>
                  <a:lnTo>
                    <a:pt x="1235" y="764"/>
                  </a:lnTo>
                  <a:lnTo>
                    <a:pt x="980" y="980"/>
                  </a:lnTo>
                  <a:lnTo>
                    <a:pt x="765" y="1234"/>
                  </a:lnTo>
                  <a:lnTo>
                    <a:pt x="588" y="1489"/>
                  </a:lnTo>
                  <a:lnTo>
                    <a:pt x="412" y="1764"/>
                  </a:lnTo>
                  <a:lnTo>
                    <a:pt x="275" y="2057"/>
                  </a:lnTo>
                  <a:lnTo>
                    <a:pt x="157" y="2371"/>
                  </a:lnTo>
                  <a:lnTo>
                    <a:pt x="79" y="2685"/>
                  </a:lnTo>
                  <a:lnTo>
                    <a:pt x="20" y="3018"/>
                  </a:lnTo>
                  <a:lnTo>
                    <a:pt x="0" y="3351"/>
                  </a:lnTo>
                  <a:lnTo>
                    <a:pt x="0" y="3370"/>
                  </a:lnTo>
                  <a:lnTo>
                    <a:pt x="20" y="3625"/>
                  </a:lnTo>
                  <a:lnTo>
                    <a:pt x="59" y="3860"/>
                  </a:lnTo>
                  <a:lnTo>
                    <a:pt x="118" y="4095"/>
                  </a:lnTo>
                  <a:lnTo>
                    <a:pt x="196" y="4331"/>
                  </a:lnTo>
                  <a:lnTo>
                    <a:pt x="294" y="4546"/>
                  </a:lnTo>
                  <a:lnTo>
                    <a:pt x="432" y="4742"/>
                  </a:lnTo>
                  <a:lnTo>
                    <a:pt x="569" y="4938"/>
                  </a:lnTo>
                  <a:lnTo>
                    <a:pt x="725" y="5114"/>
                  </a:lnTo>
                  <a:lnTo>
                    <a:pt x="902" y="5271"/>
                  </a:lnTo>
                  <a:lnTo>
                    <a:pt x="1098" y="5408"/>
                  </a:lnTo>
                  <a:lnTo>
                    <a:pt x="1294" y="5526"/>
                  </a:lnTo>
                  <a:lnTo>
                    <a:pt x="1509" y="5624"/>
                  </a:lnTo>
                  <a:lnTo>
                    <a:pt x="1725" y="5722"/>
                  </a:lnTo>
                  <a:lnTo>
                    <a:pt x="1960" y="5781"/>
                  </a:lnTo>
                  <a:lnTo>
                    <a:pt x="2215" y="5820"/>
                  </a:lnTo>
                  <a:lnTo>
                    <a:pt x="6761" y="5820"/>
                  </a:lnTo>
                  <a:lnTo>
                    <a:pt x="7015" y="5781"/>
                  </a:lnTo>
                  <a:lnTo>
                    <a:pt x="7251" y="5722"/>
                  </a:lnTo>
                  <a:lnTo>
                    <a:pt x="7466" y="5624"/>
                  </a:lnTo>
                  <a:lnTo>
                    <a:pt x="7682" y="5526"/>
                  </a:lnTo>
                  <a:lnTo>
                    <a:pt x="7897" y="5408"/>
                  </a:lnTo>
                  <a:lnTo>
                    <a:pt x="8074" y="5271"/>
                  </a:lnTo>
                  <a:lnTo>
                    <a:pt x="8250" y="5114"/>
                  </a:lnTo>
                  <a:lnTo>
                    <a:pt x="8407" y="4938"/>
                  </a:lnTo>
                  <a:lnTo>
                    <a:pt x="8544" y="4742"/>
                  </a:lnTo>
                  <a:lnTo>
                    <a:pt x="8681" y="4546"/>
                  </a:lnTo>
                  <a:lnTo>
                    <a:pt x="8779" y="4331"/>
                  </a:lnTo>
                  <a:lnTo>
                    <a:pt x="8857" y="4095"/>
                  </a:lnTo>
                  <a:lnTo>
                    <a:pt x="8916" y="3860"/>
                  </a:lnTo>
                  <a:lnTo>
                    <a:pt x="8955" y="3625"/>
                  </a:lnTo>
                  <a:lnTo>
                    <a:pt x="8975" y="3370"/>
                  </a:lnTo>
                  <a:lnTo>
                    <a:pt x="8975" y="3351"/>
                  </a:lnTo>
                  <a:lnTo>
                    <a:pt x="8955" y="3018"/>
                  </a:lnTo>
                  <a:lnTo>
                    <a:pt x="8897" y="2685"/>
                  </a:lnTo>
                  <a:lnTo>
                    <a:pt x="8818" y="2371"/>
                  </a:lnTo>
                  <a:lnTo>
                    <a:pt x="8701" y="2057"/>
                  </a:lnTo>
                  <a:lnTo>
                    <a:pt x="8563" y="1764"/>
                  </a:lnTo>
                  <a:lnTo>
                    <a:pt x="8407" y="1489"/>
                  </a:lnTo>
                  <a:lnTo>
                    <a:pt x="8211" y="1234"/>
                  </a:lnTo>
                  <a:lnTo>
                    <a:pt x="7995" y="980"/>
                  </a:lnTo>
                  <a:lnTo>
                    <a:pt x="7740" y="764"/>
                  </a:lnTo>
                  <a:lnTo>
                    <a:pt x="7486" y="568"/>
                  </a:lnTo>
                  <a:lnTo>
                    <a:pt x="7211" y="411"/>
                  </a:lnTo>
                  <a:lnTo>
                    <a:pt x="6917" y="274"/>
                  </a:lnTo>
                  <a:lnTo>
                    <a:pt x="6604" y="157"/>
                  </a:lnTo>
                  <a:lnTo>
                    <a:pt x="6290" y="78"/>
                  </a:lnTo>
                  <a:lnTo>
                    <a:pt x="5957" y="20"/>
                  </a:lnTo>
                  <a:lnTo>
                    <a:pt x="56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7">
              <a:extLst>
                <a:ext uri="{FF2B5EF4-FFF2-40B4-BE49-F238E27FC236}">
                  <a16:creationId xmlns:a16="http://schemas.microsoft.com/office/drawing/2014/main" id="{D2C7D292-7A51-9208-49C3-604C6B08D341}"/>
                </a:ext>
              </a:extLst>
            </p:cNvPr>
            <p:cNvSpPr/>
            <p:nvPr/>
          </p:nvSpPr>
          <p:spPr>
            <a:xfrm>
              <a:off x="3745162" y="1724748"/>
              <a:ext cx="204060" cy="90112"/>
            </a:xfrm>
            <a:custGeom>
              <a:avLst/>
              <a:gdLst/>
              <a:ahLst/>
              <a:cxnLst/>
              <a:rect l="l" t="t" r="r" b="b"/>
              <a:pathLst>
                <a:path w="13227" h="5841" extrusionOk="0">
                  <a:moveTo>
                    <a:pt x="137" y="1"/>
                  </a:moveTo>
                  <a:lnTo>
                    <a:pt x="79" y="256"/>
                  </a:lnTo>
                  <a:lnTo>
                    <a:pt x="20" y="491"/>
                  </a:lnTo>
                  <a:lnTo>
                    <a:pt x="0" y="726"/>
                  </a:lnTo>
                  <a:lnTo>
                    <a:pt x="0" y="981"/>
                  </a:lnTo>
                  <a:lnTo>
                    <a:pt x="0" y="1235"/>
                  </a:lnTo>
                  <a:lnTo>
                    <a:pt x="39" y="1490"/>
                  </a:lnTo>
                  <a:lnTo>
                    <a:pt x="79" y="1745"/>
                  </a:lnTo>
                  <a:lnTo>
                    <a:pt x="157" y="1980"/>
                  </a:lnTo>
                  <a:lnTo>
                    <a:pt x="235" y="2235"/>
                  </a:lnTo>
                  <a:lnTo>
                    <a:pt x="333" y="2450"/>
                  </a:lnTo>
                  <a:lnTo>
                    <a:pt x="470" y="2666"/>
                  </a:lnTo>
                  <a:lnTo>
                    <a:pt x="608" y="2881"/>
                  </a:lnTo>
                  <a:lnTo>
                    <a:pt x="470" y="3097"/>
                  </a:lnTo>
                  <a:lnTo>
                    <a:pt x="333" y="3313"/>
                  </a:lnTo>
                  <a:lnTo>
                    <a:pt x="235" y="3548"/>
                  </a:lnTo>
                  <a:lnTo>
                    <a:pt x="157" y="3783"/>
                  </a:lnTo>
                  <a:lnTo>
                    <a:pt x="79" y="4018"/>
                  </a:lnTo>
                  <a:lnTo>
                    <a:pt x="39" y="4273"/>
                  </a:lnTo>
                  <a:lnTo>
                    <a:pt x="0" y="4527"/>
                  </a:lnTo>
                  <a:lnTo>
                    <a:pt x="0" y="4782"/>
                  </a:lnTo>
                  <a:lnTo>
                    <a:pt x="0" y="5056"/>
                  </a:lnTo>
                  <a:lnTo>
                    <a:pt x="39" y="5331"/>
                  </a:lnTo>
                  <a:lnTo>
                    <a:pt x="98" y="5586"/>
                  </a:lnTo>
                  <a:lnTo>
                    <a:pt x="177" y="5840"/>
                  </a:lnTo>
                  <a:lnTo>
                    <a:pt x="13050" y="5840"/>
                  </a:lnTo>
                  <a:lnTo>
                    <a:pt x="13109" y="5586"/>
                  </a:lnTo>
                  <a:lnTo>
                    <a:pt x="13168" y="5331"/>
                  </a:lnTo>
                  <a:lnTo>
                    <a:pt x="13207" y="5056"/>
                  </a:lnTo>
                  <a:lnTo>
                    <a:pt x="13227" y="4782"/>
                  </a:lnTo>
                  <a:lnTo>
                    <a:pt x="13207" y="4527"/>
                  </a:lnTo>
                  <a:lnTo>
                    <a:pt x="13168" y="4273"/>
                  </a:lnTo>
                  <a:lnTo>
                    <a:pt x="13129" y="4018"/>
                  </a:lnTo>
                  <a:lnTo>
                    <a:pt x="13050" y="3783"/>
                  </a:lnTo>
                  <a:lnTo>
                    <a:pt x="12972" y="3548"/>
                  </a:lnTo>
                  <a:lnTo>
                    <a:pt x="12874" y="3313"/>
                  </a:lnTo>
                  <a:lnTo>
                    <a:pt x="12737" y="3097"/>
                  </a:lnTo>
                  <a:lnTo>
                    <a:pt x="12600" y="2881"/>
                  </a:lnTo>
                  <a:lnTo>
                    <a:pt x="12737" y="2666"/>
                  </a:lnTo>
                  <a:lnTo>
                    <a:pt x="12874" y="2450"/>
                  </a:lnTo>
                  <a:lnTo>
                    <a:pt x="12972" y="2235"/>
                  </a:lnTo>
                  <a:lnTo>
                    <a:pt x="13050" y="1980"/>
                  </a:lnTo>
                  <a:lnTo>
                    <a:pt x="13129" y="1745"/>
                  </a:lnTo>
                  <a:lnTo>
                    <a:pt x="13168" y="1490"/>
                  </a:lnTo>
                  <a:lnTo>
                    <a:pt x="13207" y="1235"/>
                  </a:lnTo>
                  <a:lnTo>
                    <a:pt x="13227" y="981"/>
                  </a:lnTo>
                  <a:lnTo>
                    <a:pt x="13207" y="726"/>
                  </a:lnTo>
                  <a:lnTo>
                    <a:pt x="13188" y="491"/>
                  </a:lnTo>
                  <a:lnTo>
                    <a:pt x="13129" y="25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7">
              <a:extLst>
                <a:ext uri="{FF2B5EF4-FFF2-40B4-BE49-F238E27FC236}">
                  <a16:creationId xmlns:a16="http://schemas.microsoft.com/office/drawing/2014/main" id="{898D96B1-DC3C-D4F2-664A-4DA17E27D30B}"/>
                </a:ext>
              </a:extLst>
            </p:cNvPr>
            <p:cNvSpPr/>
            <p:nvPr/>
          </p:nvSpPr>
          <p:spPr>
            <a:xfrm>
              <a:off x="3745162" y="1842044"/>
              <a:ext cx="204060" cy="121553"/>
            </a:xfrm>
            <a:custGeom>
              <a:avLst/>
              <a:gdLst/>
              <a:ahLst/>
              <a:cxnLst/>
              <a:rect l="l" t="t" r="r" b="b"/>
              <a:pathLst>
                <a:path w="13227" h="7879" extrusionOk="0">
                  <a:moveTo>
                    <a:pt x="137" y="1"/>
                  </a:moveTo>
                  <a:lnTo>
                    <a:pt x="79" y="236"/>
                  </a:lnTo>
                  <a:lnTo>
                    <a:pt x="20" y="471"/>
                  </a:lnTo>
                  <a:lnTo>
                    <a:pt x="0" y="726"/>
                  </a:lnTo>
                  <a:lnTo>
                    <a:pt x="0" y="981"/>
                  </a:lnTo>
                  <a:lnTo>
                    <a:pt x="0" y="3685"/>
                  </a:lnTo>
                  <a:lnTo>
                    <a:pt x="20" y="4116"/>
                  </a:lnTo>
                  <a:lnTo>
                    <a:pt x="79" y="4527"/>
                  </a:lnTo>
                  <a:lnTo>
                    <a:pt x="177" y="4919"/>
                  </a:lnTo>
                  <a:lnTo>
                    <a:pt x="333" y="5311"/>
                  </a:lnTo>
                  <a:lnTo>
                    <a:pt x="510" y="5683"/>
                  </a:lnTo>
                  <a:lnTo>
                    <a:pt x="706" y="6017"/>
                  </a:lnTo>
                  <a:lnTo>
                    <a:pt x="960" y="6350"/>
                  </a:lnTo>
                  <a:lnTo>
                    <a:pt x="1235" y="6644"/>
                  </a:lnTo>
                  <a:lnTo>
                    <a:pt x="1529" y="6918"/>
                  </a:lnTo>
                  <a:lnTo>
                    <a:pt x="1862" y="7153"/>
                  </a:lnTo>
                  <a:lnTo>
                    <a:pt x="2195" y="7369"/>
                  </a:lnTo>
                  <a:lnTo>
                    <a:pt x="2567" y="7545"/>
                  </a:lnTo>
                  <a:lnTo>
                    <a:pt x="2959" y="7682"/>
                  </a:lnTo>
                  <a:lnTo>
                    <a:pt x="3370" y="7800"/>
                  </a:lnTo>
                  <a:lnTo>
                    <a:pt x="3782" y="7858"/>
                  </a:lnTo>
                  <a:lnTo>
                    <a:pt x="4213" y="7878"/>
                  </a:lnTo>
                  <a:lnTo>
                    <a:pt x="8994" y="7878"/>
                  </a:lnTo>
                  <a:lnTo>
                    <a:pt x="9425" y="7858"/>
                  </a:lnTo>
                  <a:lnTo>
                    <a:pt x="9837" y="7800"/>
                  </a:lnTo>
                  <a:lnTo>
                    <a:pt x="10248" y="7682"/>
                  </a:lnTo>
                  <a:lnTo>
                    <a:pt x="10640" y="7545"/>
                  </a:lnTo>
                  <a:lnTo>
                    <a:pt x="11013" y="7369"/>
                  </a:lnTo>
                  <a:lnTo>
                    <a:pt x="11346" y="7153"/>
                  </a:lnTo>
                  <a:lnTo>
                    <a:pt x="11679" y="6918"/>
                  </a:lnTo>
                  <a:lnTo>
                    <a:pt x="11973" y="6644"/>
                  </a:lnTo>
                  <a:lnTo>
                    <a:pt x="12247" y="6350"/>
                  </a:lnTo>
                  <a:lnTo>
                    <a:pt x="12502" y="6017"/>
                  </a:lnTo>
                  <a:lnTo>
                    <a:pt x="12698" y="5683"/>
                  </a:lnTo>
                  <a:lnTo>
                    <a:pt x="12894" y="5311"/>
                  </a:lnTo>
                  <a:lnTo>
                    <a:pt x="13031" y="4919"/>
                  </a:lnTo>
                  <a:lnTo>
                    <a:pt x="13129" y="4527"/>
                  </a:lnTo>
                  <a:lnTo>
                    <a:pt x="13188" y="4116"/>
                  </a:lnTo>
                  <a:lnTo>
                    <a:pt x="13227" y="3685"/>
                  </a:lnTo>
                  <a:lnTo>
                    <a:pt x="13227" y="981"/>
                  </a:lnTo>
                  <a:lnTo>
                    <a:pt x="13207" y="726"/>
                  </a:lnTo>
                  <a:lnTo>
                    <a:pt x="13188" y="471"/>
                  </a:lnTo>
                  <a:lnTo>
                    <a:pt x="13129" y="236"/>
                  </a:lnTo>
                  <a:lnTo>
                    <a:pt x="130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7">
              <a:extLst>
                <a:ext uri="{FF2B5EF4-FFF2-40B4-BE49-F238E27FC236}">
                  <a16:creationId xmlns:a16="http://schemas.microsoft.com/office/drawing/2014/main" id="{DF6776CD-71F5-7EB2-ACE6-F6C0115A63E2}"/>
                </a:ext>
              </a:extLst>
            </p:cNvPr>
            <p:cNvSpPr/>
            <p:nvPr/>
          </p:nvSpPr>
          <p:spPr>
            <a:xfrm>
              <a:off x="3745162" y="1602933"/>
              <a:ext cx="204060" cy="94632"/>
            </a:xfrm>
            <a:custGeom>
              <a:avLst/>
              <a:gdLst/>
              <a:ahLst/>
              <a:cxnLst/>
              <a:rect l="l" t="t" r="r" b="b"/>
              <a:pathLst>
                <a:path w="13227" h="6134" extrusionOk="0">
                  <a:moveTo>
                    <a:pt x="1607" y="0"/>
                  </a:moveTo>
                  <a:lnTo>
                    <a:pt x="921" y="960"/>
                  </a:lnTo>
                  <a:lnTo>
                    <a:pt x="706" y="1293"/>
                  </a:lnTo>
                  <a:lnTo>
                    <a:pt x="529" y="1627"/>
                  </a:lnTo>
                  <a:lnTo>
                    <a:pt x="353" y="1999"/>
                  </a:lnTo>
                  <a:lnTo>
                    <a:pt x="235" y="2352"/>
                  </a:lnTo>
                  <a:lnTo>
                    <a:pt x="118" y="2743"/>
                  </a:lnTo>
                  <a:lnTo>
                    <a:pt x="59" y="3116"/>
                  </a:lnTo>
                  <a:lnTo>
                    <a:pt x="0" y="3508"/>
                  </a:lnTo>
                  <a:lnTo>
                    <a:pt x="0" y="3900"/>
                  </a:lnTo>
                  <a:lnTo>
                    <a:pt x="0" y="5095"/>
                  </a:lnTo>
                  <a:lnTo>
                    <a:pt x="0" y="5350"/>
                  </a:lnTo>
                  <a:lnTo>
                    <a:pt x="39" y="5624"/>
                  </a:lnTo>
                  <a:lnTo>
                    <a:pt x="98" y="5879"/>
                  </a:lnTo>
                  <a:lnTo>
                    <a:pt x="177" y="6133"/>
                  </a:lnTo>
                  <a:lnTo>
                    <a:pt x="13050" y="6133"/>
                  </a:lnTo>
                  <a:lnTo>
                    <a:pt x="13109" y="5879"/>
                  </a:lnTo>
                  <a:lnTo>
                    <a:pt x="13168" y="5624"/>
                  </a:lnTo>
                  <a:lnTo>
                    <a:pt x="13207" y="5350"/>
                  </a:lnTo>
                  <a:lnTo>
                    <a:pt x="13227" y="5075"/>
                  </a:lnTo>
                  <a:lnTo>
                    <a:pt x="13227" y="3919"/>
                  </a:lnTo>
                  <a:lnTo>
                    <a:pt x="13207" y="3508"/>
                  </a:lnTo>
                  <a:lnTo>
                    <a:pt x="13148" y="3116"/>
                  </a:lnTo>
                  <a:lnTo>
                    <a:pt x="13090" y="2743"/>
                  </a:lnTo>
                  <a:lnTo>
                    <a:pt x="12972" y="2352"/>
                  </a:lnTo>
                  <a:lnTo>
                    <a:pt x="12854" y="1999"/>
                  </a:lnTo>
                  <a:lnTo>
                    <a:pt x="12678" y="1627"/>
                  </a:lnTo>
                  <a:lnTo>
                    <a:pt x="12502" y="1293"/>
                  </a:lnTo>
                  <a:lnTo>
                    <a:pt x="12286" y="960"/>
                  </a:lnTo>
                  <a:lnTo>
                    <a:pt x="11620" y="0"/>
                  </a:lnTo>
                  <a:lnTo>
                    <a:pt x="11385" y="176"/>
                  </a:lnTo>
                  <a:lnTo>
                    <a:pt x="11130" y="333"/>
                  </a:lnTo>
                  <a:lnTo>
                    <a:pt x="10875" y="490"/>
                  </a:lnTo>
                  <a:lnTo>
                    <a:pt x="10601" y="588"/>
                  </a:lnTo>
                  <a:lnTo>
                    <a:pt x="10327" y="686"/>
                  </a:lnTo>
                  <a:lnTo>
                    <a:pt x="10033" y="764"/>
                  </a:lnTo>
                  <a:lnTo>
                    <a:pt x="9719" y="804"/>
                  </a:lnTo>
                  <a:lnTo>
                    <a:pt x="3488" y="804"/>
                  </a:lnTo>
                  <a:lnTo>
                    <a:pt x="3194" y="764"/>
                  </a:lnTo>
                  <a:lnTo>
                    <a:pt x="2900" y="686"/>
                  </a:lnTo>
                  <a:lnTo>
                    <a:pt x="2606" y="588"/>
                  </a:lnTo>
                  <a:lnTo>
                    <a:pt x="2332" y="490"/>
                  </a:lnTo>
                  <a:lnTo>
                    <a:pt x="2077" y="333"/>
                  </a:lnTo>
                  <a:lnTo>
                    <a:pt x="1822" y="176"/>
                  </a:lnTo>
                  <a:lnTo>
                    <a:pt x="16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27">
            <a:extLst>
              <a:ext uri="{FF2B5EF4-FFF2-40B4-BE49-F238E27FC236}">
                <a16:creationId xmlns:a16="http://schemas.microsoft.com/office/drawing/2014/main" id="{9E45B0E8-F749-B1E8-F0BA-91CD5F9A8D9E}"/>
              </a:ext>
            </a:extLst>
          </p:cNvPr>
          <p:cNvGrpSpPr/>
          <p:nvPr/>
        </p:nvGrpSpPr>
        <p:grpSpPr>
          <a:xfrm>
            <a:off x="3135889" y="3564635"/>
            <a:ext cx="2871767" cy="1167538"/>
            <a:chOff x="2672187" y="3187306"/>
            <a:chExt cx="3799639" cy="1544771"/>
          </a:xfrm>
        </p:grpSpPr>
        <p:sp>
          <p:nvSpPr>
            <p:cNvPr id="1208" name="Google Shape;1208;p27">
              <a:extLst>
                <a:ext uri="{FF2B5EF4-FFF2-40B4-BE49-F238E27FC236}">
                  <a16:creationId xmlns:a16="http://schemas.microsoft.com/office/drawing/2014/main" id="{CC08B42B-8509-A1CA-B185-662B18A6E717}"/>
                </a:ext>
              </a:extLst>
            </p:cNvPr>
            <p:cNvSpPr/>
            <p:nvPr/>
          </p:nvSpPr>
          <p:spPr>
            <a:xfrm>
              <a:off x="2672187" y="4620521"/>
              <a:ext cx="3799639" cy="111556"/>
            </a:xfrm>
            <a:custGeom>
              <a:avLst/>
              <a:gdLst/>
              <a:ahLst/>
              <a:cxnLst/>
              <a:rect l="l" t="t" r="r" b="b"/>
              <a:pathLst>
                <a:path w="246290" h="7231" extrusionOk="0">
                  <a:moveTo>
                    <a:pt x="123155" y="0"/>
                  </a:moveTo>
                  <a:lnTo>
                    <a:pt x="110555" y="20"/>
                  </a:lnTo>
                  <a:lnTo>
                    <a:pt x="98328" y="79"/>
                  </a:lnTo>
                  <a:lnTo>
                    <a:pt x="86532" y="157"/>
                  </a:lnTo>
                  <a:lnTo>
                    <a:pt x="75206" y="294"/>
                  </a:lnTo>
                  <a:lnTo>
                    <a:pt x="64448" y="432"/>
                  </a:lnTo>
                  <a:lnTo>
                    <a:pt x="54298" y="627"/>
                  </a:lnTo>
                  <a:lnTo>
                    <a:pt x="44814" y="823"/>
                  </a:lnTo>
                  <a:lnTo>
                    <a:pt x="36074" y="1059"/>
                  </a:lnTo>
                  <a:lnTo>
                    <a:pt x="31999" y="1196"/>
                  </a:lnTo>
                  <a:lnTo>
                    <a:pt x="28119" y="1313"/>
                  </a:lnTo>
                  <a:lnTo>
                    <a:pt x="24455" y="1450"/>
                  </a:lnTo>
                  <a:lnTo>
                    <a:pt x="21025" y="1588"/>
                  </a:lnTo>
                  <a:lnTo>
                    <a:pt x="17831" y="1744"/>
                  </a:lnTo>
                  <a:lnTo>
                    <a:pt x="14853" y="1901"/>
                  </a:lnTo>
                  <a:lnTo>
                    <a:pt x="12149" y="2058"/>
                  </a:lnTo>
                  <a:lnTo>
                    <a:pt x="9680" y="2215"/>
                  </a:lnTo>
                  <a:lnTo>
                    <a:pt x="7466" y="2371"/>
                  </a:lnTo>
                  <a:lnTo>
                    <a:pt x="5526" y="2548"/>
                  </a:lnTo>
                  <a:lnTo>
                    <a:pt x="3880" y="2705"/>
                  </a:lnTo>
                  <a:lnTo>
                    <a:pt x="2508" y="2881"/>
                  </a:lnTo>
                  <a:lnTo>
                    <a:pt x="1920" y="2979"/>
                  </a:lnTo>
                  <a:lnTo>
                    <a:pt x="1411" y="3057"/>
                  </a:lnTo>
                  <a:lnTo>
                    <a:pt x="980" y="3155"/>
                  </a:lnTo>
                  <a:lnTo>
                    <a:pt x="627" y="3253"/>
                  </a:lnTo>
                  <a:lnTo>
                    <a:pt x="353" y="3332"/>
                  </a:lnTo>
                  <a:lnTo>
                    <a:pt x="157" y="3430"/>
                  </a:lnTo>
                  <a:lnTo>
                    <a:pt x="78" y="3469"/>
                  </a:lnTo>
                  <a:lnTo>
                    <a:pt x="39" y="3528"/>
                  </a:lnTo>
                  <a:lnTo>
                    <a:pt x="0" y="3567"/>
                  </a:lnTo>
                  <a:lnTo>
                    <a:pt x="0" y="3606"/>
                  </a:lnTo>
                  <a:lnTo>
                    <a:pt x="0" y="3665"/>
                  </a:lnTo>
                  <a:lnTo>
                    <a:pt x="39" y="3704"/>
                  </a:lnTo>
                  <a:lnTo>
                    <a:pt x="78" y="3763"/>
                  </a:lnTo>
                  <a:lnTo>
                    <a:pt x="157" y="3802"/>
                  </a:lnTo>
                  <a:lnTo>
                    <a:pt x="353" y="3900"/>
                  </a:lnTo>
                  <a:lnTo>
                    <a:pt x="627" y="3978"/>
                  </a:lnTo>
                  <a:lnTo>
                    <a:pt x="980" y="4076"/>
                  </a:lnTo>
                  <a:lnTo>
                    <a:pt x="1411" y="4155"/>
                  </a:lnTo>
                  <a:lnTo>
                    <a:pt x="1920" y="4253"/>
                  </a:lnTo>
                  <a:lnTo>
                    <a:pt x="2508" y="4351"/>
                  </a:lnTo>
                  <a:lnTo>
                    <a:pt x="3880" y="4507"/>
                  </a:lnTo>
                  <a:lnTo>
                    <a:pt x="5526" y="4684"/>
                  </a:lnTo>
                  <a:lnTo>
                    <a:pt x="7466" y="4860"/>
                  </a:lnTo>
                  <a:lnTo>
                    <a:pt x="9680" y="5017"/>
                  </a:lnTo>
                  <a:lnTo>
                    <a:pt x="12149" y="5174"/>
                  </a:lnTo>
                  <a:lnTo>
                    <a:pt x="14853" y="5330"/>
                  </a:lnTo>
                  <a:lnTo>
                    <a:pt x="17831" y="5487"/>
                  </a:lnTo>
                  <a:lnTo>
                    <a:pt x="21025" y="5624"/>
                  </a:lnTo>
                  <a:lnTo>
                    <a:pt x="24455" y="5781"/>
                  </a:lnTo>
                  <a:lnTo>
                    <a:pt x="28119" y="5918"/>
                  </a:lnTo>
                  <a:lnTo>
                    <a:pt x="31999" y="6036"/>
                  </a:lnTo>
                  <a:lnTo>
                    <a:pt x="36074" y="6173"/>
                  </a:lnTo>
                  <a:lnTo>
                    <a:pt x="44814" y="6408"/>
                  </a:lnTo>
                  <a:lnTo>
                    <a:pt x="54298" y="6604"/>
                  </a:lnTo>
                  <a:lnTo>
                    <a:pt x="64448" y="6780"/>
                  </a:lnTo>
                  <a:lnTo>
                    <a:pt x="75206" y="6937"/>
                  </a:lnTo>
                  <a:lnTo>
                    <a:pt x="86532" y="7055"/>
                  </a:lnTo>
                  <a:lnTo>
                    <a:pt x="98328" y="7153"/>
                  </a:lnTo>
                  <a:lnTo>
                    <a:pt x="110555" y="7211"/>
                  </a:lnTo>
                  <a:lnTo>
                    <a:pt x="123155" y="7231"/>
                  </a:lnTo>
                  <a:lnTo>
                    <a:pt x="135735" y="7211"/>
                  </a:lnTo>
                  <a:lnTo>
                    <a:pt x="147962" y="7153"/>
                  </a:lnTo>
                  <a:lnTo>
                    <a:pt x="159778" y="7055"/>
                  </a:lnTo>
                  <a:lnTo>
                    <a:pt x="171084" y="6937"/>
                  </a:lnTo>
                  <a:lnTo>
                    <a:pt x="181842" y="6780"/>
                  </a:lnTo>
                  <a:lnTo>
                    <a:pt x="192012" y="6604"/>
                  </a:lnTo>
                  <a:lnTo>
                    <a:pt x="201476" y="6408"/>
                  </a:lnTo>
                  <a:lnTo>
                    <a:pt x="210235" y="6173"/>
                  </a:lnTo>
                  <a:lnTo>
                    <a:pt x="214311" y="6036"/>
                  </a:lnTo>
                  <a:lnTo>
                    <a:pt x="218171" y="5918"/>
                  </a:lnTo>
                  <a:lnTo>
                    <a:pt x="221835" y="5781"/>
                  </a:lnTo>
                  <a:lnTo>
                    <a:pt x="225265" y="5624"/>
                  </a:lnTo>
                  <a:lnTo>
                    <a:pt x="228478" y="5487"/>
                  </a:lnTo>
                  <a:lnTo>
                    <a:pt x="231437" y="5330"/>
                  </a:lnTo>
                  <a:lnTo>
                    <a:pt x="234161" y="5174"/>
                  </a:lnTo>
                  <a:lnTo>
                    <a:pt x="236630" y="5017"/>
                  </a:lnTo>
                  <a:lnTo>
                    <a:pt x="238824" y="4860"/>
                  </a:lnTo>
                  <a:lnTo>
                    <a:pt x="240764" y="4684"/>
                  </a:lnTo>
                  <a:lnTo>
                    <a:pt x="242430" y="4507"/>
                  </a:lnTo>
                  <a:lnTo>
                    <a:pt x="243801" y="4351"/>
                  </a:lnTo>
                  <a:lnTo>
                    <a:pt x="244370" y="4253"/>
                  </a:lnTo>
                  <a:lnTo>
                    <a:pt x="244879" y="4155"/>
                  </a:lnTo>
                  <a:lnTo>
                    <a:pt x="245310" y="4076"/>
                  </a:lnTo>
                  <a:lnTo>
                    <a:pt x="245663" y="3978"/>
                  </a:lnTo>
                  <a:lnTo>
                    <a:pt x="245937" y="3900"/>
                  </a:lnTo>
                  <a:lnTo>
                    <a:pt x="246133" y="3802"/>
                  </a:lnTo>
                  <a:lnTo>
                    <a:pt x="246212" y="3763"/>
                  </a:lnTo>
                  <a:lnTo>
                    <a:pt x="246251" y="3704"/>
                  </a:lnTo>
                  <a:lnTo>
                    <a:pt x="246290" y="3665"/>
                  </a:lnTo>
                  <a:lnTo>
                    <a:pt x="246290" y="3606"/>
                  </a:lnTo>
                  <a:lnTo>
                    <a:pt x="246290" y="3567"/>
                  </a:lnTo>
                  <a:lnTo>
                    <a:pt x="246251" y="3528"/>
                  </a:lnTo>
                  <a:lnTo>
                    <a:pt x="246212" y="3469"/>
                  </a:lnTo>
                  <a:lnTo>
                    <a:pt x="246133" y="3430"/>
                  </a:lnTo>
                  <a:lnTo>
                    <a:pt x="245937" y="3332"/>
                  </a:lnTo>
                  <a:lnTo>
                    <a:pt x="245663" y="3253"/>
                  </a:lnTo>
                  <a:lnTo>
                    <a:pt x="245310" y="3155"/>
                  </a:lnTo>
                  <a:lnTo>
                    <a:pt x="244879" y="3057"/>
                  </a:lnTo>
                  <a:lnTo>
                    <a:pt x="244370" y="2979"/>
                  </a:lnTo>
                  <a:lnTo>
                    <a:pt x="243801" y="2881"/>
                  </a:lnTo>
                  <a:lnTo>
                    <a:pt x="242430" y="2705"/>
                  </a:lnTo>
                  <a:lnTo>
                    <a:pt x="240764" y="2548"/>
                  </a:lnTo>
                  <a:lnTo>
                    <a:pt x="238824" y="2371"/>
                  </a:lnTo>
                  <a:lnTo>
                    <a:pt x="236630" y="2215"/>
                  </a:lnTo>
                  <a:lnTo>
                    <a:pt x="234161" y="2058"/>
                  </a:lnTo>
                  <a:lnTo>
                    <a:pt x="231437" y="1901"/>
                  </a:lnTo>
                  <a:lnTo>
                    <a:pt x="228478" y="1744"/>
                  </a:lnTo>
                  <a:lnTo>
                    <a:pt x="225265" y="1588"/>
                  </a:lnTo>
                  <a:lnTo>
                    <a:pt x="221835" y="1450"/>
                  </a:lnTo>
                  <a:lnTo>
                    <a:pt x="218171" y="1313"/>
                  </a:lnTo>
                  <a:lnTo>
                    <a:pt x="214311" y="1196"/>
                  </a:lnTo>
                  <a:lnTo>
                    <a:pt x="210235" y="1059"/>
                  </a:lnTo>
                  <a:lnTo>
                    <a:pt x="201476" y="823"/>
                  </a:lnTo>
                  <a:lnTo>
                    <a:pt x="192012" y="627"/>
                  </a:lnTo>
                  <a:lnTo>
                    <a:pt x="181842" y="432"/>
                  </a:lnTo>
                  <a:lnTo>
                    <a:pt x="171084" y="294"/>
                  </a:lnTo>
                  <a:lnTo>
                    <a:pt x="159778" y="157"/>
                  </a:lnTo>
                  <a:lnTo>
                    <a:pt x="147962" y="79"/>
                  </a:lnTo>
                  <a:lnTo>
                    <a:pt x="135735" y="20"/>
                  </a:lnTo>
                  <a:lnTo>
                    <a:pt x="123155" y="0"/>
                  </a:lnTo>
                  <a:close/>
                </a:path>
              </a:pathLst>
            </a:custGeom>
            <a:solidFill>
              <a:srgbClr val="434343">
                <a:alpha val="1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27">
              <a:extLst>
                <a:ext uri="{FF2B5EF4-FFF2-40B4-BE49-F238E27FC236}">
                  <a16:creationId xmlns:a16="http://schemas.microsoft.com/office/drawing/2014/main" id="{8B932499-FB9F-92C7-F2AD-1C60BAC939A2}"/>
                </a:ext>
              </a:extLst>
            </p:cNvPr>
            <p:cNvSpPr/>
            <p:nvPr/>
          </p:nvSpPr>
          <p:spPr>
            <a:xfrm>
              <a:off x="2821216" y="3187306"/>
              <a:ext cx="3501580" cy="1277536"/>
            </a:xfrm>
            <a:custGeom>
              <a:avLst/>
              <a:gdLst/>
              <a:ahLst/>
              <a:cxnLst/>
              <a:rect l="l" t="t" r="r" b="b"/>
              <a:pathLst>
                <a:path w="226970" h="82809" extrusionOk="0">
                  <a:moveTo>
                    <a:pt x="120177" y="0"/>
                  </a:moveTo>
                  <a:lnTo>
                    <a:pt x="118472" y="4664"/>
                  </a:lnTo>
                  <a:lnTo>
                    <a:pt x="116434" y="4468"/>
                  </a:lnTo>
                  <a:lnTo>
                    <a:pt x="114396" y="4331"/>
                  </a:lnTo>
                  <a:lnTo>
                    <a:pt x="112358" y="4213"/>
                  </a:lnTo>
                  <a:lnTo>
                    <a:pt x="110320" y="4154"/>
                  </a:lnTo>
                  <a:lnTo>
                    <a:pt x="108263" y="4115"/>
                  </a:lnTo>
                  <a:lnTo>
                    <a:pt x="106225" y="4135"/>
                  </a:lnTo>
                  <a:lnTo>
                    <a:pt x="104168" y="4174"/>
                  </a:lnTo>
                  <a:lnTo>
                    <a:pt x="102130" y="4252"/>
                  </a:lnTo>
                  <a:lnTo>
                    <a:pt x="100092" y="4389"/>
                  </a:lnTo>
                  <a:lnTo>
                    <a:pt x="98074" y="4527"/>
                  </a:lnTo>
                  <a:lnTo>
                    <a:pt x="96055" y="4722"/>
                  </a:lnTo>
                  <a:lnTo>
                    <a:pt x="94037" y="4938"/>
                  </a:lnTo>
                  <a:lnTo>
                    <a:pt x="92038" y="5173"/>
                  </a:lnTo>
                  <a:lnTo>
                    <a:pt x="90059" y="5447"/>
                  </a:lnTo>
                  <a:lnTo>
                    <a:pt x="88100" y="5761"/>
                  </a:lnTo>
                  <a:lnTo>
                    <a:pt x="86160" y="6075"/>
                  </a:lnTo>
                  <a:lnTo>
                    <a:pt x="84690" y="6368"/>
                  </a:lnTo>
                  <a:lnTo>
                    <a:pt x="83220" y="6682"/>
                  </a:lnTo>
                  <a:lnTo>
                    <a:pt x="81810" y="7035"/>
                  </a:lnTo>
                  <a:lnTo>
                    <a:pt x="80399" y="7427"/>
                  </a:lnTo>
                  <a:lnTo>
                    <a:pt x="79008" y="7838"/>
                  </a:lnTo>
                  <a:lnTo>
                    <a:pt x="77655" y="8308"/>
                  </a:lnTo>
                  <a:lnTo>
                    <a:pt x="76323" y="8798"/>
                  </a:lnTo>
                  <a:lnTo>
                    <a:pt x="75010" y="9327"/>
                  </a:lnTo>
                  <a:lnTo>
                    <a:pt x="73717" y="9876"/>
                  </a:lnTo>
                  <a:lnTo>
                    <a:pt x="72443" y="10464"/>
                  </a:lnTo>
                  <a:lnTo>
                    <a:pt x="71189" y="11091"/>
                  </a:lnTo>
                  <a:lnTo>
                    <a:pt x="69955" y="11738"/>
                  </a:lnTo>
                  <a:lnTo>
                    <a:pt x="68740" y="12423"/>
                  </a:lnTo>
                  <a:lnTo>
                    <a:pt x="67544" y="13129"/>
                  </a:lnTo>
                  <a:lnTo>
                    <a:pt x="66369" y="13873"/>
                  </a:lnTo>
                  <a:lnTo>
                    <a:pt x="65193" y="14638"/>
                  </a:lnTo>
                  <a:lnTo>
                    <a:pt x="64057" y="15421"/>
                  </a:lnTo>
                  <a:lnTo>
                    <a:pt x="62920" y="16244"/>
                  </a:lnTo>
                  <a:lnTo>
                    <a:pt x="61803" y="17087"/>
                  </a:lnTo>
                  <a:lnTo>
                    <a:pt x="60706" y="17949"/>
                  </a:lnTo>
                  <a:lnTo>
                    <a:pt x="59608" y="18851"/>
                  </a:lnTo>
                  <a:lnTo>
                    <a:pt x="58531" y="19752"/>
                  </a:lnTo>
                  <a:lnTo>
                    <a:pt x="57473" y="20692"/>
                  </a:lnTo>
                  <a:lnTo>
                    <a:pt x="56414" y="21653"/>
                  </a:lnTo>
                  <a:lnTo>
                    <a:pt x="55376" y="22632"/>
                  </a:lnTo>
                  <a:lnTo>
                    <a:pt x="54357" y="23632"/>
                  </a:lnTo>
                  <a:lnTo>
                    <a:pt x="53338" y="24670"/>
                  </a:lnTo>
                  <a:lnTo>
                    <a:pt x="52319" y="25709"/>
                  </a:lnTo>
                  <a:lnTo>
                    <a:pt x="51320" y="26767"/>
                  </a:lnTo>
                  <a:lnTo>
                    <a:pt x="50320" y="27845"/>
                  </a:lnTo>
                  <a:lnTo>
                    <a:pt x="49341" y="28942"/>
                  </a:lnTo>
                  <a:lnTo>
                    <a:pt x="48361" y="30039"/>
                  </a:lnTo>
                  <a:lnTo>
                    <a:pt x="47636" y="30882"/>
                  </a:lnTo>
                  <a:lnTo>
                    <a:pt x="46891" y="31783"/>
                  </a:lnTo>
                  <a:lnTo>
                    <a:pt x="45343" y="33625"/>
                  </a:lnTo>
                  <a:lnTo>
                    <a:pt x="44540" y="34566"/>
                  </a:lnTo>
                  <a:lnTo>
                    <a:pt x="43697" y="35487"/>
                  </a:lnTo>
                  <a:lnTo>
                    <a:pt x="42835" y="36408"/>
                  </a:lnTo>
                  <a:lnTo>
                    <a:pt x="41953" y="37290"/>
                  </a:lnTo>
                  <a:lnTo>
                    <a:pt x="41503" y="37721"/>
                  </a:lnTo>
                  <a:lnTo>
                    <a:pt x="41052" y="38132"/>
                  </a:lnTo>
                  <a:lnTo>
                    <a:pt x="40582" y="38544"/>
                  </a:lnTo>
                  <a:lnTo>
                    <a:pt x="40111" y="38936"/>
                  </a:lnTo>
                  <a:lnTo>
                    <a:pt x="39622" y="39308"/>
                  </a:lnTo>
                  <a:lnTo>
                    <a:pt x="39132" y="39661"/>
                  </a:lnTo>
                  <a:lnTo>
                    <a:pt x="38642" y="39994"/>
                  </a:lnTo>
                  <a:lnTo>
                    <a:pt x="38132" y="40327"/>
                  </a:lnTo>
                  <a:lnTo>
                    <a:pt x="37623" y="40621"/>
                  </a:lnTo>
                  <a:lnTo>
                    <a:pt x="37094" y="40895"/>
                  </a:lnTo>
                  <a:lnTo>
                    <a:pt x="36565" y="41150"/>
                  </a:lnTo>
                  <a:lnTo>
                    <a:pt x="36036" y="41365"/>
                  </a:lnTo>
                  <a:lnTo>
                    <a:pt x="35487" y="41561"/>
                  </a:lnTo>
                  <a:lnTo>
                    <a:pt x="34938" y="41738"/>
                  </a:lnTo>
                  <a:lnTo>
                    <a:pt x="34370" y="41875"/>
                  </a:lnTo>
                  <a:lnTo>
                    <a:pt x="33802" y="41992"/>
                  </a:lnTo>
                  <a:lnTo>
                    <a:pt x="33018" y="42090"/>
                  </a:lnTo>
                  <a:lnTo>
                    <a:pt x="32254" y="42169"/>
                  </a:lnTo>
                  <a:lnTo>
                    <a:pt x="31470" y="42208"/>
                  </a:lnTo>
                  <a:lnTo>
                    <a:pt x="30686" y="42227"/>
                  </a:lnTo>
                  <a:lnTo>
                    <a:pt x="29902" y="42208"/>
                  </a:lnTo>
                  <a:lnTo>
                    <a:pt x="29119" y="42188"/>
                  </a:lnTo>
                  <a:lnTo>
                    <a:pt x="28335" y="42149"/>
                  </a:lnTo>
                  <a:lnTo>
                    <a:pt x="27571" y="42090"/>
                  </a:lnTo>
                  <a:lnTo>
                    <a:pt x="26003" y="41934"/>
                  </a:lnTo>
                  <a:lnTo>
                    <a:pt x="24416" y="41777"/>
                  </a:lnTo>
                  <a:lnTo>
                    <a:pt x="22848" y="41640"/>
                  </a:lnTo>
                  <a:lnTo>
                    <a:pt x="22064" y="41600"/>
                  </a:lnTo>
                  <a:lnTo>
                    <a:pt x="21281" y="41542"/>
                  </a:lnTo>
                  <a:lnTo>
                    <a:pt x="20458" y="41522"/>
                  </a:lnTo>
                  <a:lnTo>
                    <a:pt x="19595" y="41542"/>
                  </a:lnTo>
                  <a:lnTo>
                    <a:pt x="18694" y="41581"/>
                  </a:lnTo>
                  <a:lnTo>
                    <a:pt x="17753" y="41679"/>
                  </a:lnTo>
                  <a:lnTo>
                    <a:pt x="16813" y="41796"/>
                  </a:lnTo>
                  <a:lnTo>
                    <a:pt x="16343" y="41875"/>
                  </a:lnTo>
                  <a:lnTo>
                    <a:pt x="15872" y="41973"/>
                  </a:lnTo>
                  <a:lnTo>
                    <a:pt x="15402" y="42071"/>
                  </a:lnTo>
                  <a:lnTo>
                    <a:pt x="14951" y="42188"/>
                  </a:lnTo>
                  <a:lnTo>
                    <a:pt x="14481" y="42325"/>
                  </a:lnTo>
                  <a:lnTo>
                    <a:pt x="14030" y="42463"/>
                  </a:lnTo>
                  <a:lnTo>
                    <a:pt x="13580" y="42619"/>
                  </a:lnTo>
                  <a:lnTo>
                    <a:pt x="13149" y="42796"/>
                  </a:lnTo>
                  <a:lnTo>
                    <a:pt x="12718" y="42972"/>
                  </a:lnTo>
                  <a:lnTo>
                    <a:pt x="12306" y="43188"/>
                  </a:lnTo>
                  <a:lnTo>
                    <a:pt x="11895" y="43403"/>
                  </a:lnTo>
                  <a:lnTo>
                    <a:pt x="11503" y="43638"/>
                  </a:lnTo>
                  <a:lnTo>
                    <a:pt x="11130" y="43873"/>
                  </a:lnTo>
                  <a:lnTo>
                    <a:pt x="10778" y="44148"/>
                  </a:lnTo>
                  <a:lnTo>
                    <a:pt x="10445" y="44442"/>
                  </a:lnTo>
                  <a:lnTo>
                    <a:pt x="10131" y="44736"/>
                  </a:lnTo>
                  <a:lnTo>
                    <a:pt x="9837" y="45069"/>
                  </a:lnTo>
                  <a:lnTo>
                    <a:pt x="9563" y="45402"/>
                  </a:lnTo>
                  <a:lnTo>
                    <a:pt x="9308" y="45755"/>
                  </a:lnTo>
                  <a:lnTo>
                    <a:pt x="9092" y="46147"/>
                  </a:lnTo>
                  <a:lnTo>
                    <a:pt x="8897" y="46538"/>
                  </a:lnTo>
                  <a:lnTo>
                    <a:pt x="8720" y="46970"/>
                  </a:lnTo>
                  <a:lnTo>
                    <a:pt x="8524" y="47538"/>
                  </a:lnTo>
                  <a:lnTo>
                    <a:pt x="8348" y="48126"/>
                  </a:lnTo>
                  <a:lnTo>
                    <a:pt x="8171" y="48713"/>
                  </a:lnTo>
                  <a:lnTo>
                    <a:pt x="8015" y="49321"/>
                  </a:lnTo>
                  <a:lnTo>
                    <a:pt x="7878" y="49928"/>
                  </a:lnTo>
                  <a:lnTo>
                    <a:pt x="7740" y="50536"/>
                  </a:lnTo>
                  <a:lnTo>
                    <a:pt x="7623" y="51163"/>
                  </a:lnTo>
                  <a:lnTo>
                    <a:pt x="7505" y="51790"/>
                  </a:lnTo>
                  <a:lnTo>
                    <a:pt x="7309" y="53044"/>
                  </a:lnTo>
                  <a:lnTo>
                    <a:pt x="7172" y="54337"/>
                  </a:lnTo>
                  <a:lnTo>
                    <a:pt x="7055" y="55611"/>
                  </a:lnTo>
                  <a:lnTo>
                    <a:pt x="6976" y="56924"/>
                  </a:lnTo>
                  <a:lnTo>
                    <a:pt x="6937" y="58217"/>
                  </a:lnTo>
                  <a:lnTo>
                    <a:pt x="6937" y="59510"/>
                  </a:lnTo>
                  <a:lnTo>
                    <a:pt x="6957" y="60804"/>
                  </a:lnTo>
                  <a:lnTo>
                    <a:pt x="7015" y="62097"/>
                  </a:lnTo>
                  <a:lnTo>
                    <a:pt x="7094" y="63371"/>
                  </a:lnTo>
                  <a:lnTo>
                    <a:pt x="7192" y="64605"/>
                  </a:lnTo>
                  <a:lnTo>
                    <a:pt x="7309" y="65840"/>
                  </a:lnTo>
                  <a:lnTo>
                    <a:pt x="7446" y="67035"/>
                  </a:lnTo>
                  <a:lnTo>
                    <a:pt x="7211" y="66937"/>
                  </a:lnTo>
                  <a:lnTo>
                    <a:pt x="6976" y="66839"/>
                  </a:lnTo>
                  <a:lnTo>
                    <a:pt x="6741" y="66780"/>
                  </a:lnTo>
                  <a:lnTo>
                    <a:pt x="6506" y="66721"/>
                  </a:lnTo>
                  <a:lnTo>
                    <a:pt x="6271" y="66682"/>
                  </a:lnTo>
                  <a:lnTo>
                    <a:pt x="6016" y="66663"/>
                  </a:lnTo>
                  <a:lnTo>
                    <a:pt x="5781" y="66643"/>
                  </a:lnTo>
                  <a:lnTo>
                    <a:pt x="5546" y="66643"/>
                  </a:lnTo>
                  <a:lnTo>
                    <a:pt x="5291" y="66663"/>
                  </a:lnTo>
                  <a:lnTo>
                    <a:pt x="5056" y="66702"/>
                  </a:lnTo>
                  <a:lnTo>
                    <a:pt x="4821" y="66761"/>
                  </a:lnTo>
                  <a:lnTo>
                    <a:pt x="4566" y="66819"/>
                  </a:lnTo>
                  <a:lnTo>
                    <a:pt x="4331" y="66878"/>
                  </a:lnTo>
                  <a:lnTo>
                    <a:pt x="4096" y="66976"/>
                  </a:lnTo>
                  <a:lnTo>
                    <a:pt x="3645" y="67172"/>
                  </a:lnTo>
                  <a:lnTo>
                    <a:pt x="3194" y="67427"/>
                  </a:lnTo>
                  <a:lnTo>
                    <a:pt x="2763" y="67701"/>
                  </a:lnTo>
                  <a:lnTo>
                    <a:pt x="2352" y="68034"/>
                  </a:lnTo>
                  <a:lnTo>
                    <a:pt x="1979" y="68387"/>
                  </a:lnTo>
                  <a:lnTo>
                    <a:pt x="1627" y="68779"/>
                  </a:lnTo>
                  <a:lnTo>
                    <a:pt x="1313" y="69190"/>
                  </a:lnTo>
                  <a:lnTo>
                    <a:pt x="1039" y="69621"/>
                  </a:lnTo>
                  <a:lnTo>
                    <a:pt x="921" y="69837"/>
                  </a:lnTo>
                  <a:lnTo>
                    <a:pt x="804" y="70072"/>
                  </a:lnTo>
                  <a:lnTo>
                    <a:pt x="608" y="70542"/>
                  </a:lnTo>
                  <a:lnTo>
                    <a:pt x="451" y="71013"/>
                  </a:lnTo>
                  <a:lnTo>
                    <a:pt x="314" y="71503"/>
                  </a:lnTo>
                  <a:lnTo>
                    <a:pt x="196" y="71992"/>
                  </a:lnTo>
                  <a:lnTo>
                    <a:pt x="118" y="72482"/>
                  </a:lnTo>
                  <a:lnTo>
                    <a:pt x="59" y="72992"/>
                  </a:lnTo>
                  <a:lnTo>
                    <a:pt x="20" y="73482"/>
                  </a:lnTo>
                  <a:lnTo>
                    <a:pt x="0" y="73991"/>
                  </a:lnTo>
                  <a:lnTo>
                    <a:pt x="0" y="74501"/>
                  </a:lnTo>
                  <a:lnTo>
                    <a:pt x="20" y="75030"/>
                  </a:lnTo>
                  <a:lnTo>
                    <a:pt x="40" y="75539"/>
                  </a:lnTo>
                  <a:lnTo>
                    <a:pt x="79" y="76049"/>
                  </a:lnTo>
                  <a:lnTo>
                    <a:pt x="196" y="77068"/>
                  </a:lnTo>
                  <a:lnTo>
                    <a:pt x="314" y="78087"/>
                  </a:lnTo>
                  <a:lnTo>
                    <a:pt x="373" y="78537"/>
                  </a:lnTo>
                  <a:lnTo>
                    <a:pt x="451" y="78988"/>
                  </a:lnTo>
                  <a:lnTo>
                    <a:pt x="549" y="79439"/>
                  </a:lnTo>
                  <a:lnTo>
                    <a:pt x="667" y="79889"/>
                  </a:lnTo>
                  <a:lnTo>
                    <a:pt x="804" y="80320"/>
                  </a:lnTo>
                  <a:lnTo>
                    <a:pt x="882" y="80516"/>
                  </a:lnTo>
                  <a:lnTo>
                    <a:pt x="980" y="80712"/>
                  </a:lnTo>
                  <a:lnTo>
                    <a:pt x="1098" y="80908"/>
                  </a:lnTo>
                  <a:lnTo>
                    <a:pt x="1215" y="81104"/>
                  </a:lnTo>
                  <a:lnTo>
                    <a:pt x="1352" y="81281"/>
                  </a:lnTo>
                  <a:lnTo>
                    <a:pt x="1490" y="81457"/>
                  </a:lnTo>
                  <a:lnTo>
                    <a:pt x="1705" y="81672"/>
                  </a:lnTo>
                  <a:lnTo>
                    <a:pt x="1940" y="81868"/>
                  </a:lnTo>
                  <a:lnTo>
                    <a:pt x="2195" y="82045"/>
                  </a:lnTo>
                  <a:lnTo>
                    <a:pt x="2469" y="82182"/>
                  </a:lnTo>
                  <a:lnTo>
                    <a:pt x="2744" y="82319"/>
                  </a:lnTo>
                  <a:lnTo>
                    <a:pt x="3038" y="82417"/>
                  </a:lnTo>
                  <a:lnTo>
                    <a:pt x="3332" y="82515"/>
                  </a:lnTo>
                  <a:lnTo>
                    <a:pt x="3645" y="82593"/>
                  </a:lnTo>
                  <a:lnTo>
                    <a:pt x="3959" y="82652"/>
                  </a:lnTo>
                  <a:lnTo>
                    <a:pt x="4272" y="82691"/>
                  </a:lnTo>
                  <a:lnTo>
                    <a:pt x="4919" y="82750"/>
                  </a:lnTo>
                  <a:lnTo>
                    <a:pt x="5565" y="82789"/>
                  </a:lnTo>
                  <a:lnTo>
                    <a:pt x="6192" y="82789"/>
                  </a:lnTo>
                  <a:lnTo>
                    <a:pt x="24063" y="82770"/>
                  </a:lnTo>
                  <a:lnTo>
                    <a:pt x="41934" y="82770"/>
                  </a:lnTo>
                  <a:lnTo>
                    <a:pt x="41973" y="81810"/>
                  </a:lnTo>
                  <a:lnTo>
                    <a:pt x="42051" y="80869"/>
                  </a:lnTo>
                  <a:lnTo>
                    <a:pt x="42169" y="79909"/>
                  </a:lnTo>
                  <a:lnTo>
                    <a:pt x="42326" y="78988"/>
                  </a:lnTo>
                  <a:lnTo>
                    <a:pt x="42541" y="78047"/>
                  </a:lnTo>
                  <a:lnTo>
                    <a:pt x="42776" y="77146"/>
                  </a:lnTo>
                  <a:lnTo>
                    <a:pt x="43051" y="76245"/>
                  </a:lnTo>
                  <a:lnTo>
                    <a:pt x="43364" y="75363"/>
                  </a:lnTo>
                  <a:lnTo>
                    <a:pt x="43717" y="74481"/>
                  </a:lnTo>
                  <a:lnTo>
                    <a:pt x="44109" y="73638"/>
                  </a:lnTo>
                  <a:lnTo>
                    <a:pt x="44520" y="72796"/>
                  </a:lnTo>
                  <a:lnTo>
                    <a:pt x="44971" y="71992"/>
                  </a:lnTo>
                  <a:lnTo>
                    <a:pt x="45461" y="71209"/>
                  </a:lnTo>
                  <a:lnTo>
                    <a:pt x="45970" y="70444"/>
                  </a:lnTo>
                  <a:lnTo>
                    <a:pt x="46519" y="69719"/>
                  </a:lnTo>
                  <a:lnTo>
                    <a:pt x="47107" y="68994"/>
                  </a:lnTo>
                  <a:lnTo>
                    <a:pt x="47714" y="68328"/>
                  </a:lnTo>
                  <a:lnTo>
                    <a:pt x="48341" y="67682"/>
                  </a:lnTo>
                  <a:lnTo>
                    <a:pt x="49008" y="67054"/>
                  </a:lnTo>
                  <a:lnTo>
                    <a:pt x="49693" y="66486"/>
                  </a:lnTo>
                  <a:lnTo>
                    <a:pt x="50418" y="65938"/>
                  </a:lnTo>
                  <a:lnTo>
                    <a:pt x="51163" y="65428"/>
                  </a:lnTo>
                  <a:lnTo>
                    <a:pt x="51927" y="64958"/>
                  </a:lnTo>
                  <a:lnTo>
                    <a:pt x="52319" y="64742"/>
                  </a:lnTo>
                  <a:lnTo>
                    <a:pt x="52731" y="64527"/>
                  </a:lnTo>
                  <a:lnTo>
                    <a:pt x="53122" y="64331"/>
                  </a:lnTo>
                  <a:lnTo>
                    <a:pt x="53534" y="64154"/>
                  </a:lnTo>
                  <a:lnTo>
                    <a:pt x="53945" y="63978"/>
                  </a:lnTo>
                  <a:lnTo>
                    <a:pt x="54377" y="63802"/>
                  </a:lnTo>
                  <a:lnTo>
                    <a:pt x="54808" y="63665"/>
                  </a:lnTo>
                  <a:lnTo>
                    <a:pt x="55239" y="63508"/>
                  </a:lnTo>
                  <a:lnTo>
                    <a:pt x="55670" y="63390"/>
                  </a:lnTo>
                  <a:lnTo>
                    <a:pt x="56121" y="63273"/>
                  </a:lnTo>
                  <a:lnTo>
                    <a:pt x="56552" y="63155"/>
                  </a:lnTo>
                  <a:lnTo>
                    <a:pt x="57022" y="63057"/>
                  </a:lnTo>
                  <a:lnTo>
                    <a:pt x="57473" y="62979"/>
                  </a:lnTo>
                  <a:lnTo>
                    <a:pt x="57923" y="62920"/>
                  </a:lnTo>
                  <a:lnTo>
                    <a:pt x="58394" y="62861"/>
                  </a:lnTo>
                  <a:lnTo>
                    <a:pt x="58864" y="62822"/>
                  </a:lnTo>
                  <a:lnTo>
                    <a:pt x="59334" y="62783"/>
                  </a:lnTo>
                  <a:lnTo>
                    <a:pt x="60784" y="62783"/>
                  </a:lnTo>
                  <a:lnTo>
                    <a:pt x="61254" y="62822"/>
                  </a:lnTo>
                  <a:lnTo>
                    <a:pt x="61725" y="62861"/>
                  </a:lnTo>
                  <a:lnTo>
                    <a:pt x="62195" y="62920"/>
                  </a:lnTo>
                  <a:lnTo>
                    <a:pt x="62665" y="62979"/>
                  </a:lnTo>
                  <a:lnTo>
                    <a:pt x="63136" y="63077"/>
                  </a:lnTo>
                  <a:lnTo>
                    <a:pt x="63606" y="63175"/>
                  </a:lnTo>
                  <a:lnTo>
                    <a:pt x="64057" y="63273"/>
                  </a:lnTo>
                  <a:lnTo>
                    <a:pt x="64527" y="63410"/>
                  </a:lnTo>
                  <a:lnTo>
                    <a:pt x="64977" y="63527"/>
                  </a:lnTo>
                  <a:lnTo>
                    <a:pt x="65428" y="63684"/>
                  </a:lnTo>
                  <a:lnTo>
                    <a:pt x="65879" y="63841"/>
                  </a:lnTo>
                  <a:lnTo>
                    <a:pt x="66310" y="64017"/>
                  </a:lnTo>
                  <a:lnTo>
                    <a:pt x="66761" y="64194"/>
                  </a:lnTo>
                  <a:lnTo>
                    <a:pt x="67192" y="64390"/>
                  </a:lnTo>
                  <a:lnTo>
                    <a:pt x="67623" y="64605"/>
                  </a:lnTo>
                  <a:lnTo>
                    <a:pt x="68034" y="64821"/>
                  </a:lnTo>
                  <a:lnTo>
                    <a:pt x="68446" y="65056"/>
                  </a:lnTo>
                  <a:lnTo>
                    <a:pt x="68857" y="65291"/>
                  </a:lnTo>
                  <a:lnTo>
                    <a:pt x="69269" y="65546"/>
                  </a:lnTo>
                  <a:lnTo>
                    <a:pt x="69680" y="65800"/>
                  </a:lnTo>
                  <a:lnTo>
                    <a:pt x="70464" y="66349"/>
                  </a:lnTo>
                  <a:lnTo>
                    <a:pt x="71209" y="66937"/>
                  </a:lnTo>
                  <a:lnTo>
                    <a:pt x="71934" y="67564"/>
                  </a:lnTo>
                  <a:lnTo>
                    <a:pt x="72639" y="68211"/>
                  </a:lnTo>
                  <a:lnTo>
                    <a:pt x="73286" y="68896"/>
                  </a:lnTo>
                  <a:lnTo>
                    <a:pt x="73913" y="69621"/>
                  </a:lnTo>
                  <a:lnTo>
                    <a:pt x="74520" y="70366"/>
                  </a:lnTo>
                  <a:lnTo>
                    <a:pt x="75069" y="71130"/>
                  </a:lnTo>
                  <a:lnTo>
                    <a:pt x="75324" y="71542"/>
                  </a:lnTo>
                  <a:lnTo>
                    <a:pt x="75578" y="71934"/>
                  </a:lnTo>
                  <a:lnTo>
                    <a:pt x="75814" y="72345"/>
                  </a:lnTo>
                  <a:lnTo>
                    <a:pt x="76049" y="72757"/>
                  </a:lnTo>
                  <a:lnTo>
                    <a:pt x="76264" y="73168"/>
                  </a:lnTo>
                  <a:lnTo>
                    <a:pt x="76480" y="73599"/>
                  </a:lnTo>
                  <a:lnTo>
                    <a:pt x="76676" y="74030"/>
                  </a:lnTo>
                  <a:lnTo>
                    <a:pt x="76852" y="74461"/>
                  </a:lnTo>
                  <a:lnTo>
                    <a:pt x="77028" y="74893"/>
                  </a:lnTo>
                  <a:lnTo>
                    <a:pt x="77185" y="75343"/>
                  </a:lnTo>
                  <a:lnTo>
                    <a:pt x="77342" y="75774"/>
                  </a:lnTo>
                  <a:lnTo>
                    <a:pt x="77479" y="76225"/>
                  </a:lnTo>
                  <a:lnTo>
                    <a:pt x="77597" y="76676"/>
                  </a:lnTo>
                  <a:lnTo>
                    <a:pt x="77714" y="77126"/>
                  </a:lnTo>
                  <a:lnTo>
                    <a:pt x="77812" y="77597"/>
                  </a:lnTo>
                  <a:lnTo>
                    <a:pt x="77891" y="78047"/>
                  </a:lnTo>
                  <a:lnTo>
                    <a:pt x="77949" y="78518"/>
                  </a:lnTo>
                  <a:lnTo>
                    <a:pt x="78008" y="78968"/>
                  </a:lnTo>
                  <a:lnTo>
                    <a:pt x="78047" y="79439"/>
                  </a:lnTo>
                  <a:lnTo>
                    <a:pt x="78087" y="79909"/>
                  </a:lnTo>
                  <a:lnTo>
                    <a:pt x="78087" y="80379"/>
                  </a:lnTo>
                  <a:lnTo>
                    <a:pt x="78087" y="80849"/>
                  </a:lnTo>
                  <a:lnTo>
                    <a:pt x="78067" y="81320"/>
                  </a:lnTo>
                  <a:lnTo>
                    <a:pt x="78028" y="81790"/>
                  </a:lnTo>
                  <a:lnTo>
                    <a:pt x="77989" y="82280"/>
                  </a:lnTo>
                  <a:lnTo>
                    <a:pt x="77930" y="82750"/>
                  </a:lnTo>
                  <a:lnTo>
                    <a:pt x="167322" y="82770"/>
                  </a:lnTo>
                  <a:lnTo>
                    <a:pt x="167303" y="82299"/>
                  </a:lnTo>
                  <a:lnTo>
                    <a:pt x="167322" y="81849"/>
                  </a:lnTo>
                  <a:lnTo>
                    <a:pt x="167342" y="81398"/>
                  </a:lnTo>
                  <a:lnTo>
                    <a:pt x="167362" y="80947"/>
                  </a:lnTo>
                  <a:lnTo>
                    <a:pt x="167401" y="80497"/>
                  </a:lnTo>
                  <a:lnTo>
                    <a:pt x="167460" y="80046"/>
                  </a:lnTo>
                  <a:lnTo>
                    <a:pt x="167538" y="79595"/>
                  </a:lnTo>
                  <a:lnTo>
                    <a:pt x="167616" y="79164"/>
                  </a:lnTo>
                  <a:lnTo>
                    <a:pt x="167695" y="78714"/>
                  </a:lnTo>
                  <a:lnTo>
                    <a:pt x="167812" y="78282"/>
                  </a:lnTo>
                  <a:lnTo>
                    <a:pt x="168047" y="77401"/>
                  </a:lnTo>
                  <a:lnTo>
                    <a:pt x="168322" y="76558"/>
                  </a:lnTo>
                  <a:lnTo>
                    <a:pt x="168655" y="75716"/>
                  </a:lnTo>
                  <a:lnTo>
                    <a:pt x="169027" y="74893"/>
                  </a:lnTo>
                  <a:lnTo>
                    <a:pt x="169419" y="74070"/>
                  </a:lnTo>
                  <a:lnTo>
                    <a:pt x="169870" y="73286"/>
                  </a:lnTo>
                  <a:lnTo>
                    <a:pt x="170340" y="72522"/>
                  </a:lnTo>
                  <a:lnTo>
                    <a:pt x="170869" y="71777"/>
                  </a:lnTo>
                  <a:lnTo>
                    <a:pt x="171418" y="71052"/>
                  </a:lnTo>
                  <a:lnTo>
                    <a:pt x="171986" y="70346"/>
                  </a:lnTo>
                  <a:lnTo>
                    <a:pt x="172593" y="69680"/>
                  </a:lnTo>
                  <a:lnTo>
                    <a:pt x="173240" y="69034"/>
                  </a:lnTo>
                  <a:lnTo>
                    <a:pt x="173906" y="68407"/>
                  </a:lnTo>
                  <a:lnTo>
                    <a:pt x="174612" y="67819"/>
                  </a:lnTo>
                  <a:lnTo>
                    <a:pt x="175317" y="67270"/>
                  </a:lnTo>
                  <a:lnTo>
                    <a:pt x="176062" y="66761"/>
                  </a:lnTo>
                  <a:lnTo>
                    <a:pt x="176846" y="66271"/>
                  </a:lnTo>
                  <a:lnTo>
                    <a:pt x="177629" y="65820"/>
                  </a:lnTo>
                  <a:lnTo>
                    <a:pt x="178433" y="65408"/>
                  </a:lnTo>
                  <a:lnTo>
                    <a:pt x="179256" y="65056"/>
                  </a:lnTo>
                  <a:lnTo>
                    <a:pt x="180098" y="64723"/>
                  </a:lnTo>
                  <a:lnTo>
                    <a:pt x="180941" y="64448"/>
                  </a:lnTo>
                  <a:lnTo>
                    <a:pt x="181392" y="64311"/>
                  </a:lnTo>
                  <a:lnTo>
                    <a:pt x="181823" y="64194"/>
                  </a:lnTo>
                  <a:lnTo>
                    <a:pt x="182254" y="64096"/>
                  </a:lnTo>
                  <a:lnTo>
                    <a:pt x="182704" y="64017"/>
                  </a:lnTo>
                  <a:lnTo>
                    <a:pt x="183136" y="63939"/>
                  </a:lnTo>
                  <a:lnTo>
                    <a:pt x="183586" y="63860"/>
                  </a:lnTo>
                  <a:lnTo>
                    <a:pt x="184037" y="63802"/>
                  </a:lnTo>
                  <a:lnTo>
                    <a:pt x="184488" y="63763"/>
                  </a:lnTo>
                  <a:lnTo>
                    <a:pt x="184938" y="63743"/>
                  </a:lnTo>
                  <a:lnTo>
                    <a:pt x="185409" y="63723"/>
                  </a:lnTo>
                  <a:lnTo>
                    <a:pt x="186310" y="63723"/>
                  </a:lnTo>
                  <a:lnTo>
                    <a:pt x="186761" y="63763"/>
                  </a:lnTo>
                  <a:lnTo>
                    <a:pt x="187211" y="63802"/>
                  </a:lnTo>
                  <a:lnTo>
                    <a:pt x="187662" y="63841"/>
                  </a:lnTo>
                  <a:lnTo>
                    <a:pt x="188113" y="63919"/>
                  </a:lnTo>
                  <a:lnTo>
                    <a:pt x="188563" y="63998"/>
                  </a:lnTo>
                  <a:lnTo>
                    <a:pt x="189014" y="64076"/>
                  </a:lnTo>
                  <a:lnTo>
                    <a:pt x="189445" y="64194"/>
                  </a:lnTo>
                  <a:lnTo>
                    <a:pt x="189896" y="64292"/>
                  </a:lnTo>
                  <a:lnTo>
                    <a:pt x="190327" y="64429"/>
                  </a:lnTo>
                  <a:lnTo>
                    <a:pt x="190778" y="64566"/>
                  </a:lnTo>
                  <a:lnTo>
                    <a:pt x="191209" y="64723"/>
                  </a:lnTo>
                  <a:lnTo>
                    <a:pt x="191620" y="64879"/>
                  </a:lnTo>
                  <a:lnTo>
                    <a:pt x="192482" y="65232"/>
                  </a:lnTo>
                  <a:lnTo>
                    <a:pt x="193305" y="65644"/>
                  </a:lnTo>
                  <a:lnTo>
                    <a:pt x="194128" y="66094"/>
                  </a:lnTo>
                  <a:lnTo>
                    <a:pt x="194912" y="66565"/>
                  </a:lnTo>
                  <a:lnTo>
                    <a:pt x="195696" y="67094"/>
                  </a:lnTo>
                  <a:lnTo>
                    <a:pt x="196441" y="67642"/>
                  </a:lnTo>
                  <a:lnTo>
                    <a:pt x="197185" y="68230"/>
                  </a:lnTo>
                  <a:lnTo>
                    <a:pt x="197891" y="68857"/>
                  </a:lnTo>
                  <a:lnTo>
                    <a:pt x="198557" y="69523"/>
                  </a:lnTo>
                  <a:lnTo>
                    <a:pt x="199223" y="70209"/>
                  </a:lnTo>
                  <a:lnTo>
                    <a:pt x="199831" y="70915"/>
                  </a:lnTo>
                  <a:lnTo>
                    <a:pt x="200418" y="71640"/>
                  </a:lnTo>
                  <a:lnTo>
                    <a:pt x="200987" y="72404"/>
                  </a:lnTo>
                  <a:lnTo>
                    <a:pt x="201516" y="73188"/>
                  </a:lnTo>
                  <a:lnTo>
                    <a:pt x="201986" y="73991"/>
                  </a:lnTo>
                  <a:lnTo>
                    <a:pt x="202437" y="74814"/>
                  </a:lnTo>
                  <a:lnTo>
                    <a:pt x="202848" y="75657"/>
                  </a:lnTo>
                  <a:lnTo>
                    <a:pt x="203220" y="76519"/>
                  </a:lnTo>
                  <a:lnTo>
                    <a:pt x="203554" y="77381"/>
                  </a:lnTo>
                  <a:lnTo>
                    <a:pt x="203828" y="78263"/>
                  </a:lnTo>
                  <a:lnTo>
                    <a:pt x="203945" y="78694"/>
                  </a:lnTo>
                  <a:lnTo>
                    <a:pt x="204063" y="79145"/>
                  </a:lnTo>
                  <a:lnTo>
                    <a:pt x="204161" y="79595"/>
                  </a:lnTo>
                  <a:lnTo>
                    <a:pt x="204259" y="80046"/>
                  </a:lnTo>
                  <a:lnTo>
                    <a:pt x="204337" y="80497"/>
                  </a:lnTo>
                  <a:lnTo>
                    <a:pt x="204396" y="80947"/>
                  </a:lnTo>
                  <a:lnTo>
                    <a:pt x="204455" y="81398"/>
                  </a:lnTo>
                  <a:lnTo>
                    <a:pt x="204494" y="81849"/>
                  </a:lnTo>
                  <a:lnTo>
                    <a:pt x="204514" y="82319"/>
                  </a:lnTo>
                  <a:lnTo>
                    <a:pt x="204514" y="82770"/>
                  </a:lnTo>
                  <a:lnTo>
                    <a:pt x="204573" y="82789"/>
                  </a:lnTo>
                  <a:lnTo>
                    <a:pt x="204710" y="82809"/>
                  </a:lnTo>
                  <a:lnTo>
                    <a:pt x="206062" y="82809"/>
                  </a:lnTo>
                  <a:lnTo>
                    <a:pt x="207139" y="82770"/>
                  </a:lnTo>
                  <a:lnTo>
                    <a:pt x="209863" y="82691"/>
                  </a:lnTo>
                  <a:lnTo>
                    <a:pt x="213018" y="82574"/>
                  </a:lnTo>
                  <a:lnTo>
                    <a:pt x="219190" y="82339"/>
                  </a:lnTo>
                  <a:lnTo>
                    <a:pt x="221463" y="82260"/>
                  </a:lnTo>
                  <a:lnTo>
                    <a:pt x="222698" y="82241"/>
                  </a:lnTo>
                  <a:lnTo>
                    <a:pt x="223207" y="82241"/>
                  </a:lnTo>
                  <a:lnTo>
                    <a:pt x="223717" y="82221"/>
                  </a:lnTo>
                  <a:lnTo>
                    <a:pt x="224226" y="82182"/>
                  </a:lnTo>
                  <a:lnTo>
                    <a:pt x="224461" y="82143"/>
                  </a:lnTo>
                  <a:lnTo>
                    <a:pt x="224716" y="82084"/>
                  </a:lnTo>
                  <a:lnTo>
                    <a:pt x="224951" y="82025"/>
                  </a:lnTo>
                  <a:lnTo>
                    <a:pt x="225187" y="81947"/>
                  </a:lnTo>
                  <a:lnTo>
                    <a:pt x="225422" y="81868"/>
                  </a:lnTo>
                  <a:lnTo>
                    <a:pt x="225618" y="81751"/>
                  </a:lnTo>
                  <a:lnTo>
                    <a:pt x="225833" y="81633"/>
                  </a:lnTo>
                  <a:lnTo>
                    <a:pt x="226029" y="81496"/>
                  </a:lnTo>
                  <a:lnTo>
                    <a:pt x="226205" y="81320"/>
                  </a:lnTo>
                  <a:lnTo>
                    <a:pt x="226362" y="81143"/>
                  </a:lnTo>
                  <a:lnTo>
                    <a:pt x="226460" y="81006"/>
                  </a:lnTo>
                  <a:lnTo>
                    <a:pt x="226558" y="80849"/>
                  </a:lnTo>
                  <a:lnTo>
                    <a:pt x="226637" y="80693"/>
                  </a:lnTo>
                  <a:lnTo>
                    <a:pt x="226695" y="80536"/>
                  </a:lnTo>
                  <a:lnTo>
                    <a:pt x="226813" y="80203"/>
                  </a:lnTo>
                  <a:lnTo>
                    <a:pt x="226872" y="79870"/>
                  </a:lnTo>
                  <a:lnTo>
                    <a:pt x="226930" y="79517"/>
                  </a:lnTo>
                  <a:lnTo>
                    <a:pt x="226950" y="79164"/>
                  </a:lnTo>
                  <a:lnTo>
                    <a:pt x="226970" y="78459"/>
                  </a:lnTo>
                  <a:lnTo>
                    <a:pt x="226970" y="76264"/>
                  </a:lnTo>
                  <a:lnTo>
                    <a:pt x="226930" y="75167"/>
                  </a:lnTo>
                  <a:lnTo>
                    <a:pt x="226911" y="74070"/>
                  </a:lnTo>
                  <a:lnTo>
                    <a:pt x="226852" y="72953"/>
                  </a:lnTo>
                  <a:lnTo>
                    <a:pt x="226793" y="71855"/>
                  </a:lnTo>
                  <a:lnTo>
                    <a:pt x="226715" y="70738"/>
                  </a:lnTo>
                  <a:lnTo>
                    <a:pt x="226617" y="69621"/>
                  </a:lnTo>
                  <a:lnTo>
                    <a:pt x="226499" y="68524"/>
                  </a:lnTo>
                  <a:lnTo>
                    <a:pt x="226362" y="67407"/>
                  </a:lnTo>
                  <a:lnTo>
                    <a:pt x="226205" y="66310"/>
                  </a:lnTo>
                  <a:lnTo>
                    <a:pt x="226029" y="65213"/>
                  </a:lnTo>
                  <a:lnTo>
                    <a:pt x="225833" y="64135"/>
                  </a:lnTo>
                  <a:lnTo>
                    <a:pt x="225598" y="63057"/>
                  </a:lnTo>
                  <a:lnTo>
                    <a:pt x="225343" y="61999"/>
                  </a:lnTo>
                  <a:lnTo>
                    <a:pt x="225069" y="60941"/>
                  </a:lnTo>
                  <a:lnTo>
                    <a:pt x="224775" y="59922"/>
                  </a:lnTo>
                  <a:lnTo>
                    <a:pt x="224442" y="58903"/>
                  </a:lnTo>
                  <a:lnTo>
                    <a:pt x="224070" y="57884"/>
                  </a:lnTo>
                  <a:lnTo>
                    <a:pt x="223678" y="56904"/>
                  </a:lnTo>
                  <a:lnTo>
                    <a:pt x="223247" y="55944"/>
                  </a:lnTo>
                  <a:lnTo>
                    <a:pt x="222776" y="55003"/>
                  </a:lnTo>
                  <a:lnTo>
                    <a:pt x="222286" y="54083"/>
                  </a:lnTo>
                  <a:lnTo>
                    <a:pt x="221757" y="53201"/>
                  </a:lnTo>
                  <a:lnTo>
                    <a:pt x="221463" y="52770"/>
                  </a:lnTo>
                  <a:lnTo>
                    <a:pt x="221170" y="52339"/>
                  </a:lnTo>
                  <a:lnTo>
                    <a:pt x="220876" y="51907"/>
                  </a:lnTo>
                  <a:lnTo>
                    <a:pt x="220562" y="51496"/>
                  </a:lnTo>
                  <a:lnTo>
                    <a:pt x="220249" y="51084"/>
                  </a:lnTo>
                  <a:lnTo>
                    <a:pt x="219915" y="50693"/>
                  </a:lnTo>
                  <a:lnTo>
                    <a:pt x="219582" y="50301"/>
                  </a:lnTo>
                  <a:lnTo>
                    <a:pt x="219230" y="49928"/>
                  </a:lnTo>
                  <a:lnTo>
                    <a:pt x="218877" y="49536"/>
                  </a:lnTo>
                  <a:lnTo>
                    <a:pt x="218505" y="49184"/>
                  </a:lnTo>
                  <a:lnTo>
                    <a:pt x="218113" y="48811"/>
                  </a:lnTo>
                  <a:lnTo>
                    <a:pt x="217721" y="48478"/>
                  </a:lnTo>
                  <a:lnTo>
                    <a:pt x="217329" y="48126"/>
                  </a:lnTo>
                  <a:lnTo>
                    <a:pt x="216898" y="47792"/>
                  </a:lnTo>
                  <a:lnTo>
                    <a:pt x="216486" y="47479"/>
                  </a:lnTo>
                  <a:lnTo>
                    <a:pt x="216036" y="47165"/>
                  </a:lnTo>
                  <a:lnTo>
                    <a:pt x="215330" y="46695"/>
                  </a:lnTo>
                  <a:lnTo>
                    <a:pt x="214605" y="46264"/>
                  </a:lnTo>
                  <a:lnTo>
                    <a:pt x="213861" y="45853"/>
                  </a:lnTo>
                  <a:lnTo>
                    <a:pt x="213096" y="45480"/>
                  </a:lnTo>
                  <a:lnTo>
                    <a:pt x="212332" y="45147"/>
                  </a:lnTo>
                  <a:lnTo>
                    <a:pt x="211548" y="44834"/>
                  </a:lnTo>
                  <a:lnTo>
                    <a:pt x="210765" y="44540"/>
                  </a:lnTo>
                  <a:lnTo>
                    <a:pt x="209961" y="44285"/>
                  </a:lnTo>
                  <a:lnTo>
                    <a:pt x="209158" y="44050"/>
                  </a:lnTo>
                  <a:lnTo>
                    <a:pt x="208335" y="43834"/>
                  </a:lnTo>
                  <a:lnTo>
                    <a:pt x="207512" y="43638"/>
                  </a:lnTo>
                  <a:lnTo>
                    <a:pt x="206669" y="43482"/>
                  </a:lnTo>
                  <a:lnTo>
                    <a:pt x="205827" y="43325"/>
                  </a:lnTo>
                  <a:lnTo>
                    <a:pt x="204984" y="43207"/>
                  </a:lnTo>
                  <a:lnTo>
                    <a:pt x="204122" y="43090"/>
                  </a:lnTo>
                  <a:lnTo>
                    <a:pt x="203279" y="42992"/>
                  </a:lnTo>
                  <a:lnTo>
                    <a:pt x="201888" y="42874"/>
                  </a:lnTo>
                  <a:lnTo>
                    <a:pt x="200497" y="42796"/>
                  </a:lnTo>
                  <a:lnTo>
                    <a:pt x="199106" y="42737"/>
                  </a:lnTo>
                  <a:lnTo>
                    <a:pt x="197714" y="42698"/>
                  </a:lnTo>
                  <a:lnTo>
                    <a:pt x="196323" y="42659"/>
                  </a:lnTo>
                  <a:lnTo>
                    <a:pt x="194932" y="42659"/>
                  </a:lnTo>
                  <a:lnTo>
                    <a:pt x="192169" y="42639"/>
                  </a:lnTo>
                  <a:lnTo>
                    <a:pt x="190131" y="42639"/>
                  </a:lnTo>
                  <a:lnTo>
                    <a:pt x="188074" y="42600"/>
                  </a:lnTo>
                  <a:lnTo>
                    <a:pt x="185996" y="42561"/>
                  </a:lnTo>
                  <a:lnTo>
                    <a:pt x="183919" y="42482"/>
                  </a:lnTo>
                  <a:lnTo>
                    <a:pt x="181823" y="42404"/>
                  </a:lnTo>
                  <a:lnTo>
                    <a:pt x="179726" y="42306"/>
                  </a:lnTo>
                  <a:lnTo>
                    <a:pt x="177649" y="42188"/>
                  </a:lnTo>
                  <a:lnTo>
                    <a:pt x="175572" y="42051"/>
                  </a:lnTo>
                  <a:lnTo>
                    <a:pt x="174612" y="41973"/>
                  </a:lnTo>
                  <a:lnTo>
                    <a:pt x="174141" y="41914"/>
                  </a:lnTo>
                  <a:lnTo>
                    <a:pt x="173671" y="41836"/>
                  </a:lnTo>
                  <a:lnTo>
                    <a:pt x="173201" y="41738"/>
                  </a:lnTo>
                  <a:lnTo>
                    <a:pt x="172731" y="41600"/>
                  </a:lnTo>
                  <a:lnTo>
                    <a:pt x="172300" y="41424"/>
                  </a:lnTo>
                  <a:lnTo>
                    <a:pt x="172084" y="41307"/>
                  </a:lnTo>
                  <a:lnTo>
                    <a:pt x="171868" y="41209"/>
                  </a:lnTo>
                  <a:lnTo>
                    <a:pt x="171496" y="40973"/>
                  </a:lnTo>
                  <a:lnTo>
                    <a:pt x="171124" y="40719"/>
                  </a:lnTo>
                  <a:lnTo>
                    <a:pt x="170771" y="40464"/>
                  </a:lnTo>
                  <a:lnTo>
                    <a:pt x="170418" y="40190"/>
                  </a:lnTo>
                  <a:lnTo>
                    <a:pt x="170085" y="39915"/>
                  </a:lnTo>
                  <a:lnTo>
                    <a:pt x="169752" y="39621"/>
                  </a:lnTo>
                  <a:lnTo>
                    <a:pt x="169439" y="39327"/>
                  </a:lnTo>
                  <a:lnTo>
                    <a:pt x="169125" y="39014"/>
                  </a:lnTo>
                  <a:lnTo>
                    <a:pt x="168518" y="38387"/>
                  </a:lnTo>
                  <a:lnTo>
                    <a:pt x="167949" y="37721"/>
                  </a:lnTo>
                  <a:lnTo>
                    <a:pt x="167401" y="37035"/>
                  </a:lnTo>
                  <a:lnTo>
                    <a:pt x="166872" y="36310"/>
                  </a:lnTo>
                  <a:lnTo>
                    <a:pt x="166362" y="35585"/>
                  </a:lnTo>
                  <a:lnTo>
                    <a:pt x="165872" y="34840"/>
                  </a:lnTo>
                  <a:lnTo>
                    <a:pt x="165402" y="34076"/>
                  </a:lnTo>
                  <a:lnTo>
                    <a:pt x="164951" y="33331"/>
                  </a:lnTo>
                  <a:lnTo>
                    <a:pt x="164050" y="31803"/>
                  </a:lnTo>
                  <a:lnTo>
                    <a:pt x="163149" y="30294"/>
                  </a:lnTo>
                  <a:lnTo>
                    <a:pt x="162404" y="29099"/>
                  </a:lnTo>
                  <a:lnTo>
                    <a:pt x="161640" y="27943"/>
                  </a:lnTo>
                  <a:lnTo>
                    <a:pt x="160836" y="26806"/>
                  </a:lnTo>
                  <a:lnTo>
                    <a:pt x="160033" y="25709"/>
                  </a:lnTo>
                  <a:lnTo>
                    <a:pt x="159190" y="24651"/>
                  </a:lnTo>
                  <a:lnTo>
                    <a:pt x="158328" y="23612"/>
                  </a:lnTo>
                  <a:lnTo>
                    <a:pt x="157446" y="22613"/>
                  </a:lnTo>
                  <a:lnTo>
                    <a:pt x="156545" y="21633"/>
                  </a:lnTo>
                  <a:lnTo>
                    <a:pt x="155605" y="20692"/>
                  </a:lnTo>
                  <a:lnTo>
                    <a:pt x="154664" y="19791"/>
                  </a:lnTo>
                  <a:lnTo>
                    <a:pt x="153704" y="18909"/>
                  </a:lnTo>
                  <a:lnTo>
                    <a:pt x="152724" y="18047"/>
                  </a:lnTo>
                  <a:lnTo>
                    <a:pt x="151705" y="17224"/>
                  </a:lnTo>
                  <a:lnTo>
                    <a:pt x="150686" y="16440"/>
                  </a:lnTo>
                  <a:lnTo>
                    <a:pt x="149648" y="15676"/>
                  </a:lnTo>
                  <a:lnTo>
                    <a:pt x="148590" y="14932"/>
                  </a:lnTo>
                  <a:lnTo>
                    <a:pt x="147531" y="14226"/>
                  </a:lnTo>
                  <a:lnTo>
                    <a:pt x="146434" y="13540"/>
                  </a:lnTo>
                  <a:lnTo>
                    <a:pt x="145337" y="12894"/>
                  </a:lnTo>
                  <a:lnTo>
                    <a:pt x="144220" y="12267"/>
                  </a:lnTo>
                  <a:lnTo>
                    <a:pt x="143083" y="11659"/>
                  </a:lnTo>
                  <a:lnTo>
                    <a:pt x="141927" y="11091"/>
                  </a:lnTo>
                  <a:lnTo>
                    <a:pt x="140771" y="10523"/>
                  </a:lnTo>
                  <a:lnTo>
                    <a:pt x="139595" y="10013"/>
                  </a:lnTo>
                  <a:lnTo>
                    <a:pt x="138400" y="9504"/>
                  </a:lnTo>
                  <a:lnTo>
                    <a:pt x="137205" y="9033"/>
                  </a:lnTo>
                  <a:lnTo>
                    <a:pt x="135990" y="8583"/>
                  </a:lnTo>
                  <a:lnTo>
                    <a:pt x="134775" y="8152"/>
                  </a:lnTo>
                  <a:lnTo>
                    <a:pt x="133541" y="7760"/>
                  </a:lnTo>
                  <a:lnTo>
                    <a:pt x="132306" y="7368"/>
                  </a:lnTo>
                  <a:lnTo>
                    <a:pt x="131052" y="7015"/>
                  </a:lnTo>
                  <a:lnTo>
                    <a:pt x="129798" y="6682"/>
                  </a:lnTo>
                  <a:lnTo>
                    <a:pt x="1272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7">
              <a:extLst>
                <a:ext uri="{FF2B5EF4-FFF2-40B4-BE49-F238E27FC236}">
                  <a16:creationId xmlns:a16="http://schemas.microsoft.com/office/drawing/2014/main" id="{3FB2E7A6-651A-4200-551E-838B10F412AC}"/>
                </a:ext>
              </a:extLst>
            </p:cNvPr>
            <p:cNvSpPr/>
            <p:nvPr/>
          </p:nvSpPr>
          <p:spPr>
            <a:xfrm>
              <a:off x="2821216" y="4109624"/>
              <a:ext cx="3501580" cy="597677"/>
            </a:xfrm>
            <a:custGeom>
              <a:avLst/>
              <a:gdLst/>
              <a:ahLst/>
              <a:cxnLst/>
              <a:rect l="l" t="t" r="r" b="b"/>
              <a:pathLst>
                <a:path w="226970" h="38741" extrusionOk="0">
                  <a:moveTo>
                    <a:pt x="59354" y="1"/>
                  </a:moveTo>
                  <a:lnTo>
                    <a:pt x="58883" y="40"/>
                  </a:lnTo>
                  <a:lnTo>
                    <a:pt x="58433" y="79"/>
                  </a:lnTo>
                  <a:lnTo>
                    <a:pt x="57982" y="138"/>
                  </a:lnTo>
                  <a:lnTo>
                    <a:pt x="57512" y="197"/>
                  </a:lnTo>
                  <a:lnTo>
                    <a:pt x="57081" y="275"/>
                  </a:lnTo>
                  <a:lnTo>
                    <a:pt x="56630" y="373"/>
                  </a:lnTo>
                  <a:lnTo>
                    <a:pt x="56199" y="471"/>
                  </a:lnTo>
                  <a:lnTo>
                    <a:pt x="55768" y="589"/>
                  </a:lnTo>
                  <a:lnTo>
                    <a:pt x="55337" y="706"/>
                  </a:lnTo>
                  <a:lnTo>
                    <a:pt x="54906" y="843"/>
                  </a:lnTo>
                  <a:lnTo>
                    <a:pt x="54494" y="980"/>
                  </a:lnTo>
                  <a:lnTo>
                    <a:pt x="54083" y="1137"/>
                  </a:lnTo>
                  <a:lnTo>
                    <a:pt x="53671" y="1314"/>
                  </a:lnTo>
                  <a:lnTo>
                    <a:pt x="52868" y="1686"/>
                  </a:lnTo>
                  <a:lnTo>
                    <a:pt x="52084" y="2097"/>
                  </a:lnTo>
                  <a:lnTo>
                    <a:pt x="51339" y="2548"/>
                  </a:lnTo>
                  <a:lnTo>
                    <a:pt x="50595" y="3038"/>
                  </a:lnTo>
                  <a:lnTo>
                    <a:pt x="49889" y="3547"/>
                  </a:lnTo>
                  <a:lnTo>
                    <a:pt x="49203" y="4116"/>
                  </a:lnTo>
                  <a:lnTo>
                    <a:pt x="48557" y="4704"/>
                  </a:lnTo>
                  <a:lnTo>
                    <a:pt x="47910" y="5331"/>
                  </a:lnTo>
                  <a:lnTo>
                    <a:pt x="47322" y="5977"/>
                  </a:lnTo>
                  <a:lnTo>
                    <a:pt x="46637" y="6624"/>
                  </a:lnTo>
                  <a:lnTo>
                    <a:pt x="46009" y="7329"/>
                  </a:lnTo>
                  <a:lnTo>
                    <a:pt x="45402" y="8035"/>
                  </a:lnTo>
                  <a:lnTo>
                    <a:pt x="45108" y="8407"/>
                  </a:lnTo>
                  <a:lnTo>
                    <a:pt x="44834" y="8779"/>
                  </a:lnTo>
                  <a:lnTo>
                    <a:pt x="44579" y="9171"/>
                  </a:lnTo>
                  <a:lnTo>
                    <a:pt x="44305" y="9563"/>
                  </a:lnTo>
                  <a:lnTo>
                    <a:pt x="44070" y="9955"/>
                  </a:lnTo>
                  <a:lnTo>
                    <a:pt x="43815" y="10367"/>
                  </a:lnTo>
                  <a:lnTo>
                    <a:pt x="43599" y="10778"/>
                  </a:lnTo>
                  <a:lnTo>
                    <a:pt x="43364" y="11189"/>
                  </a:lnTo>
                  <a:lnTo>
                    <a:pt x="43168" y="11621"/>
                  </a:lnTo>
                  <a:lnTo>
                    <a:pt x="42972" y="12052"/>
                  </a:lnTo>
                  <a:lnTo>
                    <a:pt x="42776" y="12483"/>
                  </a:lnTo>
                  <a:lnTo>
                    <a:pt x="42600" y="12933"/>
                  </a:lnTo>
                  <a:lnTo>
                    <a:pt x="42424" y="13384"/>
                  </a:lnTo>
                  <a:lnTo>
                    <a:pt x="42286" y="13835"/>
                  </a:lnTo>
                  <a:lnTo>
                    <a:pt x="42130" y="14286"/>
                  </a:lnTo>
                  <a:lnTo>
                    <a:pt x="41993" y="14756"/>
                  </a:lnTo>
                  <a:lnTo>
                    <a:pt x="41875" y="15226"/>
                  </a:lnTo>
                  <a:lnTo>
                    <a:pt x="41777" y="15696"/>
                  </a:lnTo>
                  <a:lnTo>
                    <a:pt x="41679" y="16167"/>
                  </a:lnTo>
                  <a:lnTo>
                    <a:pt x="41601" y="16657"/>
                  </a:lnTo>
                  <a:lnTo>
                    <a:pt x="41522" y="17146"/>
                  </a:lnTo>
                  <a:lnTo>
                    <a:pt x="41463" y="17636"/>
                  </a:lnTo>
                  <a:lnTo>
                    <a:pt x="41424" y="18126"/>
                  </a:lnTo>
                  <a:lnTo>
                    <a:pt x="41385" y="18616"/>
                  </a:lnTo>
                  <a:lnTo>
                    <a:pt x="41365" y="19126"/>
                  </a:lnTo>
                  <a:lnTo>
                    <a:pt x="41365" y="19615"/>
                  </a:lnTo>
                  <a:lnTo>
                    <a:pt x="41365" y="19988"/>
                  </a:lnTo>
                  <a:lnTo>
                    <a:pt x="23769" y="20007"/>
                  </a:lnTo>
                  <a:lnTo>
                    <a:pt x="5565" y="20007"/>
                  </a:lnTo>
                  <a:lnTo>
                    <a:pt x="4919" y="19968"/>
                  </a:lnTo>
                  <a:lnTo>
                    <a:pt x="4272" y="19909"/>
                  </a:lnTo>
                  <a:lnTo>
                    <a:pt x="3959" y="19870"/>
                  </a:lnTo>
                  <a:lnTo>
                    <a:pt x="3645" y="19811"/>
                  </a:lnTo>
                  <a:lnTo>
                    <a:pt x="3332" y="19733"/>
                  </a:lnTo>
                  <a:lnTo>
                    <a:pt x="3038" y="19655"/>
                  </a:lnTo>
                  <a:lnTo>
                    <a:pt x="2744" y="19537"/>
                  </a:lnTo>
                  <a:lnTo>
                    <a:pt x="2469" y="19419"/>
                  </a:lnTo>
                  <a:lnTo>
                    <a:pt x="2195" y="19263"/>
                  </a:lnTo>
                  <a:lnTo>
                    <a:pt x="1940" y="19086"/>
                  </a:lnTo>
                  <a:lnTo>
                    <a:pt x="1705" y="18890"/>
                  </a:lnTo>
                  <a:lnTo>
                    <a:pt x="1490" y="18675"/>
                  </a:lnTo>
                  <a:lnTo>
                    <a:pt x="1352" y="18498"/>
                  </a:lnTo>
                  <a:lnTo>
                    <a:pt x="1215" y="18322"/>
                  </a:lnTo>
                  <a:lnTo>
                    <a:pt x="1098" y="18146"/>
                  </a:lnTo>
                  <a:lnTo>
                    <a:pt x="980" y="17950"/>
                  </a:lnTo>
                  <a:lnTo>
                    <a:pt x="882" y="17734"/>
                  </a:lnTo>
                  <a:lnTo>
                    <a:pt x="804" y="17538"/>
                  </a:lnTo>
                  <a:lnTo>
                    <a:pt x="667" y="17107"/>
                  </a:lnTo>
                  <a:lnTo>
                    <a:pt x="549" y="16676"/>
                  </a:lnTo>
                  <a:lnTo>
                    <a:pt x="451" y="16225"/>
                  </a:lnTo>
                  <a:lnTo>
                    <a:pt x="373" y="15755"/>
                  </a:lnTo>
                  <a:lnTo>
                    <a:pt x="314" y="15304"/>
                  </a:lnTo>
                  <a:lnTo>
                    <a:pt x="177" y="14227"/>
                  </a:lnTo>
                  <a:lnTo>
                    <a:pt x="79" y="13110"/>
                  </a:lnTo>
                  <a:lnTo>
                    <a:pt x="20" y="13756"/>
                  </a:lnTo>
                  <a:lnTo>
                    <a:pt x="0" y="14403"/>
                  </a:lnTo>
                  <a:lnTo>
                    <a:pt x="20" y="15050"/>
                  </a:lnTo>
                  <a:lnTo>
                    <a:pt x="40" y="15716"/>
                  </a:lnTo>
                  <a:lnTo>
                    <a:pt x="98" y="16363"/>
                  </a:lnTo>
                  <a:lnTo>
                    <a:pt x="157" y="17009"/>
                  </a:lnTo>
                  <a:lnTo>
                    <a:pt x="314" y="18303"/>
                  </a:lnTo>
                  <a:lnTo>
                    <a:pt x="373" y="18753"/>
                  </a:lnTo>
                  <a:lnTo>
                    <a:pt x="451" y="19204"/>
                  </a:lnTo>
                  <a:lnTo>
                    <a:pt x="549" y="19655"/>
                  </a:lnTo>
                  <a:lnTo>
                    <a:pt x="667" y="20105"/>
                  </a:lnTo>
                  <a:lnTo>
                    <a:pt x="804" y="20536"/>
                  </a:lnTo>
                  <a:lnTo>
                    <a:pt x="882" y="20732"/>
                  </a:lnTo>
                  <a:lnTo>
                    <a:pt x="980" y="20928"/>
                  </a:lnTo>
                  <a:lnTo>
                    <a:pt x="1098" y="21124"/>
                  </a:lnTo>
                  <a:lnTo>
                    <a:pt x="1215" y="21320"/>
                  </a:lnTo>
                  <a:lnTo>
                    <a:pt x="1352" y="21497"/>
                  </a:lnTo>
                  <a:lnTo>
                    <a:pt x="1490" y="21673"/>
                  </a:lnTo>
                  <a:lnTo>
                    <a:pt x="1705" y="21888"/>
                  </a:lnTo>
                  <a:lnTo>
                    <a:pt x="1940" y="22084"/>
                  </a:lnTo>
                  <a:lnTo>
                    <a:pt x="2195" y="22261"/>
                  </a:lnTo>
                  <a:lnTo>
                    <a:pt x="2469" y="22398"/>
                  </a:lnTo>
                  <a:lnTo>
                    <a:pt x="2744" y="22535"/>
                  </a:lnTo>
                  <a:lnTo>
                    <a:pt x="3038" y="22633"/>
                  </a:lnTo>
                  <a:lnTo>
                    <a:pt x="3332" y="22731"/>
                  </a:lnTo>
                  <a:lnTo>
                    <a:pt x="3645" y="22809"/>
                  </a:lnTo>
                  <a:lnTo>
                    <a:pt x="3959" y="22868"/>
                  </a:lnTo>
                  <a:lnTo>
                    <a:pt x="4272" y="22907"/>
                  </a:lnTo>
                  <a:lnTo>
                    <a:pt x="4919" y="22966"/>
                  </a:lnTo>
                  <a:lnTo>
                    <a:pt x="5565" y="23005"/>
                  </a:lnTo>
                  <a:lnTo>
                    <a:pt x="6192" y="23005"/>
                  </a:lnTo>
                  <a:lnTo>
                    <a:pt x="23926" y="22986"/>
                  </a:lnTo>
                  <a:lnTo>
                    <a:pt x="41659" y="22986"/>
                  </a:lnTo>
                  <a:lnTo>
                    <a:pt x="41836" y="23789"/>
                  </a:lnTo>
                  <a:lnTo>
                    <a:pt x="42032" y="24593"/>
                  </a:lnTo>
                  <a:lnTo>
                    <a:pt x="42267" y="25357"/>
                  </a:lnTo>
                  <a:lnTo>
                    <a:pt x="42522" y="26121"/>
                  </a:lnTo>
                  <a:lnTo>
                    <a:pt x="42835" y="26885"/>
                  </a:lnTo>
                  <a:lnTo>
                    <a:pt x="43149" y="27610"/>
                  </a:lnTo>
                  <a:lnTo>
                    <a:pt x="43521" y="28335"/>
                  </a:lnTo>
                  <a:lnTo>
                    <a:pt x="43913" y="29021"/>
                  </a:lnTo>
                  <a:lnTo>
                    <a:pt x="44324" y="29707"/>
                  </a:lnTo>
                  <a:lnTo>
                    <a:pt x="44775" y="30354"/>
                  </a:lnTo>
                  <a:lnTo>
                    <a:pt x="45245" y="31000"/>
                  </a:lnTo>
                  <a:lnTo>
                    <a:pt x="45735" y="31627"/>
                  </a:lnTo>
                  <a:lnTo>
                    <a:pt x="46264" y="32215"/>
                  </a:lnTo>
                  <a:lnTo>
                    <a:pt x="46813" y="32783"/>
                  </a:lnTo>
                  <a:lnTo>
                    <a:pt x="47381" y="33332"/>
                  </a:lnTo>
                  <a:lnTo>
                    <a:pt x="47989" y="33861"/>
                  </a:lnTo>
                  <a:lnTo>
                    <a:pt x="48596" y="34351"/>
                  </a:lnTo>
                  <a:lnTo>
                    <a:pt x="49243" y="34821"/>
                  </a:lnTo>
                  <a:lnTo>
                    <a:pt x="49909" y="35272"/>
                  </a:lnTo>
                  <a:lnTo>
                    <a:pt x="50575" y="35683"/>
                  </a:lnTo>
                  <a:lnTo>
                    <a:pt x="51281" y="36075"/>
                  </a:lnTo>
                  <a:lnTo>
                    <a:pt x="51986" y="36448"/>
                  </a:lnTo>
                  <a:lnTo>
                    <a:pt x="52731" y="36761"/>
                  </a:lnTo>
                  <a:lnTo>
                    <a:pt x="53475" y="37075"/>
                  </a:lnTo>
                  <a:lnTo>
                    <a:pt x="54239" y="37329"/>
                  </a:lnTo>
                  <a:lnTo>
                    <a:pt x="55023" y="37565"/>
                  </a:lnTo>
                  <a:lnTo>
                    <a:pt x="55807" y="37760"/>
                  </a:lnTo>
                  <a:lnTo>
                    <a:pt x="56630" y="37937"/>
                  </a:lnTo>
                  <a:lnTo>
                    <a:pt x="57433" y="38054"/>
                  </a:lnTo>
                  <a:lnTo>
                    <a:pt x="58276" y="38152"/>
                  </a:lnTo>
                  <a:lnTo>
                    <a:pt x="59119" y="38211"/>
                  </a:lnTo>
                  <a:lnTo>
                    <a:pt x="59961" y="38231"/>
                  </a:lnTo>
                  <a:lnTo>
                    <a:pt x="60823" y="38211"/>
                  </a:lnTo>
                  <a:lnTo>
                    <a:pt x="61666" y="38152"/>
                  </a:lnTo>
                  <a:lnTo>
                    <a:pt x="62489" y="38054"/>
                  </a:lnTo>
                  <a:lnTo>
                    <a:pt x="63312" y="37937"/>
                  </a:lnTo>
                  <a:lnTo>
                    <a:pt x="64115" y="37760"/>
                  </a:lnTo>
                  <a:lnTo>
                    <a:pt x="64919" y="37565"/>
                  </a:lnTo>
                  <a:lnTo>
                    <a:pt x="65683" y="37329"/>
                  </a:lnTo>
                  <a:lnTo>
                    <a:pt x="66467" y="37055"/>
                  </a:lnTo>
                  <a:lnTo>
                    <a:pt x="67211" y="36761"/>
                  </a:lnTo>
                  <a:lnTo>
                    <a:pt x="67936" y="36428"/>
                  </a:lnTo>
                  <a:lnTo>
                    <a:pt x="68661" y="36075"/>
                  </a:lnTo>
                  <a:lnTo>
                    <a:pt x="69347" y="35683"/>
                  </a:lnTo>
                  <a:lnTo>
                    <a:pt x="70033" y="35272"/>
                  </a:lnTo>
                  <a:lnTo>
                    <a:pt x="70699" y="34821"/>
                  </a:lnTo>
                  <a:lnTo>
                    <a:pt x="71326" y="34351"/>
                  </a:lnTo>
                  <a:lnTo>
                    <a:pt x="71953" y="33841"/>
                  </a:lnTo>
                  <a:lnTo>
                    <a:pt x="72541" y="33332"/>
                  </a:lnTo>
                  <a:lnTo>
                    <a:pt x="73129" y="32783"/>
                  </a:lnTo>
                  <a:lnTo>
                    <a:pt x="73678" y="32195"/>
                  </a:lnTo>
                  <a:lnTo>
                    <a:pt x="74187" y="31608"/>
                  </a:lnTo>
                  <a:lnTo>
                    <a:pt x="74697" y="30981"/>
                  </a:lnTo>
                  <a:lnTo>
                    <a:pt x="75167" y="30354"/>
                  </a:lnTo>
                  <a:lnTo>
                    <a:pt x="75618" y="29687"/>
                  </a:lnTo>
                  <a:lnTo>
                    <a:pt x="76029" y="29001"/>
                  </a:lnTo>
                  <a:lnTo>
                    <a:pt x="76421" y="28316"/>
                  </a:lnTo>
                  <a:lnTo>
                    <a:pt x="76774" y="27591"/>
                  </a:lnTo>
                  <a:lnTo>
                    <a:pt x="77107" y="26866"/>
                  </a:lnTo>
                  <a:lnTo>
                    <a:pt x="77401" y="26101"/>
                  </a:lnTo>
                  <a:lnTo>
                    <a:pt x="77675" y="25337"/>
                  </a:lnTo>
                  <a:lnTo>
                    <a:pt x="77910" y="24573"/>
                  </a:lnTo>
                  <a:lnTo>
                    <a:pt x="78106" y="23770"/>
                  </a:lnTo>
                  <a:lnTo>
                    <a:pt x="78263" y="22966"/>
                  </a:lnTo>
                  <a:lnTo>
                    <a:pt x="166872" y="22986"/>
                  </a:lnTo>
                  <a:lnTo>
                    <a:pt x="167028" y="23809"/>
                  </a:lnTo>
                  <a:lnTo>
                    <a:pt x="167205" y="24632"/>
                  </a:lnTo>
                  <a:lnTo>
                    <a:pt x="167440" y="25435"/>
                  </a:lnTo>
                  <a:lnTo>
                    <a:pt x="167695" y="26219"/>
                  </a:lnTo>
                  <a:lnTo>
                    <a:pt x="168008" y="27003"/>
                  </a:lnTo>
                  <a:lnTo>
                    <a:pt x="168322" y="27747"/>
                  </a:lnTo>
                  <a:lnTo>
                    <a:pt x="168694" y="28492"/>
                  </a:lnTo>
                  <a:lnTo>
                    <a:pt x="169086" y="29217"/>
                  </a:lnTo>
                  <a:lnTo>
                    <a:pt x="169497" y="29903"/>
                  </a:lnTo>
                  <a:lnTo>
                    <a:pt x="169948" y="30589"/>
                  </a:lnTo>
                  <a:lnTo>
                    <a:pt x="170418" y="31255"/>
                  </a:lnTo>
                  <a:lnTo>
                    <a:pt x="170928" y="31882"/>
                  </a:lnTo>
                  <a:lnTo>
                    <a:pt x="171457" y="32509"/>
                  </a:lnTo>
                  <a:lnTo>
                    <a:pt x="172025" y="33097"/>
                  </a:lnTo>
                  <a:lnTo>
                    <a:pt x="172613" y="33665"/>
                  </a:lnTo>
                  <a:lnTo>
                    <a:pt x="173220" y="34214"/>
                  </a:lnTo>
                  <a:lnTo>
                    <a:pt x="173848" y="34723"/>
                  </a:lnTo>
                  <a:lnTo>
                    <a:pt x="174494" y="35213"/>
                  </a:lnTo>
                  <a:lnTo>
                    <a:pt x="175160" y="35683"/>
                  </a:lnTo>
                  <a:lnTo>
                    <a:pt x="175866" y="36114"/>
                  </a:lnTo>
                  <a:lnTo>
                    <a:pt x="176571" y="36506"/>
                  </a:lnTo>
                  <a:lnTo>
                    <a:pt x="177296" y="36879"/>
                  </a:lnTo>
                  <a:lnTo>
                    <a:pt x="178060" y="37231"/>
                  </a:lnTo>
                  <a:lnTo>
                    <a:pt x="178825" y="37525"/>
                  </a:lnTo>
                  <a:lnTo>
                    <a:pt x="179608" y="37800"/>
                  </a:lnTo>
                  <a:lnTo>
                    <a:pt x="180412" y="38054"/>
                  </a:lnTo>
                  <a:lnTo>
                    <a:pt x="181215" y="38250"/>
                  </a:lnTo>
                  <a:lnTo>
                    <a:pt x="182038" y="38427"/>
                  </a:lnTo>
                  <a:lnTo>
                    <a:pt x="182881" y="38564"/>
                  </a:lnTo>
                  <a:lnTo>
                    <a:pt x="183743" y="38662"/>
                  </a:lnTo>
                  <a:lnTo>
                    <a:pt x="184605" y="38721"/>
                  </a:lnTo>
                  <a:lnTo>
                    <a:pt x="185467" y="38740"/>
                  </a:lnTo>
                  <a:lnTo>
                    <a:pt x="186330" y="38721"/>
                  </a:lnTo>
                  <a:lnTo>
                    <a:pt x="187192" y="38662"/>
                  </a:lnTo>
                  <a:lnTo>
                    <a:pt x="188054" y="38564"/>
                  </a:lnTo>
                  <a:lnTo>
                    <a:pt x="188877" y="38427"/>
                  </a:lnTo>
                  <a:lnTo>
                    <a:pt x="189700" y="38250"/>
                  </a:lnTo>
                  <a:lnTo>
                    <a:pt x="190523" y="38054"/>
                  </a:lnTo>
                  <a:lnTo>
                    <a:pt x="191307" y="37819"/>
                  </a:lnTo>
                  <a:lnTo>
                    <a:pt x="192090" y="37545"/>
                  </a:lnTo>
                  <a:lnTo>
                    <a:pt x="192855" y="37231"/>
                  </a:lnTo>
                  <a:lnTo>
                    <a:pt x="193599" y="36898"/>
                  </a:lnTo>
                  <a:lnTo>
                    <a:pt x="194344" y="36526"/>
                  </a:lnTo>
                  <a:lnTo>
                    <a:pt x="195049" y="36114"/>
                  </a:lnTo>
                  <a:lnTo>
                    <a:pt x="195735" y="35703"/>
                  </a:lnTo>
                  <a:lnTo>
                    <a:pt x="196421" y="35233"/>
                  </a:lnTo>
                  <a:lnTo>
                    <a:pt x="197068" y="34743"/>
                  </a:lnTo>
                  <a:lnTo>
                    <a:pt x="197695" y="34233"/>
                  </a:lnTo>
                  <a:lnTo>
                    <a:pt x="198302" y="33704"/>
                  </a:lnTo>
                  <a:lnTo>
                    <a:pt x="198890" y="33136"/>
                  </a:lnTo>
                  <a:lnTo>
                    <a:pt x="199439" y="32548"/>
                  </a:lnTo>
                  <a:lnTo>
                    <a:pt x="199968" y="31941"/>
                  </a:lnTo>
                  <a:lnTo>
                    <a:pt x="200477" y="31294"/>
                  </a:lnTo>
                  <a:lnTo>
                    <a:pt x="200947" y="30647"/>
                  </a:lnTo>
                  <a:lnTo>
                    <a:pt x="201398" y="29962"/>
                  </a:lnTo>
                  <a:lnTo>
                    <a:pt x="201829" y="29276"/>
                  </a:lnTo>
                  <a:lnTo>
                    <a:pt x="202221" y="28551"/>
                  </a:lnTo>
                  <a:lnTo>
                    <a:pt x="202574" y="27806"/>
                  </a:lnTo>
                  <a:lnTo>
                    <a:pt x="202907" y="27062"/>
                  </a:lnTo>
                  <a:lnTo>
                    <a:pt x="203201" y="26297"/>
                  </a:lnTo>
                  <a:lnTo>
                    <a:pt x="203475" y="25514"/>
                  </a:lnTo>
                  <a:lnTo>
                    <a:pt x="203710" y="24710"/>
                  </a:lnTo>
                  <a:lnTo>
                    <a:pt x="203906" y="23887"/>
                  </a:lnTo>
                  <a:lnTo>
                    <a:pt x="204063" y="23064"/>
                  </a:lnTo>
                  <a:lnTo>
                    <a:pt x="205846" y="23025"/>
                  </a:lnTo>
                  <a:lnTo>
                    <a:pt x="208296" y="22966"/>
                  </a:lnTo>
                  <a:lnTo>
                    <a:pt x="214213" y="22751"/>
                  </a:lnTo>
                  <a:lnTo>
                    <a:pt x="219719" y="22535"/>
                  </a:lnTo>
                  <a:lnTo>
                    <a:pt x="221640" y="22476"/>
                  </a:lnTo>
                  <a:lnTo>
                    <a:pt x="222698" y="22457"/>
                  </a:lnTo>
                  <a:lnTo>
                    <a:pt x="223207" y="22457"/>
                  </a:lnTo>
                  <a:lnTo>
                    <a:pt x="223717" y="22437"/>
                  </a:lnTo>
                  <a:lnTo>
                    <a:pt x="224226" y="22398"/>
                  </a:lnTo>
                  <a:lnTo>
                    <a:pt x="224461" y="22359"/>
                  </a:lnTo>
                  <a:lnTo>
                    <a:pt x="224716" y="22300"/>
                  </a:lnTo>
                  <a:lnTo>
                    <a:pt x="224951" y="22241"/>
                  </a:lnTo>
                  <a:lnTo>
                    <a:pt x="225187" y="22163"/>
                  </a:lnTo>
                  <a:lnTo>
                    <a:pt x="225422" y="22084"/>
                  </a:lnTo>
                  <a:lnTo>
                    <a:pt x="225618" y="21967"/>
                  </a:lnTo>
                  <a:lnTo>
                    <a:pt x="225833" y="21849"/>
                  </a:lnTo>
                  <a:lnTo>
                    <a:pt x="226029" y="21712"/>
                  </a:lnTo>
                  <a:lnTo>
                    <a:pt x="226205" y="21536"/>
                  </a:lnTo>
                  <a:lnTo>
                    <a:pt x="226362" y="21359"/>
                  </a:lnTo>
                  <a:lnTo>
                    <a:pt x="226460" y="21222"/>
                  </a:lnTo>
                  <a:lnTo>
                    <a:pt x="226558" y="21065"/>
                  </a:lnTo>
                  <a:lnTo>
                    <a:pt x="226637" y="20909"/>
                  </a:lnTo>
                  <a:lnTo>
                    <a:pt x="226695" y="20752"/>
                  </a:lnTo>
                  <a:lnTo>
                    <a:pt x="226813" y="20419"/>
                  </a:lnTo>
                  <a:lnTo>
                    <a:pt x="226872" y="20086"/>
                  </a:lnTo>
                  <a:lnTo>
                    <a:pt x="226930" y="19733"/>
                  </a:lnTo>
                  <a:lnTo>
                    <a:pt x="226950" y="19380"/>
                  </a:lnTo>
                  <a:lnTo>
                    <a:pt x="226970" y="18675"/>
                  </a:lnTo>
                  <a:lnTo>
                    <a:pt x="226970" y="17499"/>
                  </a:lnTo>
                  <a:lnTo>
                    <a:pt x="226950" y="16323"/>
                  </a:lnTo>
                  <a:lnTo>
                    <a:pt x="226930" y="16598"/>
                  </a:lnTo>
                  <a:lnTo>
                    <a:pt x="226911" y="16872"/>
                  </a:lnTo>
                  <a:lnTo>
                    <a:pt x="226872" y="17146"/>
                  </a:lnTo>
                  <a:lnTo>
                    <a:pt x="226813" y="17401"/>
                  </a:lnTo>
                  <a:lnTo>
                    <a:pt x="226735" y="17656"/>
                  </a:lnTo>
                  <a:lnTo>
                    <a:pt x="226637" y="17911"/>
                  </a:lnTo>
                  <a:lnTo>
                    <a:pt x="226499" y="18146"/>
                  </a:lnTo>
                  <a:lnTo>
                    <a:pt x="226362" y="18361"/>
                  </a:lnTo>
                  <a:lnTo>
                    <a:pt x="226205" y="18557"/>
                  </a:lnTo>
                  <a:lnTo>
                    <a:pt x="226029" y="18714"/>
                  </a:lnTo>
                  <a:lnTo>
                    <a:pt x="225833" y="18851"/>
                  </a:lnTo>
                  <a:lnTo>
                    <a:pt x="225618" y="18969"/>
                  </a:lnTo>
                  <a:lnTo>
                    <a:pt x="225422" y="19086"/>
                  </a:lnTo>
                  <a:lnTo>
                    <a:pt x="225187" y="19165"/>
                  </a:lnTo>
                  <a:lnTo>
                    <a:pt x="224951" y="19243"/>
                  </a:lnTo>
                  <a:lnTo>
                    <a:pt x="224716" y="19302"/>
                  </a:lnTo>
                  <a:lnTo>
                    <a:pt x="224461" y="19361"/>
                  </a:lnTo>
                  <a:lnTo>
                    <a:pt x="224226" y="19400"/>
                  </a:lnTo>
                  <a:lnTo>
                    <a:pt x="223717" y="19439"/>
                  </a:lnTo>
                  <a:lnTo>
                    <a:pt x="223207" y="19459"/>
                  </a:lnTo>
                  <a:lnTo>
                    <a:pt x="222698" y="19459"/>
                  </a:lnTo>
                  <a:lnTo>
                    <a:pt x="221463" y="19478"/>
                  </a:lnTo>
                  <a:lnTo>
                    <a:pt x="219190" y="19557"/>
                  </a:lnTo>
                  <a:lnTo>
                    <a:pt x="213018" y="19792"/>
                  </a:lnTo>
                  <a:lnTo>
                    <a:pt x="209863" y="19909"/>
                  </a:lnTo>
                  <a:lnTo>
                    <a:pt x="207139" y="20007"/>
                  </a:lnTo>
                  <a:lnTo>
                    <a:pt x="206062" y="20027"/>
                  </a:lnTo>
                  <a:lnTo>
                    <a:pt x="204710" y="20027"/>
                  </a:lnTo>
                  <a:lnTo>
                    <a:pt x="204573" y="20007"/>
                  </a:lnTo>
                  <a:lnTo>
                    <a:pt x="204514" y="19988"/>
                  </a:lnTo>
                  <a:lnTo>
                    <a:pt x="204514" y="19380"/>
                  </a:lnTo>
                  <a:lnTo>
                    <a:pt x="204455" y="18792"/>
                  </a:lnTo>
                  <a:lnTo>
                    <a:pt x="204396" y="18185"/>
                  </a:lnTo>
                  <a:lnTo>
                    <a:pt x="204318" y="17597"/>
                  </a:lnTo>
                  <a:lnTo>
                    <a:pt x="204200" y="16990"/>
                  </a:lnTo>
                  <a:lnTo>
                    <a:pt x="204063" y="16402"/>
                  </a:lnTo>
                  <a:lnTo>
                    <a:pt x="203926" y="15814"/>
                  </a:lnTo>
                  <a:lnTo>
                    <a:pt x="203750" y="15226"/>
                  </a:lnTo>
                  <a:lnTo>
                    <a:pt x="203593" y="14619"/>
                  </a:lnTo>
                  <a:lnTo>
                    <a:pt x="203397" y="14011"/>
                  </a:lnTo>
                  <a:lnTo>
                    <a:pt x="203181" y="13404"/>
                  </a:lnTo>
                  <a:lnTo>
                    <a:pt x="202966" y="12816"/>
                  </a:lnTo>
                  <a:lnTo>
                    <a:pt x="202711" y="12248"/>
                  </a:lnTo>
                  <a:lnTo>
                    <a:pt x="202456" y="11679"/>
                  </a:lnTo>
                  <a:lnTo>
                    <a:pt x="202182" y="11111"/>
                  </a:lnTo>
                  <a:lnTo>
                    <a:pt x="201868" y="10562"/>
                  </a:lnTo>
                  <a:lnTo>
                    <a:pt x="201555" y="10033"/>
                  </a:lnTo>
                  <a:lnTo>
                    <a:pt x="201222" y="9504"/>
                  </a:lnTo>
                  <a:lnTo>
                    <a:pt x="200869" y="8995"/>
                  </a:lnTo>
                  <a:lnTo>
                    <a:pt x="200497" y="8485"/>
                  </a:lnTo>
                  <a:lnTo>
                    <a:pt x="200124" y="7995"/>
                  </a:lnTo>
                  <a:lnTo>
                    <a:pt x="199713" y="7525"/>
                  </a:lnTo>
                  <a:lnTo>
                    <a:pt x="199301" y="7055"/>
                  </a:lnTo>
                  <a:lnTo>
                    <a:pt x="198870" y="6624"/>
                  </a:lnTo>
                  <a:lnTo>
                    <a:pt x="198439" y="6173"/>
                  </a:lnTo>
                  <a:lnTo>
                    <a:pt x="197989" y="5762"/>
                  </a:lnTo>
                  <a:lnTo>
                    <a:pt x="197518" y="5350"/>
                  </a:lnTo>
                  <a:lnTo>
                    <a:pt x="197028" y="4978"/>
                  </a:lnTo>
                  <a:lnTo>
                    <a:pt x="196539" y="4606"/>
                  </a:lnTo>
                  <a:lnTo>
                    <a:pt x="196029" y="4233"/>
                  </a:lnTo>
                  <a:lnTo>
                    <a:pt x="195500" y="3900"/>
                  </a:lnTo>
                  <a:lnTo>
                    <a:pt x="194971" y="3587"/>
                  </a:lnTo>
                  <a:lnTo>
                    <a:pt x="194422" y="3273"/>
                  </a:lnTo>
                  <a:lnTo>
                    <a:pt x="193874" y="2979"/>
                  </a:lnTo>
                  <a:lnTo>
                    <a:pt x="193305" y="2724"/>
                  </a:lnTo>
                  <a:lnTo>
                    <a:pt x="192718" y="2470"/>
                  </a:lnTo>
                  <a:lnTo>
                    <a:pt x="192149" y="2235"/>
                  </a:lnTo>
                  <a:lnTo>
                    <a:pt x="191542" y="2019"/>
                  </a:lnTo>
                  <a:lnTo>
                    <a:pt x="190934" y="1823"/>
                  </a:lnTo>
                  <a:lnTo>
                    <a:pt x="190327" y="1647"/>
                  </a:lnTo>
                  <a:lnTo>
                    <a:pt x="189719" y="1470"/>
                  </a:lnTo>
                  <a:lnTo>
                    <a:pt x="189112" y="1333"/>
                  </a:lnTo>
                  <a:lnTo>
                    <a:pt x="188505" y="1196"/>
                  </a:lnTo>
                  <a:lnTo>
                    <a:pt x="187897" y="1098"/>
                  </a:lnTo>
                  <a:lnTo>
                    <a:pt x="187270" y="1020"/>
                  </a:lnTo>
                  <a:lnTo>
                    <a:pt x="186643" y="961"/>
                  </a:lnTo>
                  <a:lnTo>
                    <a:pt x="186036" y="941"/>
                  </a:lnTo>
                  <a:lnTo>
                    <a:pt x="185409" y="941"/>
                  </a:lnTo>
                  <a:lnTo>
                    <a:pt x="184801" y="961"/>
                  </a:lnTo>
                  <a:lnTo>
                    <a:pt x="184194" y="1020"/>
                  </a:lnTo>
                  <a:lnTo>
                    <a:pt x="183606" y="1078"/>
                  </a:lnTo>
                  <a:lnTo>
                    <a:pt x="183018" y="1176"/>
                  </a:lnTo>
                  <a:lnTo>
                    <a:pt x="182156" y="1314"/>
                  </a:lnTo>
                  <a:lnTo>
                    <a:pt x="181313" y="1470"/>
                  </a:lnTo>
                  <a:lnTo>
                    <a:pt x="180471" y="1686"/>
                  </a:lnTo>
                  <a:lnTo>
                    <a:pt x="179648" y="1921"/>
                  </a:lnTo>
                  <a:lnTo>
                    <a:pt x="178844" y="2215"/>
                  </a:lnTo>
                  <a:lnTo>
                    <a:pt x="178060" y="2528"/>
                  </a:lnTo>
                  <a:lnTo>
                    <a:pt x="177296" y="2881"/>
                  </a:lnTo>
                  <a:lnTo>
                    <a:pt x="176552" y="3253"/>
                  </a:lnTo>
                  <a:lnTo>
                    <a:pt x="175827" y="3665"/>
                  </a:lnTo>
                  <a:lnTo>
                    <a:pt x="175102" y="4116"/>
                  </a:lnTo>
                  <a:lnTo>
                    <a:pt x="174416" y="4586"/>
                  </a:lnTo>
                  <a:lnTo>
                    <a:pt x="173750" y="5095"/>
                  </a:lnTo>
                  <a:lnTo>
                    <a:pt x="173122" y="5624"/>
                  </a:lnTo>
                  <a:lnTo>
                    <a:pt x="172495" y="6193"/>
                  </a:lnTo>
                  <a:lnTo>
                    <a:pt x="171908" y="6761"/>
                  </a:lnTo>
                  <a:lnTo>
                    <a:pt x="171339" y="7388"/>
                  </a:lnTo>
                  <a:lnTo>
                    <a:pt x="170810" y="8015"/>
                  </a:lnTo>
                  <a:lnTo>
                    <a:pt x="170301" y="8681"/>
                  </a:lnTo>
                  <a:lnTo>
                    <a:pt x="169811" y="9367"/>
                  </a:lnTo>
                  <a:lnTo>
                    <a:pt x="169360" y="10073"/>
                  </a:lnTo>
                  <a:lnTo>
                    <a:pt x="168929" y="10798"/>
                  </a:lnTo>
                  <a:lnTo>
                    <a:pt x="168557" y="11542"/>
                  </a:lnTo>
                  <a:lnTo>
                    <a:pt x="168185" y="12306"/>
                  </a:lnTo>
                  <a:lnTo>
                    <a:pt x="167871" y="13071"/>
                  </a:lnTo>
                  <a:lnTo>
                    <a:pt x="167577" y="13874"/>
                  </a:lnTo>
                  <a:lnTo>
                    <a:pt x="167322" y="14697"/>
                  </a:lnTo>
                  <a:lnTo>
                    <a:pt x="167107" y="15520"/>
                  </a:lnTo>
                  <a:lnTo>
                    <a:pt x="166930" y="16363"/>
                  </a:lnTo>
                  <a:lnTo>
                    <a:pt x="166793" y="17225"/>
                  </a:lnTo>
                  <a:lnTo>
                    <a:pt x="166695" y="18107"/>
                  </a:lnTo>
                  <a:lnTo>
                    <a:pt x="166637" y="18988"/>
                  </a:lnTo>
                  <a:lnTo>
                    <a:pt x="166617" y="19870"/>
                  </a:lnTo>
                  <a:lnTo>
                    <a:pt x="166617" y="19988"/>
                  </a:lnTo>
                  <a:lnTo>
                    <a:pt x="78557" y="19968"/>
                  </a:lnTo>
                  <a:lnTo>
                    <a:pt x="78576" y="19615"/>
                  </a:lnTo>
                  <a:lnTo>
                    <a:pt x="78557" y="18694"/>
                  </a:lnTo>
                  <a:lnTo>
                    <a:pt x="78478" y="17773"/>
                  </a:lnTo>
                  <a:lnTo>
                    <a:pt x="78361" y="16872"/>
                  </a:lnTo>
                  <a:lnTo>
                    <a:pt x="78224" y="15990"/>
                  </a:lnTo>
                  <a:lnTo>
                    <a:pt x="78028" y="15109"/>
                  </a:lnTo>
                  <a:lnTo>
                    <a:pt x="77793" y="14246"/>
                  </a:lnTo>
                  <a:lnTo>
                    <a:pt x="77518" y="13423"/>
                  </a:lnTo>
                  <a:lnTo>
                    <a:pt x="77205" y="12600"/>
                  </a:lnTo>
                  <a:lnTo>
                    <a:pt x="76950" y="11934"/>
                  </a:lnTo>
                  <a:lnTo>
                    <a:pt x="76676" y="11287"/>
                  </a:lnTo>
                  <a:lnTo>
                    <a:pt x="76382" y="10641"/>
                  </a:lnTo>
                  <a:lnTo>
                    <a:pt x="76049" y="10014"/>
                  </a:lnTo>
                  <a:lnTo>
                    <a:pt x="75716" y="9387"/>
                  </a:lnTo>
                  <a:lnTo>
                    <a:pt x="75343" y="8779"/>
                  </a:lnTo>
                  <a:lnTo>
                    <a:pt x="74932" y="8191"/>
                  </a:lnTo>
                  <a:lnTo>
                    <a:pt x="74520" y="7604"/>
                  </a:lnTo>
                  <a:lnTo>
                    <a:pt x="74089" y="7055"/>
                  </a:lnTo>
                  <a:lnTo>
                    <a:pt x="73619" y="6506"/>
                  </a:lnTo>
                  <a:lnTo>
                    <a:pt x="73149" y="5958"/>
                  </a:lnTo>
                  <a:lnTo>
                    <a:pt x="72639" y="5448"/>
                  </a:lnTo>
                  <a:lnTo>
                    <a:pt x="72130" y="4958"/>
                  </a:lnTo>
                  <a:lnTo>
                    <a:pt x="71581" y="4488"/>
                  </a:lnTo>
                  <a:lnTo>
                    <a:pt x="71032" y="4018"/>
                  </a:lnTo>
                  <a:lnTo>
                    <a:pt x="70464" y="3587"/>
                  </a:lnTo>
                  <a:lnTo>
                    <a:pt x="69876" y="3175"/>
                  </a:lnTo>
                  <a:lnTo>
                    <a:pt x="69288" y="2764"/>
                  </a:lnTo>
                  <a:lnTo>
                    <a:pt x="68681" y="2391"/>
                  </a:lnTo>
                  <a:lnTo>
                    <a:pt x="68054" y="2058"/>
                  </a:lnTo>
                  <a:lnTo>
                    <a:pt x="67407" y="1725"/>
                  </a:lnTo>
                  <a:lnTo>
                    <a:pt x="66761" y="1431"/>
                  </a:lnTo>
                  <a:lnTo>
                    <a:pt x="66094" y="1157"/>
                  </a:lnTo>
                  <a:lnTo>
                    <a:pt x="65428" y="902"/>
                  </a:lnTo>
                  <a:lnTo>
                    <a:pt x="64762" y="687"/>
                  </a:lnTo>
                  <a:lnTo>
                    <a:pt x="64076" y="510"/>
                  </a:lnTo>
                  <a:lnTo>
                    <a:pt x="63371" y="334"/>
                  </a:lnTo>
                  <a:lnTo>
                    <a:pt x="62665" y="216"/>
                  </a:lnTo>
                  <a:lnTo>
                    <a:pt x="61960" y="99"/>
                  </a:lnTo>
                  <a:lnTo>
                    <a:pt x="61254" y="40"/>
                  </a:lnTo>
                  <a:lnTo>
                    <a:pt x="6054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7">
              <a:extLst>
                <a:ext uri="{FF2B5EF4-FFF2-40B4-BE49-F238E27FC236}">
                  <a16:creationId xmlns:a16="http://schemas.microsoft.com/office/drawing/2014/main" id="{B8DFB99B-6E72-F57B-2F3F-74EB920E96EB}"/>
                </a:ext>
              </a:extLst>
            </p:cNvPr>
            <p:cNvSpPr/>
            <p:nvPr/>
          </p:nvSpPr>
          <p:spPr>
            <a:xfrm>
              <a:off x="3556414" y="4222384"/>
              <a:ext cx="379702" cy="379717"/>
            </a:xfrm>
            <a:custGeom>
              <a:avLst/>
              <a:gdLst/>
              <a:ahLst/>
              <a:cxnLst/>
              <a:rect l="l" t="t" r="r" b="b"/>
              <a:pathLst>
                <a:path w="24612" h="24613" extrusionOk="0">
                  <a:moveTo>
                    <a:pt x="12306" y="1"/>
                  </a:moveTo>
                  <a:lnTo>
                    <a:pt x="11679" y="20"/>
                  </a:lnTo>
                  <a:lnTo>
                    <a:pt x="11052" y="59"/>
                  </a:lnTo>
                  <a:lnTo>
                    <a:pt x="10445" y="138"/>
                  </a:lnTo>
                  <a:lnTo>
                    <a:pt x="9837" y="255"/>
                  </a:lnTo>
                  <a:lnTo>
                    <a:pt x="9230" y="393"/>
                  </a:lnTo>
                  <a:lnTo>
                    <a:pt x="8642" y="549"/>
                  </a:lnTo>
                  <a:lnTo>
                    <a:pt x="8074" y="745"/>
                  </a:lnTo>
                  <a:lnTo>
                    <a:pt x="7525" y="980"/>
                  </a:lnTo>
                  <a:lnTo>
                    <a:pt x="6976" y="1216"/>
                  </a:lnTo>
                  <a:lnTo>
                    <a:pt x="6447" y="1490"/>
                  </a:lnTo>
                  <a:lnTo>
                    <a:pt x="5918" y="1784"/>
                  </a:lnTo>
                  <a:lnTo>
                    <a:pt x="5428" y="2097"/>
                  </a:lnTo>
                  <a:lnTo>
                    <a:pt x="4938" y="2450"/>
                  </a:lnTo>
                  <a:lnTo>
                    <a:pt x="4488" y="2822"/>
                  </a:lnTo>
                  <a:lnTo>
                    <a:pt x="4037" y="3195"/>
                  </a:lnTo>
                  <a:lnTo>
                    <a:pt x="3606" y="3606"/>
                  </a:lnTo>
                  <a:lnTo>
                    <a:pt x="3194" y="4037"/>
                  </a:lnTo>
                  <a:lnTo>
                    <a:pt x="2803" y="4488"/>
                  </a:lnTo>
                  <a:lnTo>
                    <a:pt x="2450" y="4939"/>
                  </a:lnTo>
                  <a:lnTo>
                    <a:pt x="2097" y="5429"/>
                  </a:lnTo>
                  <a:lnTo>
                    <a:pt x="1784" y="5938"/>
                  </a:lnTo>
                  <a:lnTo>
                    <a:pt x="1490" y="6447"/>
                  </a:lnTo>
                  <a:lnTo>
                    <a:pt x="1215" y="6977"/>
                  </a:lnTo>
                  <a:lnTo>
                    <a:pt x="961" y="7525"/>
                  </a:lnTo>
                  <a:lnTo>
                    <a:pt x="745" y="8074"/>
                  </a:lnTo>
                  <a:lnTo>
                    <a:pt x="549" y="8662"/>
                  </a:lnTo>
                  <a:lnTo>
                    <a:pt x="392" y="9230"/>
                  </a:lnTo>
                  <a:lnTo>
                    <a:pt x="255" y="9837"/>
                  </a:lnTo>
                  <a:lnTo>
                    <a:pt x="138" y="10445"/>
                  </a:lnTo>
                  <a:lnTo>
                    <a:pt x="59" y="11052"/>
                  </a:lnTo>
                  <a:lnTo>
                    <a:pt x="20" y="11679"/>
                  </a:lnTo>
                  <a:lnTo>
                    <a:pt x="0" y="12306"/>
                  </a:lnTo>
                  <a:lnTo>
                    <a:pt x="20" y="12953"/>
                  </a:lnTo>
                  <a:lnTo>
                    <a:pt x="59" y="13580"/>
                  </a:lnTo>
                  <a:lnTo>
                    <a:pt x="138" y="14188"/>
                  </a:lnTo>
                  <a:lnTo>
                    <a:pt x="255" y="14795"/>
                  </a:lnTo>
                  <a:lnTo>
                    <a:pt x="392" y="15383"/>
                  </a:lnTo>
                  <a:lnTo>
                    <a:pt x="549" y="15971"/>
                  </a:lnTo>
                  <a:lnTo>
                    <a:pt x="745" y="16539"/>
                  </a:lnTo>
                  <a:lnTo>
                    <a:pt x="961" y="17107"/>
                  </a:lnTo>
                  <a:lnTo>
                    <a:pt x="1215" y="17656"/>
                  </a:lnTo>
                  <a:lnTo>
                    <a:pt x="1490" y="18185"/>
                  </a:lnTo>
                  <a:lnTo>
                    <a:pt x="1784" y="18694"/>
                  </a:lnTo>
                  <a:lnTo>
                    <a:pt x="2097" y="19204"/>
                  </a:lnTo>
                  <a:lnTo>
                    <a:pt x="2450" y="19674"/>
                  </a:lnTo>
                  <a:lnTo>
                    <a:pt x="2803" y="20144"/>
                  </a:lnTo>
                  <a:lnTo>
                    <a:pt x="3194" y="20595"/>
                  </a:lnTo>
                  <a:lnTo>
                    <a:pt x="3606" y="21007"/>
                  </a:lnTo>
                  <a:lnTo>
                    <a:pt x="4037" y="21418"/>
                  </a:lnTo>
                  <a:lnTo>
                    <a:pt x="4488" y="21810"/>
                  </a:lnTo>
                  <a:lnTo>
                    <a:pt x="4938" y="22182"/>
                  </a:lnTo>
                  <a:lnTo>
                    <a:pt x="5428" y="22515"/>
                  </a:lnTo>
                  <a:lnTo>
                    <a:pt x="5918" y="22849"/>
                  </a:lnTo>
                  <a:lnTo>
                    <a:pt x="6447" y="23142"/>
                  </a:lnTo>
                  <a:lnTo>
                    <a:pt x="6976" y="23417"/>
                  </a:lnTo>
                  <a:lnTo>
                    <a:pt x="7525" y="23652"/>
                  </a:lnTo>
                  <a:lnTo>
                    <a:pt x="8074" y="23868"/>
                  </a:lnTo>
                  <a:lnTo>
                    <a:pt x="8642" y="24063"/>
                  </a:lnTo>
                  <a:lnTo>
                    <a:pt x="9230" y="24240"/>
                  </a:lnTo>
                  <a:lnTo>
                    <a:pt x="9837" y="24377"/>
                  </a:lnTo>
                  <a:lnTo>
                    <a:pt x="10445" y="24475"/>
                  </a:lnTo>
                  <a:lnTo>
                    <a:pt x="11052" y="24553"/>
                  </a:lnTo>
                  <a:lnTo>
                    <a:pt x="11679" y="24612"/>
                  </a:lnTo>
                  <a:lnTo>
                    <a:pt x="12933" y="24612"/>
                  </a:lnTo>
                  <a:lnTo>
                    <a:pt x="13560" y="24553"/>
                  </a:lnTo>
                  <a:lnTo>
                    <a:pt x="14187" y="24475"/>
                  </a:lnTo>
                  <a:lnTo>
                    <a:pt x="14795" y="24377"/>
                  </a:lnTo>
                  <a:lnTo>
                    <a:pt x="15383" y="24240"/>
                  </a:lnTo>
                  <a:lnTo>
                    <a:pt x="15970" y="24063"/>
                  </a:lnTo>
                  <a:lnTo>
                    <a:pt x="16539" y="23868"/>
                  </a:lnTo>
                  <a:lnTo>
                    <a:pt x="17107" y="23652"/>
                  </a:lnTo>
                  <a:lnTo>
                    <a:pt x="17656" y="23417"/>
                  </a:lnTo>
                  <a:lnTo>
                    <a:pt x="18185" y="23142"/>
                  </a:lnTo>
                  <a:lnTo>
                    <a:pt x="18694" y="22849"/>
                  </a:lnTo>
                  <a:lnTo>
                    <a:pt x="19184" y="22515"/>
                  </a:lnTo>
                  <a:lnTo>
                    <a:pt x="19674" y="22182"/>
                  </a:lnTo>
                  <a:lnTo>
                    <a:pt x="20144" y="21810"/>
                  </a:lnTo>
                  <a:lnTo>
                    <a:pt x="20595" y="21418"/>
                  </a:lnTo>
                  <a:lnTo>
                    <a:pt x="21006" y="21007"/>
                  </a:lnTo>
                  <a:lnTo>
                    <a:pt x="21418" y="20595"/>
                  </a:lnTo>
                  <a:lnTo>
                    <a:pt x="21810" y="20144"/>
                  </a:lnTo>
                  <a:lnTo>
                    <a:pt x="22182" y="19674"/>
                  </a:lnTo>
                  <a:lnTo>
                    <a:pt x="22515" y="19204"/>
                  </a:lnTo>
                  <a:lnTo>
                    <a:pt x="22829" y="18694"/>
                  </a:lnTo>
                  <a:lnTo>
                    <a:pt x="23142" y="18185"/>
                  </a:lnTo>
                  <a:lnTo>
                    <a:pt x="23397" y="17656"/>
                  </a:lnTo>
                  <a:lnTo>
                    <a:pt x="23652" y="17107"/>
                  </a:lnTo>
                  <a:lnTo>
                    <a:pt x="23867" y="16539"/>
                  </a:lnTo>
                  <a:lnTo>
                    <a:pt x="24063" y="15971"/>
                  </a:lnTo>
                  <a:lnTo>
                    <a:pt x="24240" y="15383"/>
                  </a:lnTo>
                  <a:lnTo>
                    <a:pt x="24377" y="14795"/>
                  </a:lnTo>
                  <a:lnTo>
                    <a:pt x="24475" y="14188"/>
                  </a:lnTo>
                  <a:lnTo>
                    <a:pt x="24553" y="13580"/>
                  </a:lnTo>
                  <a:lnTo>
                    <a:pt x="24612" y="12953"/>
                  </a:lnTo>
                  <a:lnTo>
                    <a:pt x="24612" y="12306"/>
                  </a:lnTo>
                  <a:lnTo>
                    <a:pt x="24612" y="11679"/>
                  </a:lnTo>
                  <a:lnTo>
                    <a:pt x="24553" y="11052"/>
                  </a:lnTo>
                  <a:lnTo>
                    <a:pt x="24475" y="10445"/>
                  </a:lnTo>
                  <a:lnTo>
                    <a:pt x="24377" y="9837"/>
                  </a:lnTo>
                  <a:lnTo>
                    <a:pt x="24240" y="9230"/>
                  </a:lnTo>
                  <a:lnTo>
                    <a:pt x="24063" y="8662"/>
                  </a:lnTo>
                  <a:lnTo>
                    <a:pt x="23867" y="8074"/>
                  </a:lnTo>
                  <a:lnTo>
                    <a:pt x="23652" y="7525"/>
                  </a:lnTo>
                  <a:lnTo>
                    <a:pt x="23397" y="6977"/>
                  </a:lnTo>
                  <a:lnTo>
                    <a:pt x="23142" y="6447"/>
                  </a:lnTo>
                  <a:lnTo>
                    <a:pt x="22829" y="5938"/>
                  </a:lnTo>
                  <a:lnTo>
                    <a:pt x="22515" y="5429"/>
                  </a:lnTo>
                  <a:lnTo>
                    <a:pt x="22182" y="4939"/>
                  </a:lnTo>
                  <a:lnTo>
                    <a:pt x="21810" y="4488"/>
                  </a:lnTo>
                  <a:lnTo>
                    <a:pt x="21418" y="4037"/>
                  </a:lnTo>
                  <a:lnTo>
                    <a:pt x="21006" y="3606"/>
                  </a:lnTo>
                  <a:lnTo>
                    <a:pt x="20595" y="3195"/>
                  </a:lnTo>
                  <a:lnTo>
                    <a:pt x="20144" y="2822"/>
                  </a:lnTo>
                  <a:lnTo>
                    <a:pt x="19674" y="2450"/>
                  </a:lnTo>
                  <a:lnTo>
                    <a:pt x="19184" y="2097"/>
                  </a:lnTo>
                  <a:lnTo>
                    <a:pt x="18694" y="1784"/>
                  </a:lnTo>
                  <a:lnTo>
                    <a:pt x="18185" y="1490"/>
                  </a:lnTo>
                  <a:lnTo>
                    <a:pt x="17656" y="1216"/>
                  </a:lnTo>
                  <a:lnTo>
                    <a:pt x="17107" y="980"/>
                  </a:lnTo>
                  <a:lnTo>
                    <a:pt x="16539" y="745"/>
                  </a:lnTo>
                  <a:lnTo>
                    <a:pt x="15970" y="549"/>
                  </a:lnTo>
                  <a:lnTo>
                    <a:pt x="15383" y="393"/>
                  </a:lnTo>
                  <a:lnTo>
                    <a:pt x="14795" y="255"/>
                  </a:lnTo>
                  <a:lnTo>
                    <a:pt x="14187" y="138"/>
                  </a:lnTo>
                  <a:lnTo>
                    <a:pt x="13560" y="59"/>
                  </a:lnTo>
                  <a:lnTo>
                    <a:pt x="12933" y="20"/>
                  </a:lnTo>
                  <a:lnTo>
                    <a:pt x="123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7">
              <a:extLst>
                <a:ext uri="{FF2B5EF4-FFF2-40B4-BE49-F238E27FC236}">
                  <a16:creationId xmlns:a16="http://schemas.microsoft.com/office/drawing/2014/main" id="{E82D477D-E69F-724E-8E7F-E0B594305E75}"/>
                </a:ext>
              </a:extLst>
            </p:cNvPr>
            <p:cNvSpPr/>
            <p:nvPr/>
          </p:nvSpPr>
          <p:spPr>
            <a:xfrm>
              <a:off x="3697591" y="4363869"/>
              <a:ext cx="97348" cy="97054"/>
            </a:xfrm>
            <a:custGeom>
              <a:avLst/>
              <a:gdLst/>
              <a:ahLst/>
              <a:cxnLst/>
              <a:rect l="l" t="t" r="r" b="b"/>
              <a:pathLst>
                <a:path w="6310" h="6291" extrusionOk="0">
                  <a:moveTo>
                    <a:pt x="2842" y="0"/>
                  </a:moveTo>
                  <a:lnTo>
                    <a:pt x="2528" y="59"/>
                  </a:lnTo>
                  <a:lnTo>
                    <a:pt x="2215" y="137"/>
                  </a:lnTo>
                  <a:lnTo>
                    <a:pt x="1940" y="235"/>
                  </a:lnTo>
                  <a:lnTo>
                    <a:pt x="1666" y="372"/>
                  </a:lnTo>
                  <a:lnTo>
                    <a:pt x="1392" y="529"/>
                  </a:lnTo>
                  <a:lnTo>
                    <a:pt x="1156" y="706"/>
                  </a:lnTo>
                  <a:lnTo>
                    <a:pt x="941" y="921"/>
                  </a:lnTo>
                  <a:lnTo>
                    <a:pt x="725" y="1137"/>
                  </a:lnTo>
                  <a:lnTo>
                    <a:pt x="549" y="1372"/>
                  </a:lnTo>
                  <a:lnTo>
                    <a:pt x="392" y="1646"/>
                  </a:lnTo>
                  <a:lnTo>
                    <a:pt x="255" y="1920"/>
                  </a:lnTo>
                  <a:lnTo>
                    <a:pt x="157" y="2214"/>
                  </a:lnTo>
                  <a:lnTo>
                    <a:pt x="79" y="2508"/>
                  </a:lnTo>
                  <a:lnTo>
                    <a:pt x="20" y="2822"/>
                  </a:lnTo>
                  <a:lnTo>
                    <a:pt x="0" y="3135"/>
                  </a:lnTo>
                  <a:lnTo>
                    <a:pt x="20" y="3469"/>
                  </a:lnTo>
                  <a:lnTo>
                    <a:pt x="79" y="3782"/>
                  </a:lnTo>
                  <a:lnTo>
                    <a:pt x="157" y="4076"/>
                  </a:lnTo>
                  <a:lnTo>
                    <a:pt x="255" y="4370"/>
                  </a:lnTo>
                  <a:lnTo>
                    <a:pt x="392" y="4644"/>
                  </a:lnTo>
                  <a:lnTo>
                    <a:pt x="549" y="4899"/>
                  </a:lnTo>
                  <a:lnTo>
                    <a:pt x="725" y="5154"/>
                  </a:lnTo>
                  <a:lnTo>
                    <a:pt x="941" y="5369"/>
                  </a:lnTo>
                  <a:lnTo>
                    <a:pt x="1156" y="5565"/>
                  </a:lnTo>
                  <a:lnTo>
                    <a:pt x="1392" y="5761"/>
                  </a:lnTo>
                  <a:lnTo>
                    <a:pt x="1666" y="5918"/>
                  </a:lnTo>
                  <a:lnTo>
                    <a:pt x="1940" y="6035"/>
                  </a:lnTo>
                  <a:lnTo>
                    <a:pt x="2215" y="6153"/>
                  </a:lnTo>
                  <a:lnTo>
                    <a:pt x="2528" y="6231"/>
                  </a:lnTo>
                  <a:lnTo>
                    <a:pt x="2842" y="6271"/>
                  </a:lnTo>
                  <a:lnTo>
                    <a:pt x="3155" y="6290"/>
                  </a:lnTo>
                  <a:lnTo>
                    <a:pt x="3488" y="6271"/>
                  </a:lnTo>
                  <a:lnTo>
                    <a:pt x="3802" y="6231"/>
                  </a:lnTo>
                  <a:lnTo>
                    <a:pt x="4096" y="6153"/>
                  </a:lnTo>
                  <a:lnTo>
                    <a:pt x="4390" y="6035"/>
                  </a:lnTo>
                  <a:lnTo>
                    <a:pt x="4664" y="5918"/>
                  </a:lnTo>
                  <a:lnTo>
                    <a:pt x="4919" y="5761"/>
                  </a:lnTo>
                  <a:lnTo>
                    <a:pt x="5154" y="5565"/>
                  </a:lnTo>
                  <a:lnTo>
                    <a:pt x="5389" y="5369"/>
                  </a:lnTo>
                  <a:lnTo>
                    <a:pt x="5585" y="5154"/>
                  </a:lnTo>
                  <a:lnTo>
                    <a:pt x="5761" y="4899"/>
                  </a:lnTo>
                  <a:lnTo>
                    <a:pt x="5918" y="4644"/>
                  </a:lnTo>
                  <a:lnTo>
                    <a:pt x="6055" y="4370"/>
                  </a:lnTo>
                  <a:lnTo>
                    <a:pt x="6173" y="4076"/>
                  </a:lnTo>
                  <a:lnTo>
                    <a:pt x="6251" y="3782"/>
                  </a:lnTo>
                  <a:lnTo>
                    <a:pt x="6290" y="3469"/>
                  </a:lnTo>
                  <a:lnTo>
                    <a:pt x="6310" y="3135"/>
                  </a:lnTo>
                  <a:lnTo>
                    <a:pt x="6290" y="2822"/>
                  </a:lnTo>
                  <a:lnTo>
                    <a:pt x="6251" y="2508"/>
                  </a:lnTo>
                  <a:lnTo>
                    <a:pt x="6173" y="2214"/>
                  </a:lnTo>
                  <a:lnTo>
                    <a:pt x="6055" y="1920"/>
                  </a:lnTo>
                  <a:lnTo>
                    <a:pt x="5918" y="1646"/>
                  </a:lnTo>
                  <a:lnTo>
                    <a:pt x="5761" y="1372"/>
                  </a:lnTo>
                  <a:lnTo>
                    <a:pt x="5585" y="1137"/>
                  </a:lnTo>
                  <a:lnTo>
                    <a:pt x="5389" y="921"/>
                  </a:lnTo>
                  <a:lnTo>
                    <a:pt x="5154" y="706"/>
                  </a:lnTo>
                  <a:lnTo>
                    <a:pt x="4919" y="529"/>
                  </a:lnTo>
                  <a:lnTo>
                    <a:pt x="4664" y="372"/>
                  </a:lnTo>
                  <a:lnTo>
                    <a:pt x="4390" y="235"/>
                  </a:lnTo>
                  <a:lnTo>
                    <a:pt x="4096" y="137"/>
                  </a:lnTo>
                  <a:lnTo>
                    <a:pt x="3802" y="59"/>
                  </a:lnTo>
                  <a:lnTo>
                    <a:pt x="3488"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27">
              <a:extLst>
                <a:ext uri="{FF2B5EF4-FFF2-40B4-BE49-F238E27FC236}">
                  <a16:creationId xmlns:a16="http://schemas.microsoft.com/office/drawing/2014/main" id="{F9C8CCF1-6320-E78A-233B-69682C28E53A}"/>
                </a:ext>
              </a:extLst>
            </p:cNvPr>
            <p:cNvSpPr/>
            <p:nvPr/>
          </p:nvSpPr>
          <p:spPr>
            <a:xfrm>
              <a:off x="3738397" y="4240218"/>
              <a:ext cx="10907" cy="114595"/>
            </a:xfrm>
            <a:custGeom>
              <a:avLst/>
              <a:gdLst/>
              <a:ahLst/>
              <a:cxnLst/>
              <a:rect l="l" t="t" r="r" b="b"/>
              <a:pathLst>
                <a:path w="707" h="7428" extrusionOk="0">
                  <a:moveTo>
                    <a:pt x="314" y="1"/>
                  </a:moveTo>
                  <a:lnTo>
                    <a:pt x="197" y="1098"/>
                  </a:lnTo>
                  <a:lnTo>
                    <a:pt x="118" y="2097"/>
                  </a:lnTo>
                  <a:lnTo>
                    <a:pt x="59" y="2999"/>
                  </a:lnTo>
                  <a:lnTo>
                    <a:pt x="20" y="3783"/>
                  </a:lnTo>
                  <a:lnTo>
                    <a:pt x="1" y="4488"/>
                  </a:lnTo>
                  <a:lnTo>
                    <a:pt x="20" y="5096"/>
                  </a:lnTo>
                  <a:lnTo>
                    <a:pt x="20" y="5605"/>
                  </a:lnTo>
                  <a:lnTo>
                    <a:pt x="59" y="6056"/>
                  </a:lnTo>
                  <a:lnTo>
                    <a:pt x="99" y="6428"/>
                  </a:lnTo>
                  <a:lnTo>
                    <a:pt x="138" y="6722"/>
                  </a:lnTo>
                  <a:lnTo>
                    <a:pt x="216" y="7153"/>
                  </a:lnTo>
                  <a:lnTo>
                    <a:pt x="295" y="7369"/>
                  </a:lnTo>
                  <a:lnTo>
                    <a:pt x="314" y="7427"/>
                  </a:lnTo>
                  <a:lnTo>
                    <a:pt x="451" y="6644"/>
                  </a:lnTo>
                  <a:lnTo>
                    <a:pt x="569" y="5879"/>
                  </a:lnTo>
                  <a:lnTo>
                    <a:pt x="628" y="5135"/>
                  </a:lnTo>
                  <a:lnTo>
                    <a:pt x="687" y="4449"/>
                  </a:lnTo>
                  <a:lnTo>
                    <a:pt x="706" y="3783"/>
                  </a:lnTo>
                  <a:lnTo>
                    <a:pt x="706" y="3175"/>
                  </a:lnTo>
                  <a:lnTo>
                    <a:pt x="667" y="2607"/>
                  </a:lnTo>
                  <a:lnTo>
                    <a:pt x="647" y="2097"/>
                  </a:lnTo>
                  <a:lnTo>
                    <a:pt x="589" y="1627"/>
                  </a:lnTo>
                  <a:lnTo>
                    <a:pt x="549" y="1216"/>
                  </a:lnTo>
                  <a:lnTo>
                    <a:pt x="432" y="549"/>
                  </a:lnTo>
                  <a:lnTo>
                    <a:pt x="353"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7">
              <a:extLst>
                <a:ext uri="{FF2B5EF4-FFF2-40B4-BE49-F238E27FC236}">
                  <a16:creationId xmlns:a16="http://schemas.microsoft.com/office/drawing/2014/main" id="{9AF2FCDF-945B-A1D7-E02B-C6209523326E}"/>
                </a:ext>
              </a:extLst>
            </p:cNvPr>
            <p:cNvSpPr/>
            <p:nvPr/>
          </p:nvSpPr>
          <p:spPr>
            <a:xfrm>
              <a:off x="3622012" y="4293119"/>
              <a:ext cx="81334" cy="81041"/>
            </a:xfrm>
            <a:custGeom>
              <a:avLst/>
              <a:gdLst/>
              <a:ahLst/>
              <a:cxnLst/>
              <a:rect l="l" t="t" r="r" b="b"/>
              <a:pathLst>
                <a:path w="5272" h="5253" extrusionOk="0">
                  <a:moveTo>
                    <a:pt x="1" y="1"/>
                  </a:moveTo>
                  <a:lnTo>
                    <a:pt x="706" y="863"/>
                  </a:lnTo>
                  <a:lnTo>
                    <a:pt x="1353" y="1627"/>
                  </a:lnTo>
                  <a:lnTo>
                    <a:pt x="1941" y="2294"/>
                  </a:lnTo>
                  <a:lnTo>
                    <a:pt x="2489" y="2881"/>
                  </a:lnTo>
                  <a:lnTo>
                    <a:pt x="2959" y="3371"/>
                  </a:lnTo>
                  <a:lnTo>
                    <a:pt x="3391" y="3802"/>
                  </a:lnTo>
                  <a:lnTo>
                    <a:pt x="3782" y="4155"/>
                  </a:lnTo>
                  <a:lnTo>
                    <a:pt x="4116" y="4449"/>
                  </a:lnTo>
                  <a:lnTo>
                    <a:pt x="4409" y="4684"/>
                  </a:lnTo>
                  <a:lnTo>
                    <a:pt x="4645" y="4880"/>
                  </a:lnTo>
                  <a:lnTo>
                    <a:pt x="5017" y="5115"/>
                  </a:lnTo>
                  <a:lnTo>
                    <a:pt x="5213" y="5213"/>
                  </a:lnTo>
                  <a:lnTo>
                    <a:pt x="5272" y="5252"/>
                  </a:lnTo>
                  <a:lnTo>
                    <a:pt x="4821" y="4586"/>
                  </a:lnTo>
                  <a:lnTo>
                    <a:pt x="4351" y="3959"/>
                  </a:lnTo>
                  <a:lnTo>
                    <a:pt x="3880" y="3391"/>
                  </a:lnTo>
                  <a:lnTo>
                    <a:pt x="3410" y="2881"/>
                  </a:lnTo>
                  <a:lnTo>
                    <a:pt x="2959" y="2411"/>
                  </a:lnTo>
                  <a:lnTo>
                    <a:pt x="2528" y="1980"/>
                  </a:lnTo>
                  <a:lnTo>
                    <a:pt x="2117" y="1588"/>
                  </a:lnTo>
                  <a:lnTo>
                    <a:pt x="1725" y="1255"/>
                  </a:lnTo>
                  <a:lnTo>
                    <a:pt x="1353" y="941"/>
                  </a:lnTo>
                  <a:lnTo>
                    <a:pt x="1020" y="687"/>
                  </a:lnTo>
                  <a:lnTo>
                    <a:pt x="490" y="295"/>
                  </a:lnTo>
                  <a:lnTo>
                    <a:pt x="138" y="79"/>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7">
              <a:extLst>
                <a:ext uri="{FF2B5EF4-FFF2-40B4-BE49-F238E27FC236}">
                  <a16:creationId xmlns:a16="http://schemas.microsoft.com/office/drawing/2014/main" id="{76AA0D8A-A2D2-F919-F95D-76340FF77C57}"/>
                </a:ext>
              </a:extLst>
            </p:cNvPr>
            <p:cNvSpPr/>
            <p:nvPr/>
          </p:nvSpPr>
          <p:spPr>
            <a:xfrm>
              <a:off x="3574248" y="4410121"/>
              <a:ext cx="114595" cy="10599"/>
            </a:xfrm>
            <a:custGeom>
              <a:avLst/>
              <a:gdLst/>
              <a:ahLst/>
              <a:cxnLst/>
              <a:rect l="l" t="t" r="r" b="b"/>
              <a:pathLst>
                <a:path w="7428" h="687" extrusionOk="0">
                  <a:moveTo>
                    <a:pt x="3175" y="0"/>
                  </a:moveTo>
                  <a:lnTo>
                    <a:pt x="2607" y="39"/>
                  </a:lnTo>
                  <a:lnTo>
                    <a:pt x="2097" y="59"/>
                  </a:lnTo>
                  <a:lnTo>
                    <a:pt x="1627" y="118"/>
                  </a:lnTo>
                  <a:lnTo>
                    <a:pt x="1196" y="177"/>
                  </a:lnTo>
                  <a:lnTo>
                    <a:pt x="549" y="275"/>
                  </a:lnTo>
                  <a:lnTo>
                    <a:pt x="138" y="373"/>
                  </a:lnTo>
                  <a:lnTo>
                    <a:pt x="1" y="412"/>
                  </a:lnTo>
                  <a:lnTo>
                    <a:pt x="1098" y="510"/>
                  </a:lnTo>
                  <a:lnTo>
                    <a:pt x="2097" y="588"/>
                  </a:lnTo>
                  <a:lnTo>
                    <a:pt x="2999" y="647"/>
                  </a:lnTo>
                  <a:lnTo>
                    <a:pt x="3782" y="666"/>
                  </a:lnTo>
                  <a:lnTo>
                    <a:pt x="4488" y="686"/>
                  </a:lnTo>
                  <a:lnTo>
                    <a:pt x="5095" y="686"/>
                  </a:lnTo>
                  <a:lnTo>
                    <a:pt x="5605" y="666"/>
                  </a:lnTo>
                  <a:lnTo>
                    <a:pt x="6055" y="627"/>
                  </a:lnTo>
                  <a:lnTo>
                    <a:pt x="6428" y="588"/>
                  </a:lnTo>
                  <a:lnTo>
                    <a:pt x="6722" y="549"/>
                  </a:lnTo>
                  <a:lnTo>
                    <a:pt x="7153" y="471"/>
                  </a:lnTo>
                  <a:lnTo>
                    <a:pt x="7368" y="392"/>
                  </a:lnTo>
                  <a:lnTo>
                    <a:pt x="7427" y="353"/>
                  </a:lnTo>
                  <a:lnTo>
                    <a:pt x="6643" y="216"/>
                  </a:lnTo>
                  <a:lnTo>
                    <a:pt x="5879" y="118"/>
                  </a:lnTo>
                  <a:lnTo>
                    <a:pt x="5134" y="59"/>
                  </a:lnTo>
                  <a:lnTo>
                    <a:pt x="4449" y="20"/>
                  </a:lnTo>
                  <a:lnTo>
                    <a:pt x="378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7">
              <a:extLst>
                <a:ext uri="{FF2B5EF4-FFF2-40B4-BE49-F238E27FC236}">
                  <a16:creationId xmlns:a16="http://schemas.microsoft.com/office/drawing/2014/main" id="{1F0B9882-3B62-0C0C-B6DC-78D1A939EF6D}"/>
                </a:ext>
              </a:extLst>
            </p:cNvPr>
            <p:cNvSpPr/>
            <p:nvPr/>
          </p:nvSpPr>
          <p:spPr>
            <a:xfrm>
              <a:off x="3627751" y="4455462"/>
              <a:ext cx="80439" cy="81935"/>
            </a:xfrm>
            <a:custGeom>
              <a:avLst/>
              <a:gdLst/>
              <a:ahLst/>
              <a:cxnLst/>
              <a:rect l="l" t="t" r="r" b="b"/>
              <a:pathLst>
                <a:path w="5214" h="5311" extrusionOk="0">
                  <a:moveTo>
                    <a:pt x="5213" y="0"/>
                  </a:moveTo>
                  <a:lnTo>
                    <a:pt x="4567" y="471"/>
                  </a:lnTo>
                  <a:lnTo>
                    <a:pt x="3940" y="941"/>
                  </a:lnTo>
                  <a:lnTo>
                    <a:pt x="3371" y="1411"/>
                  </a:lnTo>
                  <a:lnTo>
                    <a:pt x="2862" y="1862"/>
                  </a:lnTo>
                  <a:lnTo>
                    <a:pt x="2392" y="2332"/>
                  </a:lnTo>
                  <a:lnTo>
                    <a:pt x="1960" y="2763"/>
                  </a:lnTo>
                  <a:lnTo>
                    <a:pt x="1588" y="3175"/>
                  </a:lnTo>
                  <a:lnTo>
                    <a:pt x="1235" y="3586"/>
                  </a:lnTo>
                  <a:lnTo>
                    <a:pt x="941" y="3939"/>
                  </a:lnTo>
                  <a:lnTo>
                    <a:pt x="687" y="4272"/>
                  </a:lnTo>
                  <a:lnTo>
                    <a:pt x="295" y="4821"/>
                  </a:lnTo>
                  <a:lnTo>
                    <a:pt x="79" y="5174"/>
                  </a:lnTo>
                  <a:lnTo>
                    <a:pt x="1" y="5311"/>
                  </a:lnTo>
                  <a:lnTo>
                    <a:pt x="863" y="4586"/>
                  </a:lnTo>
                  <a:lnTo>
                    <a:pt x="1627" y="3939"/>
                  </a:lnTo>
                  <a:lnTo>
                    <a:pt x="2294" y="3351"/>
                  </a:lnTo>
                  <a:lnTo>
                    <a:pt x="2862" y="2803"/>
                  </a:lnTo>
                  <a:lnTo>
                    <a:pt x="3371" y="2313"/>
                  </a:lnTo>
                  <a:lnTo>
                    <a:pt x="3783" y="1882"/>
                  </a:lnTo>
                  <a:lnTo>
                    <a:pt x="4135" y="1509"/>
                  </a:lnTo>
                  <a:lnTo>
                    <a:pt x="4429" y="1157"/>
                  </a:lnTo>
                  <a:lnTo>
                    <a:pt x="4665" y="882"/>
                  </a:lnTo>
                  <a:lnTo>
                    <a:pt x="4841" y="628"/>
                  </a:lnTo>
                  <a:lnTo>
                    <a:pt x="5096" y="275"/>
                  </a:lnTo>
                  <a:lnTo>
                    <a:pt x="5194" y="59"/>
                  </a:lnTo>
                  <a:lnTo>
                    <a:pt x="521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a:extLst>
                <a:ext uri="{FF2B5EF4-FFF2-40B4-BE49-F238E27FC236}">
                  <a16:creationId xmlns:a16="http://schemas.microsoft.com/office/drawing/2014/main" id="{28072301-C78B-940D-213D-E210F85EBB26}"/>
                </a:ext>
              </a:extLst>
            </p:cNvPr>
            <p:cNvSpPr/>
            <p:nvPr/>
          </p:nvSpPr>
          <p:spPr>
            <a:xfrm>
              <a:off x="3744753" y="4469671"/>
              <a:ext cx="10599" cy="114889"/>
            </a:xfrm>
            <a:custGeom>
              <a:avLst/>
              <a:gdLst/>
              <a:ahLst/>
              <a:cxnLst/>
              <a:rect l="l" t="t" r="r" b="b"/>
              <a:pathLst>
                <a:path w="687" h="7447" extrusionOk="0">
                  <a:moveTo>
                    <a:pt x="333" y="0"/>
                  </a:moveTo>
                  <a:lnTo>
                    <a:pt x="216" y="804"/>
                  </a:lnTo>
                  <a:lnTo>
                    <a:pt x="118" y="1568"/>
                  </a:lnTo>
                  <a:lnTo>
                    <a:pt x="39" y="2293"/>
                  </a:lnTo>
                  <a:lnTo>
                    <a:pt x="20" y="2999"/>
                  </a:lnTo>
                  <a:lnTo>
                    <a:pt x="0" y="3645"/>
                  </a:lnTo>
                  <a:lnTo>
                    <a:pt x="0" y="4272"/>
                  </a:lnTo>
                  <a:lnTo>
                    <a:pt x="39" y="4821"/>
                  </a:lnTo>
                  <a:lnTo>
                    <a:pt x="79" y="5350"/>
                  </a:lnTo>
                  <a:lnTo>
                    <a:pt x="137" y="5820"/>
                  </a:lnTo>
                  <a:lnTo>
                    <a:pt x="177" y="6232"/>
                  </a:lnTo>
                  <a:lnTo>
                    <a:pt x="294" y="6898"/>
                  </a:lnTo>
                  <a:lnTo>
                    <a:pt x="392" y="7309"/>
                  </a:lnTo>
                  <a:lnTo>
                    <a:pt x="431" y="7447"/>
                  </a:lnTo>
                  <a:lnTo>
                    <a:pt x="529" y="6330"/>
                  </a:lnTo>
                  <a:lnTo>
                    <a:pt x="608" y="5330"/>
                  </a:lnTo>
                  <a:lnTo>
                    <a:pt x="647" y="4449"/>
                  </a:lnTo>
                  <a:lnTo>
                    <a:pt x="666" y="3645"/>
                  </a:lnTo>
                  <a:lnTo>
                    <a:pt x="686" y="2959"/>
                  </a:lnTo>
                  <a:lnTo>
                    <a:pt x="666" y="2352"/>
                  </a:lnTo>
                  <a:lnTo>
                    <a:pt x="647" y="1823"/>
                  </a:lnTo>
                  <a:lnTo>
                    <a:pt x="608" y="1392"/>
                  </a:lnTo>
                  <a:lnTo>
                    <a:pt x="568" y="1019"/>
                  </a:lnTo>
                  <a:lnTo>
                    <a:pt x="529" y="706"/>
                  </a:lnTo>
                  <a:lnTo>
                    <a:pt x="451" y="294"/>
                  </a:lnTo>
                  <a:lnTo>
                    <a:pt x="372" y="59"/>
                  </a:lnTo>
                  <a:lnTo>
                    <a:pt x="333"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a:extLst>
                <a:ext uri="{FF2B5EF4-FFF2-40B4-BE49-F238E27FC236}">
                  <a16:creationId xmlns:a16="http://schemas.microsoft.com/office/drawing/2014/main" id="{98DF6AC1-9EDB-A13F-3578-467E4D83393D}"/>
                </a:ext>
              </a:extLst>
            </p:cNvPr>
            <p:cNvSpPr/>
            <p:nvPr/>
          </p:nvSpPr>
          <p:spPr>
            <a:xfrm>
              <a:off x="3789493" y="4450016"/>
              <a:ext cx="82537" cy="80130"/>
            </a:xfrm>
            <a:custGeom>
              <a:avLst/>
              <a:gdLst/>
              <a:ahLst/>
              <a:cxnLst/>
              <a:rect l="l" t="t" r="r" b="b"/>
              <a:pathLst>
                <a:path w="5350" h="5194" extrusionOk="0">
                  <a:moveTo>
                    <a:pt x="0" y="1"/>
                  </a:moveTo>
                  <a:lnTo>
                    <a:pt x="471" y="667"/>
                  </a:lnTo>
                  <a:lnTo>
                    <a:pt x="960" y="1274"/>
                  </a:lnTo>
                  <a:lnTo>
                    <a:pt x="1431" y="1843"/>
                  </a:lnTo>
                  <a:lnTo>
                    <a:pt x="1901" y="2352"/>
                  </a:lnTo>
                  <a:lnTo>
                    <a:pt x="2352" y="2822"/>
                  </a:lnTo>
                  <a:lnTo>
                    <a:pt x="2802" y="3254"/>
                  </a:lnTo>
                  <a:lnTo>
                    <a:pt x="3214" y="3626"/>
                  </a:lnTo>
                  <a:lnTo>
                    <a:pt x="3606" y="3959"/>
                  </a:lnTo>
                  <a:lnTo>
                    <a:pt x="3978" y="4253"/>
                  </a:lnTo>
                  <a:lnTo>
                    <a:pt x="4311" y="4508"/>
                  </a:lnTo>
                  <a:lnTo>
                    <a:pt x="4860" y="4900"/>
                  </a:lnTo>
                  <a:lnTo>
                    <a:pt x="5213" y="5115"/>
                  </a:lnTo>
                  <a:lnTo>
                    <a:pt x="5350" y="5193"/>
                  </a:lnTo>
                  <a:lnTo>
                    <a:pt x="5350" y="5193"/>
                  </a:lnTo>
                  <a:lnTo>
                    <a:pt x="4625" y="4351"/>
                  </a:lnTo>
                  <a:lnTo>
                    <a:pt x="3978" y="3587"/>
                  </a:lnTo>
                  <a:lnTo>
                    <a:pt x="3371" y="2920"/>
                  </a:lnTo>
                  <a:lnTo>
                    <a:pt x="2822" y="2352"/>
                  </a:lnTo>
                  <a:lnTo>
                    <a:pt x="2332" y="1843"/>
                  </a:lnTo>
                  <a:lnTo>
                    <a:pt x="1901" y="1431"/>
                  </a:lnTo>
                  <a:lnTo>
                    <a:pt x="1509" y="1079"/>
                  </a:lnTo>
                  <a:lnTo>
                    <a:pt x="1176" y="785"/>
                  </a:lnTo>
                  <a:lnTo>
                    <a:pt x="882" y="549"/>
                  </a:lnTo>
                  <a:lnTo>
                    <a:pt x="647" y="373"/>
                  </a:lnTo>
                  <a:lnTo>
                    <a:pt x="275" y="138"/>
                  </a:lnTo>
                  <a:lnTo>
                    <a:pt x="79" y="40"/>
                  </a:lnTo>
                  <a:lnTo>
                    <a:pt x="0"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a:extLst>
                <a:ext uri="{FF2B5EF4-FFF2-40B4-BE49-F238E27FC236}">
                  <a16:creationId xmlns:a16="http://schemas.microsoft.com/office/drawing/2014/main" id="{D944E2E7-B3B5-86B3-EE6E-4D227C6E279E}"/>
                </a:ext>
              </a:extLst>
            </p:cNvPr>
            <p:cNvSpPr/>
            <p:nvPr/>
          </p:nvSpPr>
          <p:spPr>
            <a:xfrm>
              <a:off x="3803701" y="4402854"/>
              <a:ext cx="114889" cy="10306"/>
            </a:xfrm>
            <a:custGeom>
              <a:avLst/>
              <a:gdLst/>
              <a:ahLst/>
              <a:cxnLst/>
              <a:rect l="l" t="t" r="r" b="b"/>
              <a:pathLst>
                <a:path w="7447" h="668" extrusionOk="0">
                  <a:moveTo>
                    <a:pt x="2332" y="1"/>
                  </a:moveTo>
                  <a:lnTo>
                    <a:pt x="1823" y="40"/>
                  </a:lnTo>
                  <a:lnTo>
                    <a:pt x="1372" y="79"/>
                  </a:lnTo>
                  <a:lnTo>
                    <a:pt x="1000" y="119"/>
                  </a:lnTo>
                  <a:lnTo>
                    <a:pt x="706" y="158"/>
                  </a:lnTo>
                  <a:lnTo>
                    <a:pt x="275" y="256"/>
                  </a:lnTo>
                  <a:lnTo>
                    <a:pt x="59" y="314"/>
                  </a:lnTo>
                  <a:lnTo>
                    <a:pt x="0" y="354"/>
                  </a:lnTo>
                  <a:lnTo>
                    <a:pt x="804" y="491"/>
                  </a:lnTo>
                  <a:lnTo>
                    <a:pt x="1568" y="569"/>
                  </a:lnTo>
                  <a:lnTo>
                    <a:pt x="2293" y="628"/>
                  </a:lnTo>
                  <a:lnTo>
                    <a:pt x="2998" y="667"/>
                  </a:lnTo>
                  <a:lnTo>
                    <a:pt x="4252" y="667"/>
                  </a:lnTo>
                  <a:lnTo>
                    <a:pt x="4821" y="628"/>
                  </a:lnTo>
                  <a:lnTo>
                    <a:pt x="5350" y="589"/>
                  </a:lnTo>
                  <a:lnTo>
                    <a:pt x="5820" y="530"/>
                  </a:lnTo>
                  <a:lnTo>
                    <a:pt x="6231" y="471"/>
                  </a:lnTo>
                  <a:lnTo>
                    <a:pt x="6878" y="354"/>
                  </a:lnTo>
                  <a:lnTo>
                    <a:pt x="7290" y="256"/>
                  </a:lnTo>
                  <a:lnTo>
                    <a:pt x="7446" y="236"/>
                  </a:lnTo>
                  <a:lnTo>
                    <a:pt x="6329" y="138"/>
                  </a:lnTo>
                  <a:lnTo>
                    <a:pt x="5330" y="60"/>
                  </a:lnTo>
                  <a:lnTo>
                    <a:pt x="4429" y="21"/>
                  </a:lnTo>
                  <a:lnTo>
                    <a:pt x="3645"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a:extLst>
                <a:ext uri="{FF2B5EF4-FFF2-40B4-BE49-F238E27FC236}">
                  <a16:creationId xmlns:a16="http://schemas.microsoft.com/office/drawing/2014/main" id="{BB62D83A-8D78-931E-4586-97C535137B7B}"/>
                </a:ext>
              </a:extLst>
            </p:cNvPr>
            <p:cNvSpPr/>
            <p:nvPr/>
          </p:nvSpPr>
          <p:spPr>
            <a:xfrm>
              <a:off x="3783738" y="4286176"/>
              <a:ext cx="79837" cy="82537"/>
            </a:xfrm>
            <a:custGeom>
              <a:avLst/>
              <a:gdLst/>
              <a:ahLst/>
              <a:cxnLst/>
              <a:rect l="l" t="t" r="r" b="b"/>
              <a:pathLst>
                <a:path w="5175" h="5350" extrusionOk="0">
                  <a:moveTo>
                    <a:pt x="5174" y="0"/>
                  </a:moveTo>
                  <a:lnTo>
                    <a:pt x="4312" y="706"/>
                  </a:lnTo>
                  <a:lnTo>
                    <a:pt x="3567" y="1372"/>
                  </a:lnTo>
                  <a:lnTo>
                    <a:pt x="2901" y="1979"/>
                  </a:lnTo>
                  <a:lnTo>
                    <a:pt x="2333" y="2528"/>
                  </a:lnTo>
                  <a:lnTo>
                    <a:pt x="1843" y="3018"/>
                  </a:lnTo>
                  <a:lnTo>
                    <a:pt x="1412" y="3449"/>
                  </a:lnTo>
                  <a:lnTo>
                    <a:pt x="1079" y="3841"/>
                  </a:lnTo>
                  <a:lnTo>
                    <a:pt x="785" y="4174"/>
                  </a:lnTo>
                  <a:lnTo>
                    <a:pt x="550" y="4468"/>
                  </a:lnTo>
                  <a:lnTo>
                    <a:pt x="373" y="4723"/>
                  </a:lnTo>
                  <a:lnTo>
                    <a:pt x="138" y="5075"/>
                  </a:lnTo>
                  <a:lnTo>
                    <a:pt x="40" y="5291"/>
                  </a:lnTo>
                  <a:lnTo>
                    <a:pt x="1" y="5350"/>
                  </a:lnTo>
                  <a:lnTo>
                    <a:pt x="667" y="4879"/>
                  </a:lnTo>
                  <a:lnTo>
                    <a:pt x="1275" y="4409"/>
                  </a:lnTo>
                  <a:lnTo>
                    <a:pt x="1823" y="3919"/>
                  </a:lnTo>
                  <a:lnTo>
                    <a:pt x="2352" y="3449"/>
                  </a:lnTo>
                  <a:lnTo>
                    <a:pt x="2803" y="2998"/>
                  </a:lnTo>
                  <a:lnTo>
                    <a:pt x="3234" y="2548"/>
                  </a:lnTo>
                  <a:lnTo>
                    <a:pt x="3606" y="2136"/>
                  </a:lnTo>
                  <a:lnTo>
                    <a:pt x="3940" y="1725"/>
                  </a:lnTo>
                  <a:lnTo>
                    <a:pt x="4233" y="1352"/>
                  </a:lnTo>
                  <a:lnTo>
                    <a:pt x="4488" y="1019"/>
                  </a:lnTo>
                  <a:lnTo>
                    <a:pt x="4880" y="471"/>
                  </a:lnTo>
                  <a:lnTo>
                    <a:pt x="5096" y="118"/>
                  </a:lnTo>
                  <a:lnTo>
                    <a:pt x="517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a:extLst>
                <a:ext uri="{FF2B5EF4-FFF2-40B4-BE49-F238E27FC236}">
                  <a16:creationId xmlns:a16="http://schemas.microsoft.com/office/drawing/2014/main" id="{E1FD472F-3ECB-D9D2-FE11-9A8B247CD8C3}"/>
                </a:ext>
              </a:extLst>
            </p:cNvPr>
            <p:cNvSpPr/>
            <p:nvPr/>
          </p:nvSpPr>
          <p:spPr>
            <a:xfrm>
              <a:off x="5489943" y="4223895"/>
              <a:ext cx="385148" cy="384854"/>
            </a:xfrm>
            <a:custGeom>
              <a:avLst/>
              <a:gdLst/>
              <a:ahLst/>
              <a:cxnLst/>
              <a:rect l="l" t="t" r="r" b="b"/>
              <a:pathLst>
                <a:path w="24965" h="24946" extrusionOk="0">
                  <a:moveTo>
                    <a:pt x="11836" y="1"/>
                  </a:moveTo>
                  <a:lnTo>
                    <a:pt x="11209" y="59"/>
                  </a:lnTo>
                  <a:lnTo>
                    <a:pt x="10582" y="138"/>
                  </a:lnTo>
                  <a:lnTo>
                    <a:pt x="9974" y="236"/>
                  </a:lnTo>
                  <a:lnTo>
                    <a:pt x="9367" y="393"/>
                  </a:lnTo>
                  <a:lnTo>
                    <a:pt x="8779" y="549"/>
                  </a:lnTo>
                  <a:lnTo>
                    <a:pt x="8191" y="745"/>
                  </a:lnTo>
                  <a:lnTo>
                    <a:pt x="7623" y="980"/>
                  </a:lnTo>
                  <a:lnTo>
                    <a:pt x="7074" y="1216"/>
                  </a:lnTo>
                  <a:lnTo>
                    <a:pt x="6545" y="1490"/>
                  </a:lnTo>
                  <a:lnTo>
                    <a:pt x="6016" y="1803"/>
                  </a:lnTo>
                  <a:lnTo>
                    <a:pt x="5507" y="2117"/>
                  </a:lnTo>
                  <a:lnTo>
                    <a:pt x="5017" y="2470"/>
                  </a:lnTo>
                  <a:lnTo>
                    <a:pt x="4546" y="2842"/>
                  </a:lnTo>
                  <a:lnTo>
                    <a:pt x="4096" y="3234"/>
                  </a:lnTo>
                  <a:lnTo>
                    <a:pt x="3665" y="3645"/>
                  </a:lnTo>
                  <a:lnTo>
                    <a:pt x="3253" y="4076"/>
                  </a:lnTo>
                  <a:lnTo>
                    <a:pt x="2861" y="4527"/>
                  </a:lnTo>
                  <a:lnTo>
                    <a:pt x="2489" y="4997"/>
                  </a:lnTo>
                  <a:lnTo>
                    <a:pt x="2136" y="5487"/>
                  </a:lnTo>
                  <a:lnTo>
                    <a:pt x="1823" y="5997"/>
                  </a:lnTo>
                  <a:lnTo>
                    <a:pt x="1509" y="6526"/>
                  </a:lnTo>
                  <a:lnTo>
                    <a:pt x="1235" y="7055"/>
                  </a:lnTo>
                  <a:lnTo>
                    <a:pt x="980" y="7604"/>
                  </a:lnTo>
                  <a:lnTo>
                    <a:pt x="765" y="8172"/>
                  </a:lnTo>
                  <a:lnTo>
                    <a:pt x="569" y="8760"/>
                  </a:lnTo>
                  <a:lnTo>
                    <a:pt x="392" y="9348"/>
                  </a:lnTo>
                  <a:lnTo>
                    <a:pt x="255" y="9955"/>
                  </a:lnTo>
                  <a:lnTo>
                    <a:pt x="157" y="10562"/>
                  </a:lnTo>
                  <a:lnTo>
                    <a:pt x="79" y="11189"/>
                  </a:lnTo>
                  <a:lnTo>
                    <a:pt x="20" y="11836"/>
                  </a:lnTo>
                  <a:lnTo>
                    <a:pt x="0" y="12463"/>
                  </a:lnTo>
                  <a:lnTo>
                    <a:pt x="20" y="13110"/>
                  </a:lnTo>
                  <a:lnTo>
                    <a:pt x="79" y="13737"/>
                  </a:lnTo>
                  <a:lnTo>
                    <a:pt x="157" y="14364"/>
                  </a:lnTo>
                  <a:lnTo>
                    <a:pt x="255" y="14991"/>
                  </a:lnTo>
                  <a:lnTo>
                    <a:pt x="392" y="15579"/>
                  </a:lnTo>
                  <a:lnTo>
                    <a:pt x="569" y="16186"/>
                  </a:lnTo>
                  <a:lnTo>
                    <a:pt x="765" y="16754"/>
                  </a:lnTo>
                  <a:lnTo>
                    <a:pt x="980" y="17323"/>
                  </a:lnTo>
                  <a:lnTo>
                    <a:pt x="1235" y="17871"/>
                  </a:lnTo>
                  <a:lnTo>
                    <a:pt x="1509" y="18420"/>
                  </a:lnTo>
                  <a:lnTo>
                    <a:pt x="1823" y="18930"/>
                  </a:lnTo>
                  <a:lnTo>
                    <a:pt x="2136" y="19439"/>
                  </a:lnTo>
                  <a:lnTo>
                    <a:pt x="2489" y="19929"/>
                  </a:lnTo>
                  <a:lnTo>
                    <a:pt x="2861" y="20399"/>
                  </a:lnTo>
                  <a:lnTo>
                    <a:pt x="3253" y="20850"/>
                  </a:lnTo>
                  <a:lnTo>
                    <a:pt x="3665" y="21301"/>
                  </a:lnTo>
                  <a:lnTo>
                    <a:pt x="4096" y="21712"/>
                  </a:lnTo>
                  <a:lnTo>
                    <a:pt x="4546" y="22104"/>
                  </a:lnTo>
                  <a:lnTo>
                    <a:pt x="5017" y="22476"/>
                  </a:lnTo>
                  <a:lnTo>
                    <a:pt x="5507" y="22809"/>
                  </a:lnTo>
                  <a:lnTo>
                    <a:pt x="6016" y="23142"/>
                  </a:lnTo>
                  <a:lnTo>
                    <a:pt x="6545" y="23436"/>
                  </a:lnTo>
                  <a:lnTo>
                    <a:pt x="7074" y="23711"/>
                  </a:lnTo>
                  <a:lnTo>
                    <a:pt x="7623" y="23965"/>
                  </a:lnTo>
                  <a:lnTo>
                    <a:pt x="8191" y="24181"/>
                  </a:lnTo>
                  <a:lnTo>
                    <a:pt x="8779" y="24377"/>
                  </a:lnTo>
                  <a:lnTo>
                    <a:pt x="9367" y="24553"/>
                  </a:lnTo>
                  <a:lnTo>
                    <a:pt x="9974" y="24690"/>
                  </a:lnTo>
                  <a:lnTo>
                    <a:pt x="10582" y="24808"/>
                  </a:lnTo>
                  <a:lnTo>
                    <a:pt x="11209" y="24886"/>
                  </a:lnTo>
                  <a:lnTo>
                    <a:pt x="11836" y="24926"/>
                  </a:lnTo>
                  <a:lnTo>
                    <a:pt x="12482" y="24945"/>
                  </a:lnTo>
                  <a:lnTo>
                    <a:pt x="13129" y="24926"/>
                  </a:lnTo>
                  <a:lnTo>
                    <a:pt x="13756" y="24886"/>
                  </a:lnTo>
                  <a:lnTo>
                    <a:pt x="14383" y="24808"/>
                  </a:lnTo>
                  <a:lnTo>
                    <a:pt x="14991" y="24690"/>
                  </a:lnTo>
                  <a:lnTo>
                    <a:pt x="15598" y="24553"/>
                  </a:lnTo>
                  <a:lnTo>
                    <a:pt x="16186" y="24377"/>
                  </a:lnTo>
                  <a:lnTo>
                    <a:pt x="16774" y="24181"/>
                  </a:lnTo>
                  <a:lnTo>
                    <a:pt x="17342" y="23965"/>
                  </a:lnTo>
                  <a:lnTo>
                    <a:pt x="17891" y="23711"/>
                  </a:lnTo>
                  <a:lnTo>
                    <a:pt x="18439" y="23436"/>
                  </a:lnTo>
                  <a:lnTo>
                    <a:pt x="18949" y="23142"/>
                  </a:lnTo>
                  <a:lnTo>
                    <a:pt x="19458" y="22809"/>
                  </a:lnTo>
                  <a:lnTo>
                    <a:pt x="19948" y="22476"/>
                  </a:lnTo>
                  <a:lnTo>
                    <a:pt x="20418" y="22104"/>
                  </a:lnTo>
                  <a:lnTo>
                    <a:pt x="20869" y="21712"/>
                  </a:lnTo>
                  <a:lnTo>
                    <a:pt x="21300" y="21301"/>
                  </a:lnTo>
                  <a:lnTo>
                    <a:pt x="21712" y="20850"/>
                  </a:lnTo>
                  <a:lnTo>
                    <a:pt x="22104" y="20399"/>
                  </a:lnTo>
                  <a:lnTo>
                    <a:pt x="22476" y="19929"/>
                  </a:lnTo>
                  <a:lnTo>
                    <a:pt x="22829" y="19439"/>
                  </a:lnTo>
                  <a:lnTo>
                    <a:pt x="23162" y="18930"/>
                  </a:lnTo>
                  <a:lnTo>
                    <a:pt x="23456" y="18420"/>
                  </a:lnTo>
                  <a:lnTo>
                    <a:pt x="23730" y="17871"/>
                  </a:lnTo>
                  <a:lnTo>
                    <a:pt x="23985" y="17323"/>
                  </a:lnTo>
                  <a:lnTo>
                    <a:pt x="24200" y="16754"/>
                  </a:lnTo>
                  <a:lnTo>
                    <a:pt x="24396" y="16186"/>
                  </a:lnTo>
                  <a:lnTo>
                    <a:pt x="24573" y="15579"/>
                  </a:lnTo>
                  <a:lnTo>
                    <a:pt x="24710" y="14991"/>
                  </a:lnTo>
                  <a:lnTo>
                    <a:pt x="24808" y="14364"/>
                  </a:lnTo>
                  <a:lnTo>
                    <a:pt x="24906" y="13737"/>
                  </a:lnTo>
                  <a:lnTo>
                    <a:pt x="24945" y="13110"/>
                  </a:lnTo>
                  <a:lnTo>
                    <a:pt x="24964" y="12463"/>
                  </a:lnTo>
                  <a:lnTo>
                    <a:pt x="24945" y="11836"/>
                  </a:lnTo>
                  <a:lnTo>
                    <a:pt x="24906" y="11189"/>
                  </a:lnTo>
                  <a:lnTo>
                    <a:pt x="24808" y="10562"/>
                  </a:lnTo>
                  <a:lnTo>
                    <a:pt x="24710" y="9955"/>
                  </a:lnTo>
                  <a:lnTo>
                    <a:pt x="24573" y="9348"/>
                  </a:lnTo>
                  <a:lnTo>
                    <a:pt x="24396" y="8760"/>
                  </a:lnTo>
                  <a:lnTo>
                    <a:pt x="24200" y="8172"/>
                  </a:lnTo>
                  <a:lnTo>
                    <a:pt x="23985" y="7604"/>
                  </a:lnTo>
                  <a:lnTo>
                    <a:pt x="23730" y="7055"/>
                  </a:lnTo>
                  <a:lnTo>
                    <a:pt x="23456" y="6526"/>
                  </a:lnTo>
                  <a:lnTo>
                    <a:pt x="23162" y="5997"/>
                  </a:lnTo>
                  <a:lnTo>
                    <a:pt x="22829" y="5487"/>
                  </a:lnTo>
                  <a:lnTo>
                    <a:pt x="22476" y="4997"/>
                  </a:lnTo>
                  <a:lnTo>
                    <a:pt x="22104" y="4527"/>
                  </a:lnTo>
                  <a:lnTo>
                    <a:pt x="21712" y="4076"/>
                  </a:lnTo>
                  <a:lnTo>
                    <a:pt x="21300" y="3645"/>
                  </a:lnTo>
                  <a:lnTo>
                    <a:pt x="20869" y="3234"/>
                  </a:lnTo>
                  <a:lnTo>
                    <a:pt x="20418" y="2842"/>
                  </a:lnTo>
                  <a:lnTo>
                    <a:pt x="19948" y="2470"/>
                  </a:lnTo>
                  <a:lnTo>
                    <a:pt x="19458" y="2117"/>
                  </a:lnTo>
                  <a:lnTo>
                    <a:pt x="18949" y="1803"/>
                  </a:lnTo>
                  <a:lnTo>
                    <a:pt x="18439" y="1490"/>
                  </a:lnTo>
                  <a:lnTo>
                    <a:pt x="17891" y="1216"/>
                  </a:lnTo>
                  <a:lnTo>
                    <a:pt x="17342" y="980"/>
                  </a:lnTo>
                  <a:lnTo>
                    <a:pt x="16774" y="745"/>
                  </a:lnTo>
                  <a:lnTo>
                    <a:pt x="16186" y="549"/>
                  </a:lnTo>
                  <a:lnTo>
                    <a:pt x="15598" y="393"/>
                  </a:lnTo>
                  <a:lnTo>
                    <a:pt x="14991" y="236"/>
                  </a:lnTo>
                  <a:lnTo>
                    <a:pt x="14383" y="138"/>
                  </a:lnTo>
                  <a:lnTo>
                    <a:pt x="13756" y="59"/>
                  </a:lnTo>
                  <a:lnTo>
                    <a:pt x="131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a:extLst>
                <a:ext uri="{FF2B5EF4-FFF2-40B4-BE49-F238E27FC236}">
                  <a16:creationId xmlns:a16="http://schemas.microsoft.com/office/drawing/2014/main" id="{A606B647-D347-49D0-0665-A744B383F4C8}"/>
                </a:ext>
              </a:extLst>
            </p:cNvPr>
            <p:cNvSpPr/>
            <p:nvPr/>
          </p:nvSpPr>
          <p:spPr>
            <a:xfrm>
              <a:off x="5633233" y="4366893"/>
              <a:ext cx="98566" cy="98566"/>
            </a:xfrm>
            <a:custGeom>
              <a:avLst/>
              <a:gdLst/>
              <a:ahLst/>
              <a:cxnLst/>
              <a:rect l="l" t="t" r="r" b="b"/>
              <a:pathLst>
                <a:path w="6389" h="6389" extrusionOk="0">
                  <a:moveTo>
                    <a:pt x="3194" y="0"/>
                  </a:moveTo>
                  <a:lnTo>
                    <a:pt x="2861" y="20"/>
                  </a:lnTo>
                  <a:lnTo>
                    <a:pt x="2548" y="79"/>
                  </a:lnTo>
                  <a:lnTo>
                    <a:pt x="2254" y="157"/>
                  </a:lnTo>
                  <a:lnTo>
                    <a:pt x="1960" y="255"/>
                  </a:lnTo>
                  <a:lnTo>
                    <a:pt x="1666" y="392"/>
                  </a:lnTo>
                  <a:lnTo>
                    <a:pt x="1411" y="549"/>
                  </a:lnTo>
                  <a:lnTo>
                    <a:pt x="1156" y="745"/>
                  </a:lnTo>
                  <a:lnTo>
                    <a:pt x="941" y="941"/>
                  </a:lnTo>
                  <a:lnTo>
                    <a:pt x="725" y="1176"/>
                  </a:lnTo>
                  <a:lnTo>
                    <a:pt x="549" y="1411"/>
                  </a:lnTo>
                  <a:lnTo>
                    <a:pt x="392" y="1685"/>
                  </a:lnTo>
                  <a:lnTo>
                    <a:pt x="255" y="1960"/>
                  </a:lnTo>
                  <a:lnTo>
                    <a:pt x="157" y="2254"/>
                  </a:lnTo>
                  <a:lnTo>
                    <a:pt x="79" y="2547"/>
                  </a:lnTo>
                  <a:lnTo>
                    <a:pt x="20" y="2881"/>
                  </a:lnTo>
                  <a:lnTo>
                    <a:pt x="0" y="3194"/>
                  </a:lnTo>
                  <a:lnTo>
                    <a:pt x="20" y="3527"/>
                  </a:lnTo>
                  <a:lnTo>
                    <a:pt x="79" y="3841"/>
                  </a:lnTo>
                  <a:lnTo>
                    <a:pt x="157" y="4154"/>
                  </a:lnTo>
                  <a:lnTo>
                    <a:pt x="255" y="4448"/>
                  </a:lnTo>
                  <a:lnTo>
                    <a:pt x="392" y="4723"/>
                  </a:lnTo>
                  <a:lnTo>
                    <a:pt x="549" y="4977"/>
                  </a:lnTo>
                  <a:lnTo>
                    <a:pt x="725" y="5232"/>
                  </a:lnTo>
                  <a:lnTo>
                    <a:pt x="941" y="5448"/>
                  </a:lnTo>
                  <a:lnTo>
                    <a:pt x="1156" y="5663"/>
                  </a:lnTo>
                  <a:lnTo>
                    <a:pt x="1411" y="5839"/>
                  </a:lnTo>
                  <a:lnTo>
                    <a:pt x="1666" y="6016"/>
                  </a:lnTo>
                  <a:lnTo>
                    <a:pt x="1960" y="6133"/>
                  </a:lnTo>
                  <a:lnTo>
                    <a:pt x="2254" y="6251"/>
                  </a:lnTo>
                  <a:lnTo>
                    <a:pt x="2548" y="6329"/>
                  </a:lnTo>
                  <a:lnTo>
                    <a:pt x="2861" y="6369"/>
                  </a:lnTo>
                  <a:lnTo>
                    <a:pt x="3194" y="6388"/>
                  </a:lnTo>
                  <a:lnTo>
                    <a:pt x="3527" y="6369"/>
                  </a:lnTo>
                  <a:lnTo>
                    <a:pt x="3841" y="6329"/>
                  </a:lnTo>
                  <a:lnTo>
                    <a:pt x="4155" y="6251"/>
                  </a:lnTo>
                  <a:lnTo>
                    <a:pt x="4429" y="6133"/>
                  </a:lnTo>
                  <a:lnTo>
                    <a:pt x="4723" y="6016"/>
                  </a:lnTo>
                  <a:lnTo>
                    <a:pt x="4978" y="5839"/>
                  </a:lnTo>
                  <a:lnTo>
                    <a:pt x="5232" y="5663"/>
                  </a:lnTo>
                  <a:lnTo>
                    <a:pt x="5448" y="5448"/>
                  </a:lnTo>
                  <a:lnTo>
                    <a:pt x="5663" y="5232"/>
                  </a:lnTo>
                  <a:lnTo>
                    <a:pt x="5840" y="4977"/>
                  </a:lnTo>
                  <a:lnTo>
                    <a:pt x="5996" y="4723"/>
                  </a:lnTo>
                  <a:lnTo>
                    <a:pt x="6134" y="4448"/>
                  </a:lnTo>
                  <a:lnTo>
                    <a:pt x="6251" y="4154"/>
                  </a:lnTo>
                  <a:lnTo>
                    <a:pt x="6330" y="3841"/>
                  </a:lnTo>
                  <a:lnTo>
                    <a:pt x="6369" y="3527"/>
                  </a:lnTo>
                  <a:lnTo>
                    <a:pt x="6388" y="3194"/>
                  </a:lnTo>
                  <a:lnTo>
                    <a:pt x="6369" y="2881"/>
                  </a:lnTo>
                  <a:lnTo>
                    <a:pt x="6330" y="2547"/>
                  </a:lnTo>
                  <a:lnTo>
                    <a:pt x="6251" y="2254"/>
                  </a:lnTo>
                  <a:lnTo>
                    <a:pt x="6134" y="1960"/>
                  </a:lnTo>
                  <a:lnTo>
                    <a:pt x="5996" y="1685"/>
                  </a:lnTo>
                  <a:lnTo>
                    <a:pt x="5840" y="1411"/>
                  </a:lnTo>
                  <a:lnTo>
                    <a:pt x="5663" y="1176"/>
                  </a:lnTo>
                  <a:lnTo>
                    <a:pt x="5448" y="941"/>
                  </a:lnTo>
                  <a:lnTo>
                    <a:pt x="5232" y="745"/>
                  </a:lnTo>
                  <a:lnTo>
                    <a:pt x="4978" y="549"/>
                  </a:lnTo>
                  <a:lnTo>
                    <a:pt x="4723" y="392"/>
                  </a:lnTo>
                  <a:lnTo>
                    <a:pt x="4429" y="255"/>
                  </a:lnTo>
                  <a:lnTo>
                    <a:pt x="4155" y="157"/>
                  </a:lnTo>
                  <a:lnTo>
                    <a:pt x="3841" y="79"/>
                  </a:lnTo>
                  <a:lnTo>
                    <a:pt x="3527" y="20"/>
                  </a:lnTo>
                  <a:lnTo>
                    <a:pt x="319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a:extLst>
                <a:ext uri="{FF2B5EF4-FFF2-40B4-BE49-F238E27FC236}">
                  <a16:creationId xmlns:a16="http://schemas.microsoft.com/office/drawing/2014/main" id="{ED63278C-789E-4AC0-7725-D66B2F2E5CE9}"/>
                </a:ext>
              </a:extLst>
            </p:cNvPr>
            <p:cNvSpPr/>
            <p:nvPr/>
          </p:nvSpPr>
          <p:spPr>
            <a:xfrm>
              <a:off x="5674641" y="4241730"/>
              <a:ext cx="10907" cy="116400"/>
            </a:xfrm>
            <a:custGeom>
              <a:avLst/>
              <a:gdLst/>
              <a:ahLst/>
              <a:cxnLst/>
              <a:rect l="l" t="t" r="r" b="b"/>
              <a:pathLst>
                <a:path w="707" h="7545" extrusionOk="0">
                  <a:moveTo>
                    <a:pt x="314" y="1"/>
                  </a:moveTo>
                  <a:lnTo>
                    <a:pt x="197" y="1118"/>
                  </a:lnTo>
                  <a:lnTo>
                    <a:pt x="118" y="2137"/>
                  </a:lnTo>
                  <a:lnTo>
                    <a:pt x="60" y="3038"/>
                  </a:lnTo>
                  <a:lnTo>
                    <a:pt x="20" y="3841"/>
                  </a:lnTo>
                  <a:lnTo>
                    <a:pt x="1" y="4547"/>
                  </a:lnTo>
                  <a:lnTo>
                    <a:pt x="1" y="5154"/>
                  </a:lnTo>
                  <a:lnTo>
                    <a:pt x="20" y="5683"/>
                  </a:lnTo>
                  <a:lnTo>
                    <a:pt x="40" y="6134"/>
                  </a:lnTo>
                  <a:lnTo>
                    <a:pt x="79" y="6506"/>
                  </a:lnTo>
                  <a:lnTo>
                    <a:pt x="118" y="6820"/>
                  </a:lnTo>
                  <a:lnTo>
                    <a:pt x="216" y="7251"/>
                  </a:lnTo>
                  <a:lnTo>
                    <a:pt x="275" y="7466"/>
                  </a:lnTo>
                  <a:lnTo>
                    <a:pt x="314" y="7545"/>
                  </a:lnTo>
                  <a:lnTo>
                    <a:pt x="452" y="6741"/>
                  </a:lnTo>
                  <a:lnTo>
                    <a:pt x="569" y="5958"/>
                  </a:lnTo>
                  <a:lnTo>
                    <a:pt x="628" y="5213"/>
                  </a:lnTo>
                  <a:lnTo>
                    <a:pt x="687" y="4508"/>
                  </a:lnTo>
                  <a:lnTo>
                    <a:pt x="706" y="3841"/>
                  </a:lnTo>
                  <a:lnTo>
                    <a:pt x="706" y="3234"/>
                  </a:lnTo>
                  <a:lnTo>
                    <a:pt x="667" y="2646"/>
                  </a:lnTo>
                  <a:lnTo>
                    <a:pt x="648" y="2117"/>
                  </a:lnTo>
                  <a:lnTo>
                    <a:pt x="589" y="1647"/>
                  </a:lnTo>
                  <a:lnTo>
                    <a:pt x="550" y="1235"/>
                  </a:lnTo>
                  <a:lnTo>
                    <a:pt x="432" y="549"/>
                  </a:lnTo>
                  <a:lnTo>
                    <a:pt x="354" y="138"/>
                  </a:lnTo>
                  <a:lnTo>
                    <a:pt x="31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a:extLst>
                <a:ext uri="{FF2B5EF4-FFF2-40B4-BE49-F238E27FC236}">
                  <a16:creationId xmlns:a16="http://schemas.microsoft.com/office/drawing/2014/main" id="{FBC0828D-0C3E-4B34-68E2-3B0413650A5F}"/>
                </a:ext>
              </a:extLst>
            </p:cNvPr>
            <p:cNvSpPr/>
            <p:nvPr/>
          </p:nvSpPr>
          <p:spPr>
            <a:xfrm>
              <a:off x="5556451" y="4295248"/>
              <a:ext cx="82537" cy="82229"/>
            </a:xfrm>
            <a:custGeom>
              <a:avLst/>
              <a:gdLst/>
              <a:ahLst/>
              <a:cxnLst/>
              <a:rect l="l" t="t" r="r" b="b"/>
              <a:pathLst>
                <a:path w="5350" h="5330" extrusionOk="0">
                  <a:moveTo>
                    <a:pt x="0" y="0"/>
                  </a:moveTo>
                  <a:lnTo>
                    <a:pt x="725" y="882"/>
                  </a:lnTo>
                  <a:lnTo>
                    <a:pt x="1372" y="1666"/>
                  </a:lnTo>
                  <a:lnTo>
                    <a:pt x="1979" y="2332"/>
                  </a:lnTo>
                  <a:lnTo>
                    <a:pt x="2528" y="2920"/>
                  </a:lnTo>
                  <a:lnTo>
                    <a:pt x="3018" y="3429"/>
                  </a:lnTo>
                  <a:lnTo>
                    <a:pt x="3449" y="3860"/>
                  </a:lnTo>
                  <a:lnTo>
                    <a:pt x="3841" y="4233"/>
                  </a:lnTo>
                  <a:lnTo>
                    <a:pt x="4174" y="4527"/>
                  </a:lnTo>
                  <a:lnTo>
                    <a:pt x="4468" y="4762"/>
                  </a:lnTo>
                  <a:lnTo>
                    <a:pt x="4723" y="4958"/>
                  </a:lnTo>
                  <a:lnTo>
                    <a:pt x="5075" y="5193"/>
                  </a:lnTo>
                  <a:lnTo>
                    <a:pt x="5291" y="5291"/>
                  </a:lnTo>
                  <a:lnTo>
                    <a:pt x="5350" y="5330"/>
                  </a:lnTo>
                  <a:lnTo>
                    <a:pt x="4879" y="4664"/>
                  </a:lnTo>
                  <a:lnTo>
                    <a:pt x="4409" y="4037"/>
                  </a:lnTo>
                  <a:lnTo>
                    <a:pt x="3939" y="3449"/>
                  </a:lnTo>
                  <a:lnTo>
                    <a:pt x="3469" y="2920"/>
                  </a:lnTo>
                  <a:lnTo>
                    <a:pt x="3018" y="2449"/>
                  </a:lnTo>
                  <a:lnTo>
                    <a:pt x="2567" y="2018"/>
                  </a:lnTo>
                  <a:lnTo>
                    <a:pt x="2156" y="1626"/>
                  </a:lnTo>
                  <a:lnTo>
                    <a:pt x="1744" y="1274"/>
                  </a:lnTo>
                  <a:lnTo>
                    <a:pt x="1372" y="980"/>
                  </a:lnTo>
                  <a:lnTo>
                    <a:pt x="1039" y="706"/>
                  </a:lnTo>
                  <a:lnTo>
                    <a:pt x="490" y="314"/>
                  </a:lnTo>
                  <a:lnTo>
                    <a:pt x="137" y="78"/>
                  </a:lnTo>
                  <a:lnTo>
                    <a:pt x="0"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a:extLst>
                <a:ext uri="{FF2B5EF4-FFF2-40B4-BE49-F238E27FC236}">
                  <a16:creationId xmlns:a16="http://schemas.microsoft.com/office/drawing/2014/main" id="{A84B35E8-9CC1-4D30-76B7-B4F7AD165E60}"/>
                </a:ext>
              </a:extLst>
            </p:cNvPr>
            <p:cNvSpPr/>
            <p:nvPr/>
          </p:nvSpPr>
          <p:spPr>
            <a:xfrm>
              <a:off x="5508085" y="4414039"/>
              <a:ext cx="116400" cy="10599"/>
            </a:xfrm>
            <a:custGeom>
              <a:avLst/>
              <a:gdLst/>
              <a:ahLst/>
              <a:cxnLst/>
              <a:rect l="l" t="t" r="r" b="b"/>
              <a:pathLst>
                <a:path w="7545" h="687" extrusionOk="0">
                  <a:moveTo>
                    <a:pt x="3214" y="1"/>
                  </a:moveTo>
                  <a:lnTo>
                    <a:pt x="2645" y="21"/>
                  </a:lnTo>
                  <a:lnTo>
                    <a:pt x="2116" y="60"/>
                  </a:lnTo>
                  <a:lnTo>
                    <a:pt x="1646" y="119"/>
                  </a:lnTo>
                  <a:lnTo>
                    <a:pt x="1215" y="177"/>
                  </a:lnTo>
                  <a:lnTo>
                    <a:pt x="549" y="275"/>
                  </a:lnTo>
                  <a:lnTo>
                    <a:pt x="137" y="373"/>
                  </a:lnTo>
                  <a:lnTo>
                    <a:pt x="0" y="412"/>
                  </a:lnTo>
                  <a:lnTo>
                    <a:pt x="1117" y="510"/>
                  </a:lnTo>
                  <a:lnTo>
                    <a:pt x="2136" y="589"/>
                  </a:lnTo>
                  <a:lnTo>
                    <a:pt x="3037" y="648"/>
                  </a:lnTo>
                  <a:lnTo>
                    <a:pt x="3841" y="687"/>
                  </a:lnTo>
                  <a:lnTo>
                    <a:pt x="5154" y="687"/>
                  </a:lnTo>
                  <a:lnTo>
                    <a:pt x="5683" y="667"/>
                  </a:lnTo>
                  <a:lnTo>
                    <a:pt x="6133" y="628"/>
                  </a:lnTo>
                  <a:lnTo>
                    <a:pt x="6506" y="589"/>
                  </a:lnTo>
                  <a:lnTo>
                    <a:pt x="6819" y="550"/>
                  </a:lnTo>
                  <a:lnTo>
                    <a:pt x="7250" y="471"/>
                  </a:lnTo>
                  <a:lnTo>
                    <a:pt x="7466" y="393"/>
                  </a:lnTo>
                  <a:lnTo>
                    <a:pt x="7544" y="373"/>
                  </a:lnTo>
                  <a:lnTo>
                    <a:pt x="6721" y="217"/>
                  </a:lnTo>
                  <a:lnTo>
                    <a:pt x="5957" y="119"/>
                  </a:lnTo>
                  <a:lnTo>
                    <a:pt x="5212" y="60"/>
                  </a:lnTo>
                  <a:lnTo>
                    <a:pt x="4507" y="21"/>
                  </a:lnTo>
                  <a:lnTo>
                    <a:pt x="384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a:extLst>
                <a:ext uri="{FF2B5EF4-FFF2-40B4-BE49-F238E27FC236}">
                  <a16:creationId xmlns:a16="http://schemas.microsoft.com/office/drawing/2014/main" id="{9809849C-4001-B88F-F27F-4D5418CF0DEE}"/>
                </a:ext>
              </a:extLst>
            </p:cNvPr>
            <p:cNvSpPr/>
            <p:nvPr/>
          </p:nvSpPr>
          <p:spPr>
            <a:xfrm>
              <a:off x="5562498" y="4459998"/>
              <a:ext cx="81334" cy="82846"/>
            </a:xfrm>
            <a:custGeom>
              <a:avLst/>
              <a:gdLst/>
              <a:ahLst/>
              <a:cxnLst/>
              <a:rect l="l" t="t" r="r" b="b"/>
              <a:pathLst>
                <a:path w="5272" h="5370" extrusionOk="0">
                  <a:moveTo>
                    <a:pt x="5271" y="0"/>
                  </a:moveTo>
                  <a:lnTo>
                    <a:pt x="4605" y="471"/>
                  </a:lnTo>
                  <a:lnTo>
                    <a:pt x="3998" y="941"/>
                  </a:lnTo>
                  <a:lnTo>
                    <a:pt x="3410" y="1431"/>
                  </a:lnTo>
                  <a:lnTo>
                    <a:pt x="2900" y="1901"/>
                  </a:lnTo>
                  <a:lnTo>
                    <a:pt x="2410" y="2352"/>
                  </a:lnTo>
                  <a:lnTo>
                    <a:pt x="1979" y="2803"/>
                  </a:lnTo>
                  <a:lnTo>
                    <a:pt x="1587" y="3234"/>
                  </a:lnTo>
                  <a:lnTo>
                    <a:pt x="1254" y="3626"/>
                  </a:lnTo>
                  <a:lnTo>
                    <a:pt x="941" y="3998"/>
                  </a:lnTo>
                  <a:lnTo>
                    <a:pt x="686" y="4331"/>
                  </a:lnTo>
                  <a:lnTo>
                    <a:pt x="294" y="4880"/>
                  </a:lnTo>
                  <a:lnTo>
                    <a:pt x="59" y="5252"/>
                  </a:lnTo>
                  <a:lnTo>
                    <a:pt x="0" y="5369"/>
                  </a:lnTo>
                  <a:lnTo>
                    <a:pt x="0" y="5369"/>
                  </a:lnTo>
                  <a:lnTo>
                    <a:pt x="862" y="4644"/>
                  </a:lnTo>
                  <a:lnTo>
                    <a:pt x="1627" y="3998"/>
                  </a:lnTo>
                  <a:lnTo>
                    <a:pt x="2312" y="3390"/>
                  </a:lnTo>
                  <a:lnTo>
                    <a:pt x="2900" y="2842"/>
                  </a:lnTo>
                  <a:lnTo>
                    <a:pt x="3410" y="2352"/>
                  </a:lnTo>
                  <a:lnTo>
                    <a:pt x="3821" y="1901"/>
                  </a:lnTo>
                  <a:lnTo>
                    <a:pt x="4193" y="1529"/>
                  </a:lnTo>
                  <a:lnTo>
                    <a:pt x="4487" y="1176"/>
                  </a:lnTo>
                  <a:lnTo>
                    <a:pt x="4723" y="882"/>
                  </a:lnTo>
                  <a:lnTo>
                    <a:pt x="4899" y="647"/>
                  </a:lnTo>
                  <a:lnTo>
                    <a:pt x="5154" y="275"/>
                  </a:lnTo>
                  <a:lnTo>
                    <a:pt x="5252" y="59"/>
                  </a:lnTo>
                  <a:lnTo>
                    <a:pt x="527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a:extLst>
                <a:ext uri="{FF2B5EF4-FFF2-40B4-BE49-F238E27FC236}">
                  <a16:creationId xmlns:a16="http://schemas.microsoft.com/office/drawing/2014/main" id="{E4DD4FF3-8FC1-163D-7A49-5DEF7729D751}"/>
                </a:ext>
              </a:extLst>
            </p:cNvPr>
            <p:cNvSpPr/>
            <p:nvPr/>
          </p:nvSpPr>
          <p:spPr>
            <a:xfrm>
              <a:off x="5680997" y="4474500"/>
              <a:ext cx="10599" cy="116416"/>
            </a:xfrm>
            <a:custGeom>
              <a:avLst/>
              <a:gdLst/>
              <a:ahLst/>
              <a:cxnLst/>
              <a:rect l="l" t="t" r="r" b="b"/>
              <a:pathLst>
                <a:path w="687" h="7546" extrusionOk="0">
                  <a:moveTo>
                    <a:pt x="334" y="1"/>
                  </a:moveTo>
                  <a:lnTo>
                    <a:pt x="216" y="804"/>
                  </a:lnTo>
                  <a:lnTo>
                    <a:pt x="118" y="1588"/>
                  </a:lnTo>
                  <a:lnTo>
                    <a:pt x="40" y="2313"/>
                  </a:lnTo>
                  <a:lnTo>
                    <a:pt x="0" y="3019"/>
                  </a:lnTo>
                  <a:lnTo>
                    <a:pt x="0" y="3685"/>
                  </a:lnTo>
                  <a:lnTo>
                    <a:pt x="0" y="4312"/>
                  </a:lnTo>
                  <a:lnTo>
                    <a:pt x="40" y="4880"/>
                  </a:lnTo>
                  <a:lnTo>
                    <a:pt x="79" y="5409"/>
                  </a:lnTo>
                  <a:lnTo>
                    <a:pt x="118" y="5880"/>
                  </a:lnTo>
                  <a:lnTo>
                    <a:pt x="177" y="6311"/>
                  </a:lnTo>
                  <a:lnTo>
                    <a:pt x="294" y="6977"/>
                  </a:lnTo>
                  <a:lnTo>
                    <a:pt x="392" y="7388"/>
                  </a:lnTo>
                  <a:lnTo>
                    <a:pt x="431" y="7545"/>
                  </a:lnTo>
                  <a:lnTo>
                    <a:pt x="529" y="6409"/>
                  </a:lnTo>
                  <a:lnTo>
                    <a:pt x="608" y="5390"/>
                  </a:lnTo>
                  <a:lnTo>
                    <a:pt x="647" y="4488"/>
                  </a:lnTo>
                  <a:lnTo>
                    <a:pt x="686" y="3685"/>
                  </a:lnTo>
                  <a:lnTo>
                    <a:pt x="686" y="2979"/>
                  </a:lnTo>
                  <a:lnTo>
                    <a:pt x="686" y="2372"/>
                  </a:lnTo>
                  <a:lnTo>
                    <a:pt x="647" y="1843"/>
                  </a:lnTo>
                  <a:lnTo>
                    <a:pt x="627" y="1392"/>
                  </a:lnTo>
                  <a:lnTo>
                    <a:pt x="588" y="1020"/>
                  </a:lnTo>
                  <a:lnTo>
                    <a:pt x="529" y="706"/>
                  </a:lnTo>
                  <a:lnTo>
                    <a:pt x="451" y="275"/>
                  </a:lnTo>
                  <a:lnTo>
                    <a:pt x="373" y="60"/>
                  </a:lnTo>
                  <a:lnTo>
                    <a:pt x="334"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a:extLst>
                <a:ext uri="{FF2B5EF4-FFF2-40B4-BE49-F238E27FC236}">
                  <a16:creationId xmlns:a16="http://schemas.microsoft.com/office/drawing/2014/main" id="{1C8DF0A7-9843-B9BE-3A47-04B4A71C3738}"/>
                </a:ext>
              </a:extLst>
            </p:cNvPr>
            <p:cNvSpPr/>
            <p:nvPr/>
          </p:nvSpPr>
          <p:spPr>
            <a:xfrm>
              <a:off x="5726338" y="4454552"/>
              <a:ext cx="83447" cy="81041"/>
            </a:xfrm>
            <a:custGeom>
              <a:avLst/>
              <a:gdLst/>
              <a:ahLst/>
              <a:cxnLst/>
              <a:rect l="l" t="t" r="r" b="b"/>
              <a:pathLst>
                <a:path w="5409" h="5253" extrusionOk="0">
                  <a:moveTo>
                    <a:pt x="1" y="1"/>
                  </a:moveTo>
                  <a:lnTo>
                    <a:pt x="491" y="667"/>
                  </a:lnTo>
                  <a:lnTo>
                    <a:pt x="961" y="1294"/>
                  </a:lnTo>
                  <a:lnTo>
                    <a:pt x="1451" y="1862"/>
                  </a:lnTo>
                  <a:lnTo>
                    <a:pt x="1921" y="2372"/>
                  </a:lnTo>
                  <a:lnTo>
                    <a:pt x="2391" y="2862"/>
                  </a:lnTo>
                  <a:lnTo>
                    <a:pt x="2822" y="3293"/>
                  </a:lnTo>
                  <a:lnTo>
                    <a:pt x="3253" y="3665"/>
                  </a:lnTo>
                  <a:lnTo>
                    <a:pt x="3665" y="4018"/>
                  </a:lnTo>
                  <a:lnTo>
                    <a:pt x="4037" y="4312"/>
                  </a:lnTo>
                  <a:lnTo>
                    <a:pt x="4370" y="4566"/>
                  </a:lnTo>
                  <a:lnTo>
                    <a:pt x="4919" y="4958"/>
                  </a:lnTo>
                  <a:lnTo>
                    <a:pt x="5291" y="5193"/>
                  </a:lnTo>
                  <a:lnTo>
                    <a:pt x="5409" y="5252"/>
                  </a:lnTo>
                  <a:lnTo>
                    <a:pt x="4684" y="4390"/>
                  </a:lnTo>
                  <a:lnTo>
                    <a:pt x="4018" y="3626"/>
                  </a:lnTo>
                  <a:lnTo>
                    <a:pt x="3410" y="2960"/>
                  </a:lnTo>
                  <a:lnTo>
                    <a:pt x="2862" y="2372"/>
                  </a:lnTo>
                  <a:lnTo>
                    <a:pt x="2372" y="1862"/>
                  </a:lnTo>
                  <a:lnTo>
                    <a:pt x="1921" y="1451"/>
                  </a:lnTo>
                  <a:lnTo>
                    <a:pt x="1529" y="1078"/>
                  </a:lnTo>
                  <a:lnTo>
                    <a:pt x="1196" y="785"/>
                  </a:lnTo>
                  <a:lnTo>
                    <a:pt x="902" y="549"/>
                  </a:lnTo>
                  <a:lnTo>
                    <a:pt x="647" y="373"/>
                  </a:lnTo>
                  <a:lnTo>
                    <a:pt x="275" y="138"/>
                  </a:lnTo>
                  <a:lnTo>
                    <a:pt x="79" y="20"/>
                  </a:lnTo>
                  <a:lnTo>
                    <a:pt x="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a:extLst>
                <a:ext uri="{FF2B5EF4-FFF2-40B4-BE49-F238E27FC236}">
                  <a16:creationId xmlns:a16="http://schemas.microsoft.com/office/drawing/2014/main" id="{C8209DF4-0805-49DE-607A-AA269C03AE7A}"/>
                </a:ext>
              </a:extLst>
            </p:cNvPr>
            <p:cNvSpPr/>
            <p:nvPr/>
          </p:nvSpPr>
          <p:spPr>
            <a:xfrm>
              <a:off x="5740547" y="4406495"/>
              <a:ext cx="116400" cy="10583"/>
            </a:xfrm>
            <a:custGeom>
              <a:avLst/>
              <a:gdLst/>
              <a:ahLst/>
              <a:cxnLst/>
              <a:rect l="l" t="t" r="r" b="b"/>
              <a:pathLst>
                <a:path w="7545" h="686" extrusionOk="0">
                  <a:moveTo>
                    <a:pt x="2999" y="0"/>
                  </a:moveTo>
                  <a:lnTo>
                    <a:pt x="2391" y="20"/>
                  </a:lnTo>
                  <a:lnTo>
                    <a:pt x="1862" y="39"/>
                  </a:lnTo>
                  <a:lnTo>
                    <a:pt x="1411" y="78"/>
                  </a:lnTo>
                  <a:lnTo>
                    <a:pt x="1039" y="118"/>
                  </a:lnTo>
                  <a:lnTo>
                    <a:pt x="726" y="176"/>
                  </a:lnTo>
                  <a:lnTo>
                    <a:pt x="295" y="255"/>
                  </a:lnTo>
                  <a:lnTo>
                    <a:pt x="79" y="333"/>
                  </a:lnTo>
                  <a:lnTo>
                    <a:pt x="1" y="372"/>
                  </a:lnTo>
                  <a:lnTo>
                    <a:pt x="824" y="490"/>
                  </a:lnTo>
                  <a:lnTo>
                    <a:pt x="1588" y="588"/>
                  </a:lnTo>
                  <a:lnTo>
                    <a:pt x="2332" y="647"/>
                  </a:lnTo>
                  <a:lnTo>
                    <a:pt x="3038" y="686"/>
                  </a:lnTo>
                  <a:lnTo>
                    <a:pt x="4331" y="686"/>
                  </a:lnTo>
                  <a:lnTo>
                    <a:pt x="4899" y="647"/>
                  </a:lnTo>
                  <a:lnTo>
                    <a:pt x="5428" y="608"/>
                  </a:lnTo>
                  <a:lnTo>
                    <a:pt x="5899" y="549"/>
                  </a:lnTo>
                  <a:lnTo>
                    <a:pt x="6330" y="490"/>
                  </a:lnTo>
                  <a:lnTo>
                    <a:pt x="6996" y="372"/>
                  </a:lnTo>
                  <a:lnTo>
                    <a:pt x="7408" y="274"/>
                  </a:lnTo>
                  <a:lnTo>
                    <a:pt x="7545" y="235"/>
                  </a:lnTo>
                  <a:lnTo>
                    <a:pt x="6428" y="137"/>
                  </a:lnTo>
                  <a:lnTo>
                    <a:pt x="5409" y="78"/>
                  </a:lnTo>
                  <a:lnTo>
                    <a:pt x="4507" y="39"/>
                  </a:lnTo>
                  <a:lnTo>
                    <a:pt x="37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a:extLst>
                <a:ext uri="{FF2B5EF4-FFF2-40B4-BE49-F238E27FC236}">
                  <a16:creationId xmlns:a16="http://schemas.microsoft.com/office/drawing/2014/main" id="{9442788B-865F-9114-FE88-C3CE9A0F7FCD}"/>
                </a:ext>
              </a:extLst>
            </p:cNvPr>
            <p:cNvSpPr/>
            <p:nvPr/>
          </p:nvSpPr>
          <p:spPr>
            <a:xfrm>
              <a:off x="5720599" y="4288290"/>
              <a:ext cx="80732" cy="83756"/>
            </a:xfrm>
            <a:custGeom>
              <a:avLst/>
              <a:gdLst/>
              <a:ahLst/>
              <a:cxnLst/>
              <a:rect l="l" t="t" r="r" b="b"/>
              <a:pathLst>
                <a:path w="5233" h="5429" extrusionOk="0">
                  <a:moveTo>
                    <a:pt x="5232" y="0"/>
                  </a:moveTo>
                  <a:lnTo>
                    <a:pt x="4370" y="725"/>
                  </a:lnTo>
                  <a:lnTo>
                    <a:pt x="3606" y="1392"/>
                  </a:lnTo>
                  <a:lnTo>
                    <a:pt x="2940" y="2019"/>
                  </a:lnTo>
                  <a:lnTo>
                    <a:pt x="2352" y="2567"/>
                  </a:lnTo>
                  <a:lnTo>
                    <a:pt x="1862" y="3057"/>
                  </a:lnTo>
                  <a:lnTo>
                    <a:pt x="1431" y="3508"/>
                  </a:lnTo>
                  <a:lnTo>
                    <a:pt x="1078" y="3900"/>
                  </a:lnTo>
                  <a:lnTo>
                    <a:pt x="784" y="4233"/>
                  </a:lnTo>
                  <a:lnTo>
                    <a:pt x="549" y="4546"/>
                  </a:lnTo>
                  <a:lnTo>
                    <a:pt x="373" y="4782"/>
                  </a:lnTo>
                  <a:lnTo>
                    <a:pt x="138" y="5154"/>
                  </a:lnTo>
                  <a:lnTo>
                    <a:pt x="20" y="5369"/>
                  </a:lnTo>
                  <a:lnTo>
                    <a:pt x="0" y="5428"/>
                  </a:lnTo>
                  <a:lnTo>
                    <a:pt x="667" y="4958"/>
                  </a:lnTo>
                  <a:lnTo>
                    <a:pt x="1274" y="4468"/>
                  </a:lnTo>
                  <a:lnTo>
                    <a:pt x="1842" y="3978"/>
                  </a:lnTo>
                  <a:lnTo>
                    <a:pt x="2371" y="3508"/>
                  </a:lnTo>
                  <a:lnTo>
                    <a:pt x="2842" y="3038"/>
                  </a:lnTo>
                  <a:lnTo>
                    <a:pt x="3273" y="2587"/>
                  </a:lnTo>
                  <a:lnTo>
                    <a:pt x="3645" y="2156"/>
                  </a:lnTo>
                  <a:lnTo>
                    <a:pt x="3998" y="1764"/>
                  </a:lnTo>
                  <a:lnTo>
                    <a:pt x="4292" y="1392"/>
                  </a:lnTo>
                  <a:lnTo>
                    <a:pt x="4546" y="1039"/>
                  </a:lnTo>
                  <a:lnTo>
                    <a:pt x="4938" y="490"/>
                  </a:lnTo>
                  <a:lnTo>
                    <a:pt x="5154" y="118"/>
                  </a:lnTo>
                  <a:lnTo>
                    <a:pt x="523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a:extLst>
                <a:ext uri="{FF2B5EF4-FFF2-40B4-BE49-F238E27FC236}">
                  <a16:creationId xmlns:a16="http://schemas.microsoft.com/office/drawing/2014/main" id="{A5F4FEB5-9417-B79A-353C-98580865276F}"/>
                </a:ext>
              </a:extLst>
            </p:cNvPr>
            <p:cNvSpPr/>
            <p:nvPr/>
          </p:nvSpPr>
          <p:spPr>
            <a:xfrm>
              <a:off x="3651633" y="3907076"/>
              <a:ext cx="204985" cy="24807"/>
            </a:xfrm>
            <a:custGeom>
              <a:avLst/>
              <a:gdLst/>
              <a:ahLst/>
              <a:cxnLst/>
              <a:rect l="l" t="t" r="r" b="b"/>
              <a:pathLst>
                <a:path w="13287" h="1608" extrusionOk="0">
                  <a:moveTo>
                    <a:pt x="648" y="1"/>
                  </a:moveTo>
                  <a:lnTo>
                    <a:pt x="491" y="60"/>
                  </a:lnTo>
                  <a:lnTo>
                    <a:pt x="354" y="138"/>
                  </a:lnTo>
                  <a:lnTo>
                    <a:pt x="236" y="236"/>
                  </a:lnTo>
                  <a:lnTo>
                    <a:pt x="138" y="354"/>
                  </a:lnTo>
                  <a:lnTo>
                    <a:pt x="60" y="491"/>
                  </a:lnTo>
                  <a:lnTo>
                    <a:pt x="21" y="628"/>
                  </a:lnTo>
                  <a:lnTo>
                    <a:pt x="1" y="804"/>
                  </a:lnTo>
                  <a:lnTo>
                    <a:pt x="21" y="961"/>
                  </a:lnTo>
                  <a:lnTo>
                    <a:pt x="60" y="1118"/>
                  </a:lnTo>
                  <a:lnTo>
                    <a:pt x="138" y="1255"/>
                  </a:lnTo>
                  <a:lnTo>
                    <a:pt x="236" y="1373"/>
                  </a:lnTo>
                  <a:lnTo>
                    <a:pt x="354" y="1471"/>
                  </a:lnTo>
                  <a:lnTo>
                    <a:pt x="491" y="1549"/>
                  </a:lnTo>
                  <a:lnTo>
                    <a:pt x="648" y="1588"/>
                  </a:lnTo>
                  <a:lnTo>
                    <a:pt x="804" y="1608"/>
                  </a:lnTo>
                  <a:lnTo>
                    <a:pt x="12483" y="1608"/>
                  </a:lnTo>
                  <a:lnTo>
                    <a:pt x="12659" y="1588"/>
                  </a:lnTo>
                  <a:lnTo>
                    <a:pt x="12796" y="1549"/>
                  </a:lnTo>
                  <a:lnTo>
                    <a:pt x="12934" y="1471"/>
                  </a:lnTo>
                  <a:lnTo>
                    <a:pt x="13051" y="1373"/>
                  </a:lnTo>
                  <a:lnTo>
                    <a:pt x="13149" y="1255"/>
                  </a:lnTo>
                  <a:lnTo>
                    <a:pt x="13228" y="1118"/>
                  </a:lnTo>
                  <a:lnTo>
                    <a:pt x="13286" y="961"/>
                  </a:lnTo>
                  <a:lnTo>
                    <a:pt x="13286" y="804"/>
                  </a:lnTo>
                  <a:lnTo>
                    <a:pt x="13286" y="628"/>
                  </a:lnTo>
                  <a:lnTo>
                    <a:pt x="13228" y="491"/>
                  </a:lnTo>
                  <a:lnTo>
                    <a:pt x="13149" y="354"/>
                  </a:lnTo>
                  <a:lnTo>
                    <a:pt x="13051" y="236"/>
                  </a:lnTo>
                  <a:lnTo>
                    <a:pt x="12934" y="138"/>
                  </a:lnTo>
                  <a:lnTo>
                    <a:pt x="12796" y="60"/>
                  </a:lnTo>
                  <a:lnTo>
                    <a:pt x="12659"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a:extLst>
                <a:ext uri="{FF2B5EF4-FFF2-40B4-BE49-F238E27FC236}">
                  <a16:creationId xmlns:a16="http://schemas.microsoft.com/office/drawing/2014/main" id="{E771CFF6-1C6A-ACD6-6837-032DF2F84630}"/>
                </a:ext>
              </a:extLst>
            </p:cNvPr>
            <p:cNvSpPr/>
            <p:nvPr/>
          </p:nvSpPr>
          <p:spPr>
            <a:xfrm>
              <a:off x="4592108" y="3930356"/>
              <a:ext cx="205278" cy="25116"/>
            </a:xfrm>
            <a:custGeom>
              <a:avLst/>
              <a:gdLst/>
              <a:ahLst/>
              <a:cxnLst/>
              <a:rect l="l" t="t" r="r" b="b"/>
              <a:pathLst>
                <a:path w="13306" h="1628" extrusionOk="0">
                  <a:moveTo>
                    <a:pt x="823" y="1"/>
                  </a:moveTo>
                  <a:lnTo>
                    <a:pt x="647" y="20"/>
                  </a:lnTo>
                  <a:lnTo>
                    <a:pt x="510" y="79"/>
                  </a:lnTo>
                  <a:lnTo>
                    <a:pt x="372" y="138"/>
                  </a:lnTo>
                  <a:lnTo>
                    <a:pt x="255" y="236"/>
                  </a:lnTo>
                  <a:lnTo>
                    <a:pt x="157" y="373"/>
                  </a:lnTo>
                  <a:lnTo>
                    <a:pt x="78" y="510"/>
                  </a:lnTo>
                  <a:lnTo>
                    <a:pt x="20" y="647"/>
                  </a:lnTo>
                  <a:lnTo>
                    <a:pt x="0" y="824"/>
                  </a:lnTo>
                  <a:lnTo>
                    <a:pt x="20" y="981"/>
                  </a:lnTo>
                  <a:lnTo>
                    <a:pt x="78" y="1137"/>
                  </a:lnTo>
                  <a:lnTo>
                    <a:pt x="157" y="1274"/>
                  </a:lnTo>
                  <a:lnTo>
                    <a:pt x="255" y="1392"/>
                  </a:lnTo>
                  <a:lnTo>
                    <a:pt x="372" y="1490"/>
                  </a:lnTo>
                  <a:lnTo>
                    <a:pt x="510" y="1549"/>
                  </a:lnTo>
                  <a:lnTo>
                    <a:pt x="647" y="1608"/>
                  </a:lnTo>
                  <a:lnTo>
                    <a:pt x="823" y="1627"/>
                  </a:lnTo>
                  <a:lnTo>
                    <a:pt x="12502" y="1627"/>
                  </a:lnTo>
                  <a:lnTo>
                    <a:pt x="12658" y="1608"/>
                  </a:lnTo>
                  <a:lnTo>
                    <a:pt x="12815" y="1549"/>
                  </a:lnTo>
                  <a:lnTo>
                    <a:pt x="12952" y="1490"/>
                  </a:lnTo>
                  <a:lnTo>
                    <a:pt x="13070" y="1392"/>
                  </a:lnTo>
                  <a:lnTo>
                    <a:pt x="13168" y="1274"/>
                  </a:lnTo>
                  <a:lnTo>
                    <a:pt x="13246" y="1137"/>
                  </a:lnTo>
                  <a:lnTo>
                    <a:pt x="13286" y="981"/>
                  </a:lnTo>
                  <a:lnTo>
                    <a:pt x="13305" y="824"/>
                  </a:lnTo>
                  <a:lnTo>
                    <a:pt x="13286" y="647"/>
                  </a:lnTo>
                  <a:lnTo>
                    <a:pt x="13246" y="510"/>
                  </a:lnTo>
                  <a:lnTo>
                    <a:pt x="13168" y="373"/>
                  </a:lnTo>
                  <a:lnTo>
                    <a:pt x="13070" y="236"/>
                  </a:lnTo>
                  <a:lnTo>
                    <a:pt x="12952" y="138"/>
                  </a:lnTo>
                  <a:lnTo>
                    <a:pt x="12815" y="79"/>
                  </a:lnTo>
                  <a:lnTo>
                    <a:pt x="12658" y="20"/>
                  </a:lnTo>
                  <a:lnTo>
                    <a:pt x="1250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a:extLst>
                <a:ext uri="{FF2B5EF4-FFF2-40B4-BE49-F238E27FC236}">
                  <a16:creationId xmlns:a16="http://schemas.microsoft.com/office/drawing/2014/main" id="{1873C603-493F-0A51-5D67-9C72204560F3}"/>
                </a:ext>
              </a:extLst>
            </p:cNvPr>
            <p:cNvSpPr/>
            <p:nvPr/>
          </p:nvSpPr>
          <p:spPr>
            <a:xfrm>
              <a:off x="5251727"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a:extLst>
                <a:ext uri="{FF2B5EF4-FFF2-40B4-BE49-F238E27FC236}">
                  <a16:creationId xmlns:a16="http://schemas.microsoft.com/office/drawing/2014/main" id="{AF1819A2-5A89-C759-E250-78C05EF9F9B7}"/>
                </a:ext>
              </a:extLst>
            </p:cNvPr>
            <p:cNvSpPr/>
            <p:nvPr/>
          </p:nvSpPr>
          <p:spPr>
            <a:xfrm>
              <a:off x="5251727"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a:extLst>
                <a:ext uri="{FF2B5EF4-FFF2-40B4-BE49-F238E27FC236}">
                  <a16:creationId xmlns:a16="http://schemas.microsoft.com/office/drawing/2014/main" id="{56FE9DBB-C9CF-6463-4E0A-319E7D91EE37}"/>
                </a:ext>
              </a:extLst>
            </p:cNvPr>
            <p:cNvSpPr/>
            <p:nvPr/>
          </p:nvSpPr>
          <p:spPr>
            <a:xfrm>
              <a:off x="534000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a:extLst>
                <a:ext uri="{FF2B5EF4-FFF2-40B4-BE49-F238E27FC236}">
                  <a16:creationId xmlns:a16="http://schemas.microsoft.com/office/drawing/2014/main" id="{E1207E61-B5FB-46F8-7EB8-B25FFE0535A5}"/>
                </a:ext>
              </a:extLst>
            </p:cNvPr>
            <p:cNvSpPr/>
            <p:nvPr/>
          </p:nvSpPr>
          <p:spPr>
            <a:xfrm>
              <a:off x="5295865"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a:extLst>
                <a:ext uri="{FF2B5EF4-FFF2-40B4-BE49-F238E27FC236}">
                  <a16:creationId xmlns:a16="http://schemas.microsoft.com/office/drawing/2014/main" id="{9503AACE-5B70-A30D-9E0D-830E646F8401}"/>
                </a:ext>
              </a:extLst>
            </p:cNvPr>
            <p:cNvSpPr/>
            <p:nvPr/>
          </p:nvSpPr>
          <p:spPr>
            <a:xfrm>
              <a:off x="534000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a:extLst>
                <a:ext uri="{FF2B5EF4-FFF2-40B4-BE49-F238E27FC236}">
                  <a16:creationId xmlns:a16="http://schemas.microsoft.com/office/drawing/2014/main" id="{F40DB088-7B32-C307-7973-33C65B53A310}"/>
                </a:ext>
              </a:extLst>
            </p:cNvPr>
            <p:cNvSpPr/>
            <p:nvPr/>
          </p:nvSpPr>
          <p:spPr>
            <a:xfrm>
              <a:off x="516345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a:extLst>
                <a:ext uri="{FF2B5EF4-FFF2-40B4-BE49-F238E27FC236}">
                  <a16:creationId xmlns:a16="http://schemas.microsoft.com/office/drawing/2014/main" id="{1C70536F-BCEB-C120-6FF1-973F9D012651}"/>
                </a:ext>
              </a:extLst>
            </p:cNvPr>
            <p:cNvSpPr/>
            <p:nvPr/>
          </p:nvSpPr>
          <p:spPr>
            <a:xfrm>
              <a:off x="5207588" y="4213312"/>
              <a:ext cx="44154" cy="44462"/>
            </a:xfrm>
            <a:custGeom>
              <a:avLst/>
              <a:gdLst/>
              <a:ahLst/>
              <a:cxnLst/>
              <a:rect l="l" t="t" r="r" b="b"/>
              <a:pathLst>
                <a:path w="2862" h="2882" extrusionOk="0">
                  <a:moveTo>
                    <a:pt x="1" y="1"/>
                  </a:moveTo>
                  <a:lnTo>
                    <a:pt x="1"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a:extLst>
                <a:ext uri="{FF2B5EF4-FFF2-40B4-BE49-F238E27FC236}">
                  <a16:creationId xmlns:a16="http://schemas.microsoft.com/office/drawing/2014/main" id="{F1D4DBDD-1167-DBDE-7D4E-206295AA2B80}"/>
                </a:ext>
              </a:extLst>
            </p:cNvPr>
            <p:cNvSpPr/>
            <p:nvPr/>
          </p:nvSpPr>
          <p:spPr>
            <a:xfrm>
              <a:off x="516345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a:extLst>
                <a:ext uri="{FF2B5EF4-FFF2-40B4-BE49-F238E27FC236}">
                  <a16:creationId xmlns:a16="http://schemas.microsoft.com/office/drawing/2014/main" id="{190AD7EE-9780-3D01-9C4D-CF87BA780F57}"/>
                </a:ext>
              </a:extLst>
            </p:cNvPr>
            <p:cNvSpPr/>
            <p:nvPr/>
          </p:nvSpPr>
          <p:spPr>
            <a:xfrm>
              <a:off x="5075174"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a:extLst>
                <a:ext uri="{FF2B5EF4-FFF2-40B4-BE49-F238E27FC236}">
                  <a16:creationId xmlns:a16="http://schemas.microsoft.com/office/drawing/2014/main" id="{C44E2A48-94B9-CAEB-C7B3-0C7AC391F448}"/>
                </a:ext>
              </a:extLst>
            </p:cNvPr>
            <p:cNvSpPr/>
            <p:nvPr/>
          </p:nvSpPr>
          <p:spPr>
            <a:xfrm>
              <a:off x="5119312"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a:extLst>
                <a:ext uri="{FF2B5EF4-FFF2-40B4-BE49-F238E27FC236}">
                  <a16:creationId xmlns:a16="http://schemas.microsoft.com/office/drawing/2014/main" id="{4B2ADCB8-4092-F055-A4AF-A3A6CCFC23B7}"/>
                </a:ext>
              </a:extLst>
            </p:cNvPr>
            <p:cNvSpPr/>
            <p:nvPr/>
          </p:nvSpPr>
          <p:spPr>
            <a:xfrm>
              <a:off x="5075174"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a:extLst>
                <a:ext uri="{FF2B5EF4-FFF2-40B4-BE49-F238E27FC236}">
                  <a16:creationId xmlns:a16="http://schemas.microsoft.com/office/drawing/2014/main" id="{5FB555C4-AC48-DDFC-D22C-075B068519A4}"/>
                </a:ext>
              </a:extLst>
            </p:cNvPr>
            <p:cNvSpPr/>
            <p:nvPr/>
          </p:nvSpPr>
          <p:spPr>
            <a:xfrm>
              <a:off x="4986913"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a:extLst>
                <a:ext uri="{FF2B5EF4-FFF2-40B4-BE49-F238E27FC236}">
                  <a16:creationId xmlns:a16="http://schemas.microsoft.com/office/drawing/2014/main" id="{B7E11030-E5A4-6002-72CA-463A40A50581}"/>
                </a:ext>
              </a:extLst>
            </p:cNvPr>
            <p:cNvSpPr/>
            <p:nvPr/>
          </p:nvSpPr>
          <p:spPr>
            <a:xfrm>
              <a:off x="5031052" y="4213312"/>
              <a:ext cx="44138" cy="44462"/>
            </a:xfrm>
            <a:custGeom>
              <a:avLst/>
              <a:gdLst/>
              <a:ahLst/>
              <a:cxnLst/>
              <a:rect l="l" t="t" r="r" b="b"/>
              <a:pathLst>
                <a:path w="2861"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a:extLst>
                <a:ext uri="{FF2B5EF4-FFF2-40B4-BE49-F238E27FC236}">
                  <a16:creationId xmlns:a16="http://schemas.microsoft.com/office/drawing/2014/main" id="{27A6ADB9-EE06-DF71-3378-02D01C5DB049}"/>
                </a:ext>
              </a:extLst>
            </p:cNvPr>
            <p:cNvSpPr/>
            <p:nvPr/>
          </p:nvSpPr>
          <p:spPr>
            <a:xfrm>
              <a:off x="4986913"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a:extLst>
                <a:ext uri="{FF2B5EF4-FFF2-40B4-BE49-F238E27FC236}">
                  <a16:creationId xmlns:a16="http://schemas.microsoft.com/office/drawing/2014/main" id="{3D91E1B6-0B51-E406-2E85-B71BF8A4B00E}"/>
                </a:ext>
              </a:extLst>
            </p:cNvPr>
            <p:cNvSpPr/>
            <p:nvPr/>
          </p:nvSpPr>
          <p:spPr>
            <a:xfrm>
              <a:off x="4898329"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a:extLst>
                <a:ext uri="{FF2B5EF4-FFF2-40B4-BE49-F238E27FC236}">
                  <a16:creationId xmlns:a16="http://schemas.microsoft.com/office/drawing/2014/main" id="{15B2F2CB-B862-9D55-1719-CB576DD2D37B}"/>
                </a:ext>
              </a:extLst>
            </p:cNvPr>
            <p:cNvSpPr/>
            <p:nvPr/>
          </p:nvSpPr>
          <p:spPr>
            <a:xfrm>
              <a:off x="4942467" y="4213312"/>
              <a:ext cx="44462" cy="44462"/>
            </a:xfrm>
            <a:custGeom>
              <a:avLst/>
              <a:gdLst/>
              <a:ahLst/>
              <a:cxnLst/>
              <a:rect l="l" t="t" r="r" b="b"/>
              <a:pathLst>
                <a:path w="2882" h="2882" extrusionOk="0">
                  <a:moveTo>
                    <a:pt x="1" y="1"/>
                  </a:moveTo>
                  <a:lnTo>
                    <a:pt x="1" y="2881"/>
                  </a:lnTo>
                  <a:lnTo>
                    <a:pt x="2881" y="2881"/>
                  </a:lnTo>
                  <a:lnTo>
                    <a:pt x="288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a:extLst>
                <a:ext uri="{FF2B5EF4-FFF2-40B4-BE49-F238E27FC236}">
                  <a16:creationId xmlns:a16="http://schemas.microsoft.com/office/drawing/2014/main" id="{2F66ABD5-8955-708B-ABE1-56D41E395EAB}"/>
                </a:ext>
              </a:extLst>
            </p:cNvPr>
            <p:cNvSpPr/>
            <p:nvPr/>
          </p:nvSpPr>
          <p:spPr>
            <a:xfrm>
              <a:off x="4898329"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a:extLst>
                <a:ext uri="{FF2B5EF4-FFF2-40B4-BE49-F238E27FC236}">
                  <a16:creationId xmlns:a16="http://schemas.microsoft.com/office/drawing/2014/main" id="{9D437B17-5EFD-1FFC-B20D-21E395D6DA85}"/>
                </a:ext>
              </a:extLst>
            </p:cNvPr>
            <p:cNvSpPr/>
            <p:nvPr/>
          </p:nvSpPr>
          <p:spPr>
            <a:xfrm>
              <a:off x="4810068"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a:extLst>
                <a:ext uri="{FF2B5EF4-FFF2-40B4-BE49-F238E27FC236}">
                  <a16:creationId xmlns:a16="http://schemas.microsoft.com/office/drawing/2014/main" id="{D85746FE-E4C7-1A06-1FDB-5A77D5BC1D81}"/>
                </a:ext>
              </a:extLst>
            </p:cNvPr>
            <p:cNvSpPr/>
            <p:nvPr/>
          </p:nvSpPr>
          <p:spPr>
            <a:xfrm>
              <a:off x="485419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a:extLst>
                <a:ext uri="{FF2B5EF4-FFF2-40B4-BE49-F238E27FC236}">
                  <a16:creationId xmlns:a16="http://schemas.microsoft.com/office/drawing/2014/main" id="{50BE71B9-E95D-4AA0-FD88-9164C77DE873}"/>
                </a:ext>
              </a:extLst>
            </p:cNvPr>
            <p:cNvSpPr/>
            <p:nvPr/>
          </p:nvSpPr>
          <p:spPr>
            <a:xfrm>
              <a:off x="4810068"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a:extLst>
                <a:ext uri="{FF2B5EF4-FFF2-40B4-BE49-F238E27FC236}">
                  <a16:creationId xmlns:a16="http://schemas.microsoft.com/office/drawing/2014/main" id="{04ADD8EB-B108-1B02-3A1F-83DD16ABC25B}"/>
                </a:ext>
              </a:extLst>
            </p:cNvPr>
            <p:cNvSpPr/>
            <p:nvPr/>
          </p:nvSpPr>
          <p:spPr>
            <a:xfrm>
              <a:off x="4721792"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a:extLst>
                <a:ext uri="{FF2B5EF4-FFF2-40B4-BE49-F238E27FC236}">
                  <a16:creationId xmlns:a16="http://schemas.microsoft.com/office/drawing/2014/main" id="{12C80DBD-EABA-A55F-B91E-C126D755EDEA}"/>
                </a:ext>
              </a:extLst>
            </p:cNvPr>
            <p:cNvSpPr/>
            <p:nvPr/>
          </p:nvSpPr>
          <p:spPr>
            <a:xfrm>
              <a:off x="4765930"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a:extLst>
                <a:ext uri="{FF2B5EF4-FFF2-40B4-BE49-F238E27FC236}">
                  <a16:creationId xmlns:a16="http://schemas.microsoft.com/office/drawing/2014/main" id="{C3BFCFD7-14B1-B5F7-4112-20EF611AF8BD}"/>
                </a:ext>
              </a:extLst>
            </p:cNvPr>
            <p:cNvSpPr/>
            <p:nvPr/>
          </p:nvSpPr>
          <p:spPr>
            <a:xfrm>
              <a:off x="4721792"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a:extLst>
                <a:ext uri="{FF2B5EF4-FFF2-40B4-BE49-F238E27FC236}">
                  <a16:creationId xmlns:a16="http://schemas.microsoft.com/office/drawing/2014/main" id="{5B51E9BB-72C9-922D-63F6-1203B8FDBB97}"/>
                </a:ext>
              </a:extLst>
            </p:cNvPr>
            <p:cNvSpPr/>
            <p:nvPr/>
          </p:nvSpPr>
          <p:spPr>
            <a:xfrm>
              <a:off x="4633516"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a:extLst>
                <a:ext uri="{FF2B5EF4-FFF2-40B4-BE49-F238E27FC236}">
                  <a16:creationId xmlns:a16="http://schemas.microsoft.com/office/drawing/2014/main" id="{10AABDBD-953E-0EE4-8774-F32057F88549}"/>
                </a:ext>
              </a:extLst>
            </p:cNvPr>
            <p:cNvSpPr/>
            <p:nvPr/>
          </p:nvSpPr>
          <p:spPr>
            <a:xfrm>
              <a:off x="467765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a:extLst>
                <a:ext uri="{FF2B5EF4-FFF2-40B4-BE49-F238E27FC236}">
                  <a16:creationId xmlns:a16="http://schemas.microsoft.com/office/drawing/2014/main" id="{52CB97B0-DFB8-2A17-7586-32BEB0BABE16}"/>
                </a:ext>
              </a:extLst>
            </p:cNvPr>
            <p:cNvSpPr/>
            <p:nvPr/>
          </p:nvSpPr>
          <p:spPr>
            <a:xfrm>
              <a:off x="4633516"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a:extLst>
                <a:ext uri="{FF2B5EF4-FFF2-40B4-BE49-F238E27FC236}">
                  <a16:creationId xmlns:a16="http://schemas.microsoft.com/office/drawing/2014/main" id="{447A904A-F9CC-AD93-321C-69A54CEF12C3}"/>
                </a:ext>
              </a:extLst>
            </p:cNvPr>
            <p:cNvSpPr/>
            <p:nvPr/>
          </p:nvSpPr>
          <p:spPr>
            <a:xfrm>
              <a:off x="4545240"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a:extLst>
                <a:ext uri="{FF2B5EF4-FFF2-40B4-BE49-F238E27FC236}">
                  <a16:creationId xmlns:a16="http://schemas.microsoft.com/office/drawing/2014/main" id="{C7E0C5EA-748F-2A76-9861-2969B7392D6D}"/>
                </a:ext>
              </a:extLst>
            </p:cNvPr>
            <p:cNvSpPr/>
            <p:nvPr/>
          </p:nvSpPr>
          <p:spPr>
            <a:xfrm>
              <a:off x="4589378"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a:extLst>
                <a:ext uri="{FF2B5EF4-FFF2-40B4-BE49-F238E27FC236}">
                  <a16:creationId xmlns:a16="http://schemas.microsoft.com/office/drawing/2014/main" id="{F41AC9EB-725B-4FC5-1E79-507253E1CE66}"/>
                </a:ext>
              </a:extLst>
            </p:cNvPr>
            <p:cNvSpPr/>
            <p:nvPr/>
          </p:nvSpPr>
          <p:spPr>
            <a:xfrm>
              <a:off x="4545240"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a:extLst>
                <a:ext uri="{FF2B5EF4-FFF2-40B4-BE49-F238E27FC236}">
                  <a16:creationId xmlns:a16="http://schemas.microsoft.com/office/drawing/2014/main" id="{806C229D-7B6D-D5F3-5108-5219B4B2557E}"/>
                </a:ext>
              </a:extLst>
            </p:cNvPr>
            <p:cNvSpPr/>
            <p:nvPr/>
          </p:nvSpPr>
          <p:spPr>
            <a:xfrm>
              <a:off x="4295546" y="4169174"/>
              <a:ext cx="44154" cy="44154"/>
            </a:xfrm>
            <a:custGeom>
              <a:avLst/>
              <a:gdLst/>
              <a:ahLst/>
              <a:cxnLst/>
              <a:rect l="l" t="t" r="r" b="b"/>
              <a:pathLst>
                <a:path w="2862"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a:extLst>
                <a:ext uri="{FF2B5EF4-FFF2-40B4-BE49-F238E27FC236}">
                  <a16:creationId xmlns:a16="http://schemas.microsoft.com/office/drawing/2014/main" id="{83F3EDFC-2DBD-867A-A6E6-68C9E0BB3867}"/>
                </a:ext>
              </a:extLst>
            </p:cNvPr>
            <p:cNvSpPr/>
            <p:nvPr/>
          </p:nvSpPr>
          <p:spPr>
            <a:xfrm>
              <a:off x="4295546" y="4257759"/>
              <a:ext cx="44154" cy="44154"/>
            </a:xfrm>
            <a:custGeom>
              <a:avLst/>
              <a:gdLst/>
              <a:ahLst/>
              <a:cxnLst/>
              <a:rect l="l" t="t" r="r" b="b"/>
              <a:pathLst>
                <a:path w="2862"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a:extLst>
                <a:ext uri="{FF2B5EF4-FFF2-40B4-BE49-F238E27FC236}">
                  <a16:creationId xmlns:a16="http://schemas.microsoft.com/office/drawing/2014/main" id="{B3144926-5F32-1DA4-E585-5F3DC2975DA6}"/>
                </a:ext>
              </a:extLst>
            </p:cNvPr>
            <p:cNvSpPr/>
            <p:nvPr/>
          </p:nvSpPr>
          <p:spPr>
            <a:xfrm>
              <a:off x="438382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a:extLst>
                <a:ext uri="{FF2B5EF4-FFF2-40B4-BE49-F238E27FC236}">
                  <a16:creationId xmlns:a16="http://schemas.microsoft.com/office/drawing/2014/main" id="{182B718F-9341-5DA4-5723-25454C5271DD}"/>
                </a:ext>
              </a:extLst>
            </p:cNvPr>
            <p:cNvSpPr/>
            <p:nvPr/>
          </p:nvSpPr>
          <p:spPr>
            <a:xfrm>
              <a:off x="4339684"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a:extLst>
                <a:ext uri="{FF2B5EF4-FFF2-40B4-BE49-F238E27FC236}">
                  <a16:creationId xmlns:a16="http://schemas.microsoft.com/office/drawing/2014/main" id="{1E4968C9-25E6-4912-C2B4-24B948F64C37}"/>
                </a:ext>
              </a:extLst>
            </p:cNvPr>
            <p:cNvSpPr/>
            <p:nvPr/>
          </p:nvSpPr>
          <p:spPr>
            <a:xfrm>
              <a:off x="438382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a:extLst>
                <a:ext uri="{FF2B5EF4-FFF2-40B4-BE49-F238E27FC236}">
                  <a16:creationId xmlns:a16="http://schemas.microsoft.com/office/drawing/2014/main" id="{3F8F8C38-9A7B-1B56-2BEE-FDDD1DAEE827}"/>
                </a:ext>
              </a:extLst>
            </p:cNvPr>
            <p:cNvSpPr/>
            <p:nvPr/>
          </p:nvSpPr>
          <p:spPr>
            <a:xfrm>
              <a:off x="4207269" y="4169174"/>
              <a:ext cx="44154" cy="44154"/>
            </a:xfrm>
            <a:custGeom>
              <a:avLst/>
              <a:gdLst/>
              <a:ahLst/>
              <a:cxnLst/>
              <a:rect l="l" t="t" r="r" b="b"/>
              <a:pathLst>
                <a:path w="2862" h="2862" extrusionOk="0">
                  <a:moveTo>
                    <a:pt x="1" y="1"/>
                  </a:moveTo>
                  <a:lnTo>
                    <a:pt x="1"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a:extLst>
                <a:ext uri="{FF2B5EF4-FFF2-40B4-BE49-F238E27FC236}">
                  <a16:creationId xmlns:a16="http://schemas.microsoft.com/office/drawing/2014/main" id="{5AD6C3AD-27C3-04D6-496F-4A0CB209FFEB}"/>
                </a:ext>
              </a:extLst>
            </p:cNvPr>
            <p:cNvSpPr/>
            <p:nvPr/>
          </p:nvSpPr>
          <p:spPr>
            <a:xfrm>
              <a:off x="4251407" y="4213312"/>
              <a:ext cx="44154" cy="44462"/>
            </a:xfrm>
            <a:custGeom>
              <a:avLst/>
              <a:gdLst/>
              <a:ahLst/>
              <a:cxnLst/>
              <a:rect l="l" t="t" r="r" b="b"/>
              <a:pathLst>
                <a:path w="2862" h="2882" extrusionOk="0">
                  <a:moveTo>
                    <a:pt x="0" y="1"/>
                  </a:moveTo>
                  <a:lnTo>
                    <a:pt x="0" y="2881"/>
                  </a:lnTo>
                  <a:lnTo>
                    <a:pt x="2861" y="2881"/>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a:extLst>
                <a:ext uri="{FF2B5EF4-FFF2-40B4-BE49-F238E27FC236}">
                  <a16:creationId xmlns:a16="http://schemas.microsoft.com/office/drawing/2014/main" id="{FC2B80AA-0280-68C6-C9B3-6D50F9B7C515}"/>
                </a:ext>
              </a:extLst>
            </p:cNvPr>
            <p:cNvSpPr/>
            <p:nvPr/>
          </p:nvSpPr>
          <p:spPr>
            <a:xfrm>
              <a:off x="4207269" y="4257759"/>
              <a:ext cx="44154" cy="44154"/>
            </a:xfrm>
            <a:custGeom>
              <a:avLst/>
              <a:gdLst/>
              <a:ahLst/>
              <a:cxnLst/>
              <a:rect l="l" t="t" r="r" b="b"/>
              <a:pathLst>
                <a:path w="2862" h="2862" extrusionOk="0">
                  <a:moveTo>
                    <a:pt x="1" y="0"/>
                  </a:moveTo>
                  <a:lnTo>
                    <a:pt x="1"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a:extLst>
                <a:ext uri="{FF2B5EF4-FFF2-40B4-BE49-F238E27FC236}">
                  <a16:creationId xmlns:a16="http://schemas.microsoft.com/office/drawing/2014/main" id="{8F7F558C-1AA6-1EE8-189F-D4FDC2CC3007}"/>
                </a:ext>
              </a:extLst>
            </p:cNvPr>
            <p:cNvSpPr/>
            <p:nvPr/>
          </p:nvSpPr>
          <p:spPr>
            <a:xfrm>
              <a:off x="4118993" y="4169174"/>
              <a:ext cx="44154" cy="44154"/>
            </a:xfrm>
            <a:custGeom>
              <a:avLst/>
              <a:gdLst/>
              <a:ahLst/>
              <a:cxnLst/>
              <a:rect l="l" t="t" r="r" b="b"/>
              <a:pathLst>
                <a:path w="2862" h="2862" extrusionOk="0">
                  <a:moveTo>
                    <a:pt x="1" y="1"/>
                  </a:moveTo>
                  <a:lnTo>
                    <a:pt x="1" y="2862"/>
                  </a:lnTo>
                  <a:lnTo>
                    <a:pt x="2862" y="2862"/>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a:extLst>
                <a:ext uri="{FF2B5EF4-FFF2-40B4-BE49-F238E27FC236}">
                  <a16:creationId xmlns:a16="http://schemas.microsoft.com/office/drawing/2014/main" id="{0622EE58-0AE8-4729-4FE6-E526E6D12FC8}"/>
                </a:ext>
              </a:extLst>
            </p:cNvPr>
            <p:cNvSpPr/>
            <p:nvPr/>
          </p:nvSpPr>
          <p:spPr>
            <a:xfrm>
              <a:off x="4163131"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a:extLst>
                <a:ext uri="{FF2B5EF4-FFF2-40B4-BE49-F238E27FC236}">
                  <a16:creationId xmlns:a16="http://schemas.microsoft.com/office/drawing/2014/main" id="{F5C67C4D-3513-5DE1-F23A-5F83FA1BF5A6}"/>
                </a:ext>
              </a:extLst>
            </p:cNvPr>
            <p:cNvSpPr/>
            <p:nvPr/>
          </p:nvSpPr>
          <p:spPr>
            <a:xfrm>
              <a:off x="4118993" y="4257759"/>
              <a:ext cx="44154" cy="44154"/>
            </a:xfrm>
            <a:custGeom>
              <a:avLst/>
              <a:gdLst/>
              <a:ahLst/>
              <a:cxnLst/>
              <a:rect l="l" t="t" r="r" b="b"/>
              <a:pathLst>
                <a:path w="2862" h="2862" extrusionOk="0">
                  <a:moveTo>
                    <a:pt x="1" y="0"/>
                  </a:moveTo>
                  <a:lnTo>
                    <a:pt x="1" y="2861"/>
                  </a:lnTo>
                  <a:lnTo>
                    <a:pt x="2862" y="2861"/>
                  </a:lnTo>
                  <a:lnTo>
                    <a:pt x="2862"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a:extLst>
                <a:ext uri="{FF2B5EF4-FFF2-40B4-BE49-F238E27FC236}">
                  <a16:creationId xmlns:a16="http://schemas.microsoft.com/office/drawing/2014/main" id="{B81469A7-CCEA-A5CF-518A-8C34DB3D64D9}"/>
                </a:ext>
              </a:extLst>
            </p:cNvPr>
            <p:cNvSpPr/>
            <p:nvPr/>
          </p:nvSpPr>
          <p:spPr>
            <a:xfrm>
              <a:off x="4030732" y="4169174"/>
              <a:ext cx="44138" cy="44154"/>
            </a:xfrm>
            <a:custGeom>
              <a:avLst/>
              <a:gdLst/>
              <a:ahLst/>
              <a:cxnLst/>
              <a:rect l="l" t="t" r="r" b="b"/>
              <a:pathLst>
                <a:path w="2861" h="2862" extrusionOk="0">
                  <a:moveTo>
                    <a:pt x="0" y="1"/>
                  </a:moveTo>
                  <a:lnTo>
                    <a:pt x="0" y="2862"/>
                  </a:lnTo>
                  <a:lnTo>
                    <a:pt x="2861" y="2862"/>
                  </a:lnTo>
                  <a:lnTo>
                    <a:pt x="2861"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a:extLst>
                <a:ext uri="{FF2B5EF4-FFF2-40B4-BE49-F238E27FC236}">
                  <a16:creationId xmlns:a16="http://schemas.microsoft.com/office/drawing/2014/main" id="{ED9636B8-D09A-1DF3-969A-968030EF4FD2}"/>
                </a:ext>
              </a:extLst>
            </p:cNvPr>
            <p:cNvSpPr/>
            <p:nvPr/>
          </p:nvSpPr>
          <p:spPr>
            <a:xfrm>
              <a:off x="4074855" y="4213312"/>
              <a:ext cx="44154" cy="44462"/>
            </a:xfrm>
            <a:custGeom>
              <a:avLst/>
              <a:gdLst/>
              <a:ahLst/>
              <a:cxnLst/>
              <a:rect l="l" t="t" r="r" b="b"/>
              <a:pathLst>
                <a:path w="2862" h="2882" extrusionOk="0">
                  <a:moveTo>
                    <a:pt x="1" y="1"/>
                  </a:moveTo>
                  <a:lnTo>
                    <a:pt x="1" y="2881"/>
                  </a:lnTo>
                  <a:lnTo>
                    <a:pt x="2862" y="2881"/>
                  </a:lnTo>
                  <a:lnTo>
                    <a:pt x="2862" y="1"/>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a:extLst>
                <a:ext uri="{FF2B5EF4-FFF2-40B4-BE49-F238E27FC236}">
                  <a16:creationId xmlns:a16="http://schemas.microsoft.com/office/drawing/2014/main" id="{EF89578C-A7A1-54C7-79D4-A2B5064E6481}"/>
                </a:ext>
              </a:extLst>
            </p:cNvPr>
            <p:cNvSpPr/>
            <p:nvPr/>
          </p:nvSpPr>
          <p:spPr>
            <a:xfrm>
              <a:off x="4030732" y="4257759"/>
              <a:ext cx="44138" cy="44154"/>
            </a:xfrm>
            <a:custGeom>
              <a:avLst/>
              <a:gdLst/>
              <a:ahLst/>
              <a:cxnLst/>
              <a:rect l="l" t="t" r="r" b="b"/>
              <a:pathLst>
                <a:path w="2861" h="2862" extrusionOk="0">
                  <a:moveTo>
                    <a:pt x="0" y="0"/>
                  </a:moveTo>
                  <a:lnTo>
                    <a:pt x="0" y="2861"/>
                  </a:lnTo>
                  <a:lnTo>
                    <a:pt x="2861" y="2861"/>
                  </a:lnTo>
                  <a:lnTo>
                    <a:pt x="2861"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a:extLst>
                <a:ext uri="{FF2B5EF4-FFF2-40B4-BE49-F238E27FC236}">
                  <a16:creationId xmlns:a16="http://schemas.microsoft.com/office/drawing/2014/main" id="{AF938905-CB48-F0CE-B493-DDE2B63122DE}"/>
                </a:ext>
              </a:extLst>
            </p:cNvPr>
            <p:cNvSpPr/>
            <p:nvPr/>
          </p:nvSpPr>
          <p:spPr>
            <a:xfrm>
              <a:off x="3623832" y="3360526"/>
              <a:ext cx="823181" cy="405095"/>
            </a:xfrm>
            <a:custGeom>
              <a:avLst/>
              <a:gdLst/>
              <a:ahLst/>
              <a:cxnLst/>
              <a:rect l="l" t="t" r="r" b="b"/>
              <a:pathLst>
                <a:path w="53358" h="26258" extrusionOk="0">
                  <a:moveTo>
                    <a:pt x="51124" y="0"/>
                  </a:moveTo>
                  <a:lnTo>
                    <a:pt x="47694" y="98"/>
                  </a:lnTo>
                  <a:lnTo>
                    <a:pt x="45970" y="157"/>
                  </a:lnTo>
                  <a:lnTo>
                    <a:pt x="44246" y="216"/>
                  </a:lnTo>
                  <a:lnTo>
                    <a:pt x="42502" y="294"/>
                  </a:lnTo>
                  <a:lnTo>
                    <a:pt x="40758" y="392"/>
                  </a:lnTo>
                  <a:lnTo>
                    <a:pt x="39033" y="529"/>
                  </a:lnTo>
                  <a:lnTo>
                    <a:pt x="37290" y="705"/>
                  </a:lnTo>
                  <a:lnTo>
                    <a:pt x="35565" y="921"/>
                  </a:lnTo>
                  <a:lnTo>
                    <a:pt x="34703" y="1039"/>
                  </a:lnTo>
                  <a:lnTo>
                    <a:pt x="33860" y="1176"/>
                  </a:lnTo>
                  <a:lnTo>
                    <a:pt x="32998" y="1333"/>
                  </a:lnTo>
                  <a:lnTo>
                    <a:pt x="32156" y="1489"/>
                  </a:lnTo>
                  <a:lnTo>
                    <a:pt x="31313" y="1666"/>
                  </a:lnTo>
                  <a:lnTo>
                    <a:pt x="30470" y="1862"/>
                  </a:lnTo>
                  <a:lnTo>
                    <a:pt x="29628" y="2077"/>
                  </a:lnTo>
                  <a:lnTo>
                    <a:pt x="28805" y="2312"/>
                  </a:lnTo>
                  <a:lnTo>
                    <a:pt x="27982" y="2567"/>
                  </a:lnTo>
                  <a:lnTo>
                    <a:pt x="27159" y="2822"/>
                  </a:lnTo>
                  <a:lnTo>
                    <a:pt x="26336" y="3116"/>
                  </a:lnTo>
                  <a:lnTo>
                    <a:pt x="25533" y="3429"/>
                  </a:lnTo>
                  <a:lnTo>
                    <a:pt x="24749" y="3743"/>
                  </a:lnTo>
                  <a:lnTo>
                    <a:pt x="23945" y="4095"/>
                  </a:lnTo>
                  <a:lnTo>
                    <a:pt x="23064" y="4527"/>
                  </a:lnTo>
                  <a:lnTo>
                    <a:pt x="22201" y="4997"/>
                  </a:lnTo>
                  <a:lnTo>
                    <a:pt x="21339" y="5487"/>
                  </a:lnTo>
                  <a:lnTo>
                    <a:pt x="20497" y="5996"/>
                  </a:lnTo>
                  <a:lnTo>
                    <a:pt x="19654" y="6564"/>
                  </a:lnTo>
                  <a:lnTo>
                    <a:pt x="18831" y="7133"/>
                  </a:lnTo>
                  <a:lnTo>
                    <a:pt x="18008" y="7740"/>
                  </a:lnTo>
                  <a:lnTo>
                    <a:pt x="17205" y="8367"/>
                  </a:lnTo>
                  <a:lnTo>
                    <a:pt x="16421" y="9014"/>
                  </a:lnTo>
                  <a:lnTo>
                    <a:pt x="15637" y="9700"/>
                  </a:lnTo>
                  <a:lnTo>
                    <a:pt x="14853" y="10385"/>
                  </a:lnTo>
                  <a:lnTo>
                    <a:pt x="14089" y="11091"/>
                  </a:lnTo>
                  <a:lnTo>
                    <a:pt x="13325" y="11816"/>
                  </a:lnTo>
                  <a:lnTo>
                    <a:pt x="12580" y="12560"/>
                  </a:lnTo>
                  <a:lnTo>
                    <a:pt x="11836" y="13305"/>
                  </a:lnTo>
                  <a:lnTo>
                    <a:pt x="11091" y="14069"/>
                  </a:lnTo>
                  <a:lnTo>
                    <a:pt x="9641" y="15617"/>
                  </a:lnTo>
                  <a:lnTo>
                    <a:pt x="8230" y="17165"/>
                  </a:lnTo>
                  <a:lnTo>
                    <a:pt x="6819" y="18753"/>
                  </a:lnTo>
                  <a:lnTo>
                    <a:pt x="5428" y="20320"/>
                  </a:lnTo>
                  <a:lnTo>
                    <a:pt x="4056" y="21868"/>
                  </a:lnTo>
                  <a:lnTo>
                    <a:pt x="2704" y="23377"/>
                  </a:lnTo>
                  <a:lnTo>
                    <a:pt x="1352" y="24847"/>
                  </a:lnTo>
                  <a:lnTo>
                    <a:pt x="0" y="26257"/>
                  </a:lnTo>
                  <a:lnTo>
                    <a:pt x="53240" y="26257"/>
                  </a:lnTo>
                  <a:lnTo>
                    <a:pt x="53357" y="2116"/>
                  </a:lnTo>
                  <a:lnTo>
                    <a:pt x="53338" y="1724"/>
                  </a:lnTo>
                  <a:lnTo>
                    <a:pt x="53338" y="1528"/>
                  </a:lnTo>
                  <a:lnTo>
                    <a:pt x="53318" y="1333"/>
                  </a:lnTo>
                  <a:lnTo>
                    <a:pt x="53259" y="1097"/>
                  </a:lnTo>
                  <a:lnTo>
                    <a:pt x="53181" y="862"/>
                  </a:lnTo>
                  <a:lnTo>
                    <a:pt x="53083" y="647"/>
                  </a:lnTo>
                  <a:lnTo>
                    <a:pt x="53005" y="549"/>
                  </a:lnTo>
                  <a:lnTo>
                    <a:pt x="52926" y="470"/>
                  </a:lnTo>
                  <a:lnTo>
                    <a:pt x="52750" y="314"/>
                  </a:lnTo>
                  <a:lnTo>
                    <a:pt x="52554" y="196"/>
                  </a:lnTo>
                  <a:lnTo>
                    <a:pt x="52339" y="118"/>
                  </a:lnTo>
                  <a:lnTo>
                    <a:pt x="52103" y="59"/>
                  </a:lnTo>
                  <a:lnTo>
                    <a:pt x="51868" y="20"/>
                  </a:lnTo>
                  <a:lnTo>
                    <a:pt x="516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a:extLst>
                <a:ext uri="{FF2B5EF4-FFF2-40B4-BE49-F238E27FC236}">
                  <a16:creationId xmlns:a16="http://schemas.microsoft.com/office/drawing/2014/main" id="{63DA2F77-E048-312C-9836-EC8FAB9C5ACB}"/>
                </a:ext>
              </a:extLst>
            </p:cNvPr>
            <p:cNvSpPr/>
            <p:nvPr/>
          </p:nvSpPr>
          <p:spPr>
            <a:xfrm>
              <a:off x="4489623" y="3360526"/>
              <a:ext cx="823181" cy="405095"/>
            </a:xfrm>
            <a:custGeom>
              <a:avLst/>
              <a:gdLst/>
              <a:ahLst/>
              <a:cxnLst/>
              <a:rect l="l" t="t" r="r" b="b"/>
              <a:pathLst>
                <a:path w="53358" h="26258" extrusionOk="0">
                  <a:moveTo>
                    <a:pt x="1744" y="0"/>
                  </a:moveTo>
                  <a:lnTo>
                    <a:pt x="1490" y="20"/>
                  </a:lnTo>
                  <a:lnTo>
                    <a:pt x="1254" y="59"/>
                  </a:lnTo>
                  <a:lnTo>
                    <a:pt x="1019" y="118"/>
                  </a:lnTo>
                  <a:lnTo>
                    <a:pt x="804" y="196"/>
                  </a:lnTo>
                  <a:lnTo>
                    <a:pt x="608" y="314"/>
                  </a:lnTo>
                  <a:lnTo>
                    <a:pt x="431" y="470"/>
                  </a:lnTo>
                  <a:lnTo>
                    <a:pt x="353" y="549"/>
                  </a:lnTo>
                  <a:lnTo>
                    <a:pt x="275" y="647"/>
                  </a:lnTo>
                  <a:lnTo>
                    <a:pt x="177" y="862"/>
                  </a:lnTo>
                  <a:lnTo>
                    <a:pt x="98" y="1097"/>
                  </a:lnTo>
                  <a:lnTo>
                    <a:pt x="59" y="1333"/>
                  </a:lnTo>
                  <a:lnTo>
                    <a:pt x="20" y="1528"/>
                  </a:lnTo>
                  <a:lnTo>
                    <a:pt x="20" y="1724"/>
                  </a:lnTo>
                  <a:lnTo>
                    <a:pt x="0" y="2116"/>
                  </a:lnTo>
                  <a:lnTo>
                    <a:pt x="118" y="26257"/>
                  </a:lnTo>
                  <a:lnTo>
                    <a:pt x="53358" y="26257"/>
                  </a:lnTo>
                  <a:lnTo>
                    <a:pt x="52006" y="24847"/>
                  </a:lnTo>
                  <a:lnTo>
                    <a:pt x="50673" y="23377"/>
                  </a:lnTo>
                  <a:lnTo>
                    <a:pt x="49301" y="21868"/>
                  </a:lnTo>
                  <a:lnTo>
                    <a:pt x="47930" y="20320"/>
                  </a:lnTo>
                  <a:lnTo>
                    <a:pt x="46539" y="18753"/>
                  </a:lnTo>
                  <a:lnTo>
                    <a:pt x="45147" y="17165"/>
                  </a:lnTo>
                  <a:lnTo>
                    <a:pt x="43717" y="15617"/>
                  </a:lnTo>
                  <a:lnTo>
                    <a:pt x="42267" y="14069"/>
                  </a:lnTo>
                  <a:lnTo>
                    <a:pt x="41522" y="13305"/>
                  </a:lnTo>
                  <a:lnTo>
                    <a:pt x="40778" y="12560"/>
                  </a:lnTo>
                  <a:lnTo>
                    <a:pt x="40033" y="11816"/>
                  </a:lnTo>
                  <a:lnTo>
                    <a:pt x="39269" y="11091"/>
                  </a:lnTo>
                  <a:lnTo>
                    <a:pt x="38505" y="10385"/>
                  </a:lnTo>
                  <a:lnTo>
                    <a:pt x="37740" y="9700"/>
                  </a:lnTo>
                  <a:lnTo>
                    <a:pt x="36957" y="9014"/>
                  </a:lnTo>
                  <a:lnTo>
                    <a:pt x="36153" y="8367"/>
                  </a:lnTo>
                  <a:lnTo>
                    <a:pt x="35350" y="7740"/>
                  </a:lnTo>
                  <a:lnTo>
                    <a:pt x="34527" y="7133"/>
                  </a:lnTo>
                  <a:lnTo>
                    <a:pt x="33704" y="6564"/>
                  </a:lnTo>
                  <a:lnTo>
                    <a:pt x="32881" y="5996"/>
                  </a:lnTo>
                  <a:lnTo>
                    <a:pt x="32019" y="5487"/>
                  </a:lnTo>
                  <a:lnTo>
                    <a:pt x="31176" y="4997"/>
                  </a:lnTo>
                  <a:lnTo>
                    <a:pt x="30294" y="4527"/>
                  </a:lnTo>
                  <a:lnTo>
                    <a:pt x="29413" y="4095"/>
                  </a:lnTo>
                  <a:lnTo>
                    <a:pt x="28629" y="3743"/>
                  </a:lnTo>
                  <a:lnTo>
                    <a:pt x="27825" y="3429"/>
                  </a:lnTo>
                  <a:lnTo>
                    <a:pt x="27022" y="3116"/>
                  </a:lnTo>
                  <a:lnTo>
                    <a:pt x="26199" y="2822"/>
                  </a:lnTo>
                  <a:lnTo>
                    <a:pt x="25376" y="2567"/>
                  </a:lnTo>
                  <a:lnTo>
                    <a:pt x="24553" y="2312"/>
                  </a:lnTo>
                  <a:lnTo>
                    <a:pt x="23730" y="2077"/>
                  </a:lnTo>
                  <a:lnTo>
                    <a:pt x="22887" y="1862"/>
                  </a:lnTo>
                  <a:lnTo>
                    <a:pt x="22064" y="1666"/>
                  </a:lnTo>
                  <a:lnTo>
                    <a:pt x="21202" y="1489"/>
                  </a:lnTo>
                  <a:lnTo>
                    <a:pt x="20360" y="1333"/>
                  </a:lnTo>
                  <a:lnTo>
                    <a:pt x="19517" y="1176"/>
                  </a:lnTo>
                  <a:lnTo>
                    <a:pt x="18655" y="1039"/>
                  </a:lnTo>
                  <a:lnTo>
                    <a:pt x="17793" y="921"/>
                  </a:lnTo>
                  <a:lnTo>
                    <a:pt x="16068" y="705"/>
                  </a:lnTo>
                  <a:lnTo>
                    <a:pt x="14344" y="529"/>
                  </a:lnTo>
                  <a:lnTo>
                    <a:pt x="12600" y="392"/>
                  </a:lnTo>
                  <a:lnTo>
                    <a:pt x="10856" y="294"/>
                  </a:lnTo>
                  <a:lnTo>
                    <a:pt x="9132" y="216"/>
                  </a:lnTo>
                  <a:lnTo>
                    <a:pt x="7388" y="157"/>
                  </a:lnTo>
                  <a:lnTo>
                    <a:pt x="5663" y="98"/>
                  </a:lnTo>
                  <a:lnTo>
                    <a:pt x="22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a:extLst>
                <a:ext uri="{FF2B5EF4-FFF2-40B4-BE49-F238E27FC236}">
                  <a16:creationId xmlns:a16="http://schemas.microsoft.com/office/drawing/2014/main" id="{1F5AD785-2436-DD90-7E28-A6691AB02D94}"/>
                </a:ext>
              </a:extLst>
            </p:cNvPr>
            <p:cNvSpPr/>
            <p:nvPr/>
          </p:nvSpPr>
          <p:spPr>
            <a:xfrm>
              <a:off x="3449100" y="3394374"/>
              <a:ext cx="406916" cy="393309"/>
            </a:xfrm>
            <a:custGeom>
              <a:avLst/>
              <a:gdLst/>
              <a:ahLst/>
              <a:cxnLst/>
              <a:rect l="l" t="t" r="r" b="b"/>
              <a:pathLst>
                <a:path w="26376" h="25494" extrusionOk="0">
                  <a:moveTo>
                    <a:pt x="26375" y="1"/>
                  </a:moveTo>
                  <a:lnTo>
                    <a:pt x="25905" y="236"/>
                  </a:lnTo>
                  <a:lnTo>
                    <a:pt x="25415" y="510"/>
                  </a:lnTo>
                  <a:lnTo>
                    <a:pt x="24925" y="804"/>
                  </a:lnTo>
                  <a:lnTo>
                    <a:pt x="24435" y="1118"/>
                  </a:lnTo>
                  <a:lnTo>
                    <a:pt x="23416" y="1784"/>
                  </a:lnTo>
                  <a:lnTo>
                    <a:pt x="22378" y="2528"/>
                  </a:lnTo>
                  <a:lnTo>
                    <a:pt x="21320" y="3332"/>
                  </a:lnTo>
                  <a:lnTo>
                    <a:pt x="20242" y="4174"/>
                  </a:lnTo>
                  <a:lnTo>
                    <a:pt x="19145" y="5095"/>
                  </a:lnTo>
                  <a:lnTo>
                    <a:pt x="18047" y="6036"/>
                  </a:lnTo>
                  <a:lnTo>
                    <a:pt x="16950" y="7016"/>
                  </a:lnTo>
                  <a:lnTo>
                    <a:pt x="15833" y="8035"/>
                  </a:lnTo>
                  <a:lnTo>
                    <a:pt x="14736" y="9073"/>
                  </a:lnTo>
                  <a:lnTo>
                    <a:pt x="13638" y="10131"/>
                  </a:lnTo>
                  <a:lnTo>
                    <a:pt x="12561" y="11209"/>
                  </a:lnTo>
                  <a:lnTo>
                    <a:pt x="11503" y="12267"/>
                  </a:lnTo>
                  <a:lnTo>
                    <a:pt x="10464" y="13345"/>
                  </a:lnTo>
                  <a:lnTo>
                    <a:pt x="9445" y="14403"/>
                  </a:lnTo>
                  <a:lnTo>
                    <a:pt x="7505" y="16461"/>
                  </a:lnTo>
                  <a:lnTo>
                    <a:pt x="5722" y="18420"/>
                  </a:lnTo>
                  <a:lnTo>
                    <a:pt x="4115" y="20223"/>
                  </a:lnTo>
                  <a:lnTo>
                    <a:pt x="2724" y="21810"/>
                  </a:lnTo>
                  <a:lnTo>
                    <a:pt x="1568" y="23143"/>
                  </a:lnTo>
                  <a:lnTo>
                    <a:pt x="725" y="24142"/>
                  </a:lnTo>
                  <a:lnTo>
                    <a:pt x="0" y="25004"/>
                  </a:lnTo>
                  <a:lnTo>
                    <a:pt x="3880" y="25494"/>
                  </a:lnTo>
                  <a:lnTo>
                    <a:pt x="263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a:extLst>
                <a:ext uri="{FF2B5EF4-FFF2-40B4-BE49-F238E27FC236}">
                  <a16:creationId xmlns:a16="http://schemas.microsoft.com/office/drawing/2014/main" id="{F7E551FF-9AC3-7EF2-B8B8-CF4C84A9F565}"/>
                </a:ext>
              </a:extLst>
            </p:cNvPr>
            <p:cNvSpPr/>
            <p:nvPr/>
          </p:nvSpPr>
          <p:spPr>
            <a:xfrm>
              <a:off x="4995368" y="3350838"/>
              <a:ext cx="415385" cy="416604"/>
            </a:xfrm>
            <a:custGeom>
              <a:avLst/>
              <a:gdLst/>
              <a:ahLst/>
              <a:cxnLst/>
              <a:rect l="l" t="t" r="r" b="b"/>
              <a:pathLst>
                <a:path w="26925" h="27004" extrusionOk="0">
                  <a:moveTo>
                    <a:pt x="1" y="1"/>
                  </a:moveTo>
                  <a:lnTo>
                    <a:pt x="25768" y="27003"/>
                  </a:lnTo>
                  <a:lnTo>
                    <a:pt x="26924" y="27003"/>
                  </a:lnTo>
                  <a:lnTo>
                    <a:pt x="26787" y="26748"/>
                  </a:lnTo>
                  <a:lnTo>
                    <a:pt x="26395" y="26023"/>
                  </a:lnTo>
                  <a:lnTo>
                    <a:pt x="25749" y="24867"/>
                  </a:lnTo>
                  <a:lnTo>
                    <a:pt x="24847" y="23378"/>
                  </a:lnTo>
                  <a:lnTo>
                    <a:pt x="24318" y="22516"/>
                  </a:lnTo>
                  <a:lnTo>
                    <a:pt x="23730" y="21575"/>
                  </a:lnTo>
                  <a:lnTo>
                    <a:pt x="23103" y="20595"/>
                  </a:lnTo>
                  <a:lnTo>
                    <a:pt x="22398" y="19557"/>
                  </a:lnTo>
                  <a:lnTo>
                    <a:pt x="21673" y="18479"/>
                  </a:lnTo>
                  <a:lnTo>
                    <a:pt x="20870" y="17362"/>
                  </a:lnTo>
                  <a:lnTo>
                    <a:pt x="20027" y="16226"/>
                  </a:lnTo>
                  <a:lnTo>
                    <a:pt x="19145" y="15070"/>
                  </a:lnTo>
                  <a:lnTo>
                    <a:pt x="18224" y="13894"/>
                  </a:lnTo>
                  <a:lnTo>
                    <a:pt x="17244" y="12718"/>
                  </a:lnTo>
                  <a:lnTo>
                    <a:pt x="16245" y="11543"/>
                  </a:lnTo>
                  <a:lnTo>
                    <a:pt x="15187" y="10367"/>
                  </a:lnTo>
                  <a:lnTo>
                    <a:pt x="14090" y="9230"/>
                  </a:lnTo>
                  <a:lnTo>
                    <a:pt x="13541" y="8662"/>
                  </a:lnTo>
                  <a:lnTo>
                    <a:pt x="12953" y="8113"/>
                  </a:lnTo>
                  <a:lnTo>
                    <a:pt x="12385" y="7565"/>
                  </a:lnTo>
                  <a:lnTo>
                    <a:pt x="11797" y="7016"/>
                  </a:lnTo>
                  <a:lnTo>
                    <a:pt x="11209" y="6487"/>
                  </a:lnTo>
                  <a:lnTo>
                    <a:pt x="10602" y="5978"/>
                  </a:lnTo>
                  <a:lnTo>
                    <a:pt x="9994" y="5468"/>
                  </a:lnTo>
                  <a:lnTo>
                    <a:pt x="9367" y="4978"/>
                  </a:lnTo>
                  <a:lnTo>
                    <a:pt x="8740" y="4508"/>
                  </a:lnTo>
                  <a:lnTo>
                    <a:pt x="8113" y="4038"/>
                  </a:lnTo>
                  <a:lnTo>
                    <a:pt x="7467" y="3587"/>
                  </a:lnTo>
                  <a:lnTo>
                    <a:pt x="6820" y="3156"/>
                  </a:lnTo>
                  <a:lnTo>
                    <a:pt x="6173" y="2744"/>
                  </a:lnTo>
                  <a:lnTo>
                    <a:pt x="5507" y="2352"/>
                  </a:lnTo>
                  <a:lnTo>
                    <a:pt x="4841" y="1980"/>
                  </a:lnTo>
                  <a:lnTo>
                    <a:pt x="4155" y="1627"/>
                  </a:lnTo>
                  <a:lnTo>
                    <a:pt x="3489" y="1294"/>
                  </a:lnTo>
                  <a:lnTo>
                    <a:pt x="2803" y="1000"/>
                  </a:lnTo>
                  <a:lnTo>
                    <a:pt x="2098" y="706"/>
                  </a:lnTo>
                  <a:lnTo>
                    <a:pt x="1412" y="452"/>
                  </a:lnTo>
                  <a:lnTo>
                    <a:pt x="706" y="21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a:extLst>
                <a:ext uri="{FF2B5EF4-FFF2-40B4-BE49-F238E27FC236}">
                  <a16:creationId xmlns:a16="http://schemas.microsoft.com/office/drawing/2014/main" id="{C1F0FE6A-84B8-8572-EFC5-6AF8A414CF0C}"/>
                </a:ext>
              </a:extLst>
            </p:cNvPr>
            <p:cNvSpPr/>
            <p:nvPr/>
          </p:nvSpPr>
          <p:spPr>
            <a:xfrm>
              <a:off x="5998109" y="3982363"/>
              <a:ext cx="279346" cy="96746"/>
            </a:xfrm>
            <a:custGeom>
              <a:avLst/>
              <a:gdLst/>
              <a:ahLst/>
              <a:cxnLst/>
              <a:rect l="l" t="t" r="r" b="b"/>
              <a:pathLst>
                <a:path w="18107" h="6271" extrusionOk="0">
                  <a:moveTo>
                    <a:pt x="1" y="0"/>
                  </a:moveTo>
                  <a:lnTo>
                    <a:pt x="99" y="235"/>
                  </a:lnTo>
                  <a:lnTo>
                    <a:pt x="432" y="882"/>
                  </a:lnTo>
                  <a:lnTo>
                    <a:pt x="686" y="1313"/>
                  </a:lnTo>
                  <a:lnTo>
                    <a:pt x="980" y="1803"/>
                  </a:lnTo>
                  <a:lnTo>
                    <a:pt x="1333" y="2332"/>
                  </a:lnTo>
                  <a:lnTo>
                    <a:pt x="1745" y="2881"/>
                  </a:lnTo>
                  <a:lnTo>
                    <a:pt x="2195" y="3449"/>
                  </a:lnTo>
                  <a:lnTo>
                    <a:pt x="2430" y="3723"/>
                  </a:lnTo>
                  <a:lnTo>
                    <a:pt x="2685" y="3998"/>
                  </a:lnTo>
                  <a:lnTo>
                    <a:pt x="2959" y="4272"/>
                  </a:lnTo>
                  <a:lnTo>
                    <a:pt x="3253" y="4527"/>
                  </a:lnTo>
                  <a:lnTo>
                    <a:pt x="3547" y="4781"/>
                  </a:lnTo>
                  <a:lnTo>
                    <a:pt x="3841" y="5017"/>
                  </a:lnTo>
                  <a:lnTo>
                    <a:pt x="4155" y="5232"/>
                  </a:lnTo>
                  <a:lnTo>
                    <a:pt x="4488" y="5448"/>
                  </a:lnTo>
                  <a:lnTo>
                    <a:pt x="4841" y="5644"/>
                  </a:lnTo>
                  <a:lnTo>
                    <a:pt x="5193" y="5820"/>
                  </a:lnTo>
                  <a:lnTo>
                    <a:pt x="5546" y="5977"/>
                  </a:lnTo>
                  <a:lnTo>
                    <a:pt x="5918" y="6094"/>
                  </a:lnTo>
                  <a:lnTo>
                    <a:pt x="6310" y="6192"/>
                  </a:lnTo>
                  <a:lnTo>
                    <a:pt x="6702" y="6271"/>
                  </a:lnTo>
                  <a:lnTo>
                    <a:pt x="18106" y="6271"/>
                  </a:lnTo>
                  <a:lnTo>
                    <a:pt x="18067" y="6114"/>
                  </a:lnTo>
                  <a:lnTo>
                    <a:pt x="17930" y="5683"/>
                  </a:lnTo>
                  <a:lnTo>
                    <a:pt x="17675" y="5017"/>
                  </a:lnTo>
                  <a:lnTo>
                    <a:pt x="17519" y="4605"/>
                  </a:lnTo>
                  <a:lnTo>
                    <a:pt x="17323" y="4154"/>
                  </a:lnTo>
                  <a:lnTo>
                    <a:pt x="17107" y="3684"/>
                  </a:lnTo>
                  <a:lnTo>
                    <a:pt x="16852" y="3175"/>
                  </a:lnTo>
                  <a:lnTo>
                    <a:pt x="16578" y="2665"/>
                  </a:lnTo>
                  <a:lnTo>
                    <a:pt x="16264" y="2136"/>
                  </a:lnTo>
                  <a:lnTo>
                    <a:pt x="15912" y="1587"/>
                  </a:lnTo>
                  <a:lnTo>
                    <a:pt x="15539" y="1058"/>
                  </a:lnTo>
                  <a:lnTo>
                    <a:pt x="15108" y="529"/>
                  </a:lnTo>
                  <a:lnTo>
                    <a:pt x="1467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a:extLst>
                <a:ext uri="{FF2B5EF4-FFF2-40B4-BE49-F238E27FC236}">
                  <a16:creationId xmlns:a16="http://schemas.microsoft.com/office/drawing/2014/main" id="{E074869A-0ABD-1B05-9FBA-96B5E027F15C}"/>
                </a:ext>
              </a:extLst>
            </p:cNvPr>
            <p:cNvSpPr/>
            <p:nvPr/>
          </p:nvSpPr>
          <p:spPr>
            <a:xfrm>
              <a:off x="6163769" y="4205460"/>
              <a:ext cx="155093" cy="65922"/>
            </a:xfrm>
            <a:custGeom>
              <a:avLst/>
              <a:gdLst/>
              <a:ahLst/>
              <a:cxnLst/>
              <a:rect l="l" t="t" r="r" b="b"/>
              <a:pathLst>
                <a:path w="10053" h="4273" extrusionOk="0">
                  <a:moveTo>
                    <a:pt x="2137" y="0"/>
                  </a:moveTo>
                  <a:lnTo>
                    <a:pt x="1901" y="20"/>
                  </a:lnTo>
                  <a:lnTo>
                    <a:pt x="1705" y="40"/>
                  </a:lnTo>
                  <a:lnTo>
                    <a:pt x="1490" y="98"/>
                  </a:lnTo>
                  <a:lnTo>
                    <a:pt x="1294" y="177"/>
                  </a:lnTo>
                  <a:lnTo>
                    <a:pt x="1118" y="255"/>
                  </a:lnTo>
                  <a:lnTo>
                    <a:pt x="941" y="373"/>
                  </a:lnTo>
                  <a:lnTo>
                    <a:pt x="765" y="490"/>
                  </a:lnTo>
                  <a:lnTo>
                    <a:pt x="628" y="627"/>
                  </a:lnTo>
                  <a:lnTo>
                    <a:pt x="491" y="784"/>
                  </a:lnTo>
                  <a:lnTo>
                    <a:pt x="353" y="941"/>
                  </a:lnTo>
                  <a:lnTo>
                    <a:pt x="255" y="1117"/>
                  </a:lnTo>
                  <a:lnTo>
                    <a:pt x="157" y="1313"/>
                  </a:lnTo>
                  <a:lnTo>
                    <a:pt x="99" y="1509"/>
                  </a:lnTo>
                  <a:lnTo>
                    <a:pt x="40" y="1705"/>
                  </a:lnTo>
                  <a:lnTo>
                    <a:pt x="1" y="1921"/>
                  </a:lnTo>
                  <a:lnTo>
                    <a:pt x="1" y="2136"/>
                  </a:lnTo>
                  <a:lnTo>
                    <a:pt x="1" y="2352"/>
                  </a:lnTo>
                  <a:lnTo>
                    <a:pt x="40" y="2567"/>
                  </a:lnTo>
                  <a:lnTo>
                    <a:pt x="99" y="2763"/>
                  </a:lnTo>
                  <a:lnTo>
                    <a:pt x="157" y="2959"/>
                  </a:lnTo>
                  <a:lnTo>
                    <a:pt x="255" y="3155"/>
                  </a:lnTo>
                  <a:lnTo>
                    <a:pt x="353" y="3332"/>
                  </a:lnTo>
                  <a:lnTo>
                    <a:pt x="491" y="3488"/>
                  </a:lnTo>
                  <a:lnTo>
                    <a:pt x="628" y="3645"/>
                  </a:lnTo>
                  <a:lnTo>
                    <a:pt x="765" y="3782"/>
                  </a:lnTo>
                  <a:lnTo>
                    <a:pt x="941" y="3900"/>
                  </a:lnTo>
                  <a:lnTo>
                    <a:pt x="1118" y="4017"/>
                  </a:lnTo>
                  <a:lnTo>
                    <a:pt x="1294" y="4096"/>
                  </a:lnTo>
                  <a:lnTo>
                    <a:pt x="1490" y="4174"/>
                  </a:lnTo>
                  <a:lnTo>
                    <a:pt x="1705" y="4233"/>
                  </a:lnTo>
                  <a:lnTo>
                    <a:pt x="1901" y="4252"/>
                  </a:lnTo>
                  <a:lnTo>
                    <a:pt x="2137" y="4272"/>
                  </a:lnTo>
                  <a:lnTo>
                    <a:pt x="10014" y="4272"/>
                  </a:lnTo>
                  <a:lnTo>
                    <a:pt x="10033" y="3606"/>
                  </a:lnTo>
                  <a:lnTo>
                    <a:pt x="10053" y="2920"/>
                  </a:lnTo>
                  <a:lnTo>
                    <a:pt x="10033" y="2136"/>
                  </a:lnTo>
                  <a:lnTo>
                    <a:pt x="10033" y="1744"/>
                  </a:lnTo>
                  <a:lnTo>
                    <a:pt x="9994" y="1352"/>
                  </a:lnTo>
                  <a:lnTo>
                    <a:pt x="9955" y="1000"/>
                  </a:lnTo>
                  <a:lnTo>
                    <a:pt x="9896" y="667"/>
                  </a:lnTo>
                  <a:lnTo>
                    <a:pt x="9837" y="392"/>
                  </a:lnTo>
                  <a:lnTo>
                    <a:pt x="9739" y="177"/>
                  </a:lnTo>
                  <a:lnTo>
                    <a:pt x="9681" y="98"/>
                  </a:lnTo>
                  <a:lnTo>
                    <a:pt x="9622" y="59"/>
                  </a:lnTo>
                  <a:lnTo>
                    <a:pt x="9563" y="20"/>
                  </a:lnTo>
                  <a:lnTo>
                    <a:pt x="9504" y="0"/>
                  </a:lnTo>
                  <a:close/>
                </a:path>
              </a:pathLst>
            </a:custGeom>
            <a:solidFill>
              <a:srgbClr val="2C12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a:extLst>
                <a:ext uri="{FF2B5EF4-FFF2-40B4-BE49-F238E27FC236}">
                  <a16:creationId xmlns:a16="http://schemas.microsoft.com/office/drawing/2014/main" id="{D9A6955A-6541-1BF1-71B9-3AB5656911FE}"/>
                </a:ext>
              </a:extLst>
            </p:cNvPr>
            <p:cNvSpPr/>
            <p:nvPr/>
          </p:nvSpPr>
          <p:spPr>
            <a:xfrm>
              <a:off x="2928222" y="3967845"/>
              <a:ext cx="190175" cy="117002"/>
            </a:xfrm>
            <a:custGeom>
              <a:avLst/>
              <a:gdLst/>
              <a:ahLst/>
              <a:cxnLst/>
              <a:rect l="l" t="t" r="r" b="b"/>
              <a:pathLst>
                <a:path w="12327" h="7584" extrusionOk="0">
                  <a:moveTo>
                    <a:pt x="785" y="1"/>
                  </a:moveTo>
                  <a:lnTo>
                    <a:pt x="667" y="569"/>
                  </a:lnTo>
                  <a:lnTo>
                    <a:pt x="550" y="1157"/>
                  </a:lnTo>
                  <a:lnTo>
                    <a:pt x="452" y="1764"/>
                  </a:lnTo>
                  <a:lnTo>
                    <a:pt x="354" y="2391"/>
                  </a:lnTo>
                  <a:lnTo>
                    <a:pt x="217" y="3665"/>
                  </a:lnTo>
                  <a:lnTo>
                    <a:pt x="119" y="4880"/>
                  </a:lnTo>
                  <a:lnTo>
                    <a:pt x="60" y="5938"/>
                  </a:lnTo>
                  <a:lnTo>
                    <a:pt x="21" y="6800"/>
                  </a:lnTo>
                  <a:lnTo>
                    <a:pt x="1" y="7584"/>
                  </a:lnTo>
                  <a:lnTo>
                    <a:pt x="8407" y="7584"/>
                  </a:lnTo>
                  <a:lnTo>
                    <a:pt x="8838" y="7408"/>
                  </a:lnTo>
                  <a:lnTo>
                    <a:pt x="9250" y="7192"/>
                  </a:lnTo>
                  <a:lnTo>
                    <a:pt x="9622" y="6957"/>
                  </a:lnTo>
                  <a:lnTo>
                    <a:pt x="9955" y="6722"/>
                  </a:lnTo>
                  <a:lnTo>
                    <a:pt x="10269" y="6447"/>
                  </a:lnTo>
                  <a:lnTo>
                    <a:pt x="10563" y="6173"/>
                  </a:lnTo>
                  <a:lnTo>
                    <a:pt x="10817" y="5899"/>
                  </a:lnTo>
                  <a:lnTo>
                    <a:pt x="11053" y="5605"/>
                  </a:lnTo>
                  <a:lnTo>
                    <a:pt x="11249" y="5291"/>
                  </a:lnTo>
                  <a:lnTo>
                    <a:pt x="11444" y="4978"/>
                  </a:lnTo>
                  <a:lnTo>
                    <a:pt x="11601" y="4664"/>
                  </a:lnTo>
                  <a:lnTo>
                    <a:pt x="11738" y="4351"/>
                  </a:lnTo>
                  <a:lnTo>
                    <a:pt x="11856" y="4037"/>
                  </a:lnTo>
                  <a:lnTo>
                    <a:pt x="11974" y="3704"/>
                  </a:lnTo>
                  <a:lnTo>
                    <a:pt x="12052" y="3391"/>
                  </a:lnTo>
                  <a:lnTo>
                    <a:pt x="12130" y="3077"/>
                  </a:lnTo>
                  <a:lnTo>
                    <a:pt x="12189" y="2764"/>
                  </a:lnTo>
                  <a:lnTo>
                    <a:pt x="12248" y="2470"/>
                  </a:lnTo>
                  <a:lnTo>
                    <a:pt x="12307" y="1901"/>
                  </a:lnTo>
                  <a:lnTo>
                    <a:pt x="12326" y="1372"/>
                  </a:lnTo>
                  <a:lnTo>
                    <a:pt x="12307" y="922"/>
                  </a:lnTo>
                  <a:lnTo>
                    <a:pt x="12287" y="549"/>
                  </a:lnTo>
                  <a:lnTo>
                    <a:pt x="12267" y="255"/>
                  </a:lnTo>
                  <a:lnTo>
                    <a:pt x="122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a:extLst>
                <a:ext uri="{FF2B5EF4-FFF2-40B4-BE49-F238E27FC236}">
                  <a16:creationId xmlns:a16="http://schemas.microsoft.com/office/drawing/2014/main" id="{C4DB51EC-42E0-F070-1962-DDB876DFCDA8}"/>
                </a:ext>
              </a:extLst>
            </p:cNvPr>
            <p:cNvSpPr/>
            <p:nvPr/>
          </p:nvSpPr>
          <p:spPr>
            <a:xfrm>
              <a:off x="5063094" y="3611732"/>
              <a:ext cx="172017" cy="119131"/>
            </a:xfrm>
            <a:custGeom>
              <a:avLst/>
              <a:gdLst/>
              <a:ahLst/>
              <a:cxnLst/>
              <a:rect l="l" t="t" r="r" b="b"/>
              <a:pathLst>
                <a:path w="11150" h="7722" extrusionOk="0">
                  <a:moveTo>
                    <a:pt x="4233" y="1"/>
                  </a:moveTo>
                  <a:lnTo>
                    <a:pt x="3919" y="20"/>
                  </a:lnTo>
                  <a:lnTo>
                    <a:pt x="3606" y="40"/>
                  </a:lnTo>
                  <a:lnTo>
                    <a:pt x="3292" y="99"/>
                  </a:lnTo>
                  <a:lnTo>
                    <a:pt x="2998" y="157"/>
                  </a:lnTo>
                  <a:lnTo>
                    <a:pt x="2704" y="236"/>
                  </a:lnTo>
                  <a:lnTo>
                    <a:pt x="2430" y="314"/>
                  </a:lnTo>
                  <a:lnTo>
                    <a:pt x="2156" y="432"/>
                  </a:lnTo>
                  <a:lnTo>
                    <a:pt x="1881" y="569"/>
                  </a:lnTo>
                  <a:lnTo>
                    <a:pt x="1627" y="726"/>
                  </a:lnTo>
                  <a:lnTo>
                    <a:pt x="1391" y="902"/>
                  </a:lnTo>
                  <a:lnTo>
                    <a:pt x="1176" y="1078"/>
                  </a:lnTo>
                  <a:lnTo>
                    <a:pt x="960" y="1294"/>
                  </a:lnTo>
                  <a:lnTo>
                    <a:pt x="764" y="1529"/>
                  </a:lnTo>
                  <a:lnTo>
                    <a:pt x="588" y="1784"/>
                  </a:lnTo>
                  <a:lnTo>
                    <a:pt x="431" y="2078"/>
                  </a:lnTo>
                  <a:lnTo>
                    <a:pt x="294" y="2372"/>
                  </a:lnTo>
                  <a:lnTo>
                    <a:pt x="176" y="2685"/>
                  </a:lnTo>
                  <a:lnTo>
                    <a:pt x="118" y="2901"/>
                  </a:lnTo>
                  <a:lnTo>
                    <a:pt x="59" y="3136"/>
                  </a:lnTo>
                  <a:lnTo>
                    <a:pt x="20" y="3351"/>
                  </a:lnTo>
                  <a:lnTo>
                    <a:pt x="0" y="3586"/>
                  </a:lnTo>
                  <a:lnTo>
                    <a:pt x="0" y="3802"/>
                  </a:lnTo>
                  <a:lnTo>
                    <a:pt x="20" y="4037"/>
                  </a:lnTo>
                  <a:lnTo>
                    <a:pt x="39" y="4253"/>
                  </a:lnTo>
                  <a:lnTo>
                    <a:pt x="79" y="4488"/>
                  </a:lnTo>
                  <a:lnTo>
                    <a:pt x="118" y="4703"/>
                  </a:lnTo>
                  <a:lnTo>
                    <a:pt x="176" y="4919"/>
                  </a:lnTo>
                  <a:lnTo>
                    <a:pt x="255" y="5134"/>
                  </a:lnTo>
                  <a:lnTo>
                    <a:pt x="353" y="5330"/>
                  </a:lnTo>
                  <a:lnTo>
                    <a:pt x="470" y="5526"/>
                  </a:lnTo>
                  <a:lnTo>
                    <a:pt x="588" y="5722"/>
                  </a:lnTo>
                  <a:lnTo>
                    <a:pt x="706" y="5899"/>
                  </a:lnTo>
                  <a:lnTo>
                    <a:pt x="862" y="6075"/>
                  </a:lnTo>
                  <a:lnTo>
                    <a:pt x="1097" y="6310"/>
                  </a:lnTo>
                  <a:lnTo>
                    <a:pt x="1372" y="6526"/>
                  </a:lnTo>
                  <a:lnTo>
                    <a:pt x="1646" y="6722"/>
                  </a:lnTo>
                  <a:lnTo>
                    <a:pt x="1960" y="6878"/>
                  </a:lnTo>
                  <a:lnTo>
                    <a:pt x="2273" y="7016"/>
                  </a:lnTo>
                  <a:lnTo>
                    <a:pt x="2587" y="7153"/>
                  </a:lnTo>
                  <a:lnTo>
                    <a:pt x="2920" y="7251"/>
                  </a:lnTo>
                  <a:lnTo>
                    <a:pt x="3253" y="7349"/>
                  </a:lnTo>
                  <a:lnTo>
                    <a:pt x="3723" y="7466"/>
                  </a:lnTo>
                  <a:lnTo>
                    <a:pt x="4174" y="7545"/>
                  </a:lnTo>
                  <a:lnTo>
                    <a:pt x="4644" y="7623"/>
                  </a:lnTo>
                  <a:lnTo>
                    <a:pt x="5114" y="7662"/>
                  </a:lnTo>
                  <a:lnTo>
                    <a:pt x="5585" y="7701"/>
                  </a:lnTo>
                  <a:lnTo>
                    <a:pt x="6055" y="7721"/>
                  </a:lnTo>
                  <a:lnTo>
                    <a:pt x="6545" y="7721"/>
                  </a:lnTo>
                  <a:lnTo>
                    <a:pt x="7015" y="7701"/>
                  </a:lnTo>
                  <a:lnTo>
                    <a:pt x="7956" y="7662"/>
                  </a:lnTo>
                  <a:lnTo>
                    <a:pt x="8916" y="7584"/>
                  </a:lnTo>
                  <a:lnTo>
                    <a:pt x="9876" y="7466"/>
                  </a:lnTo>
                  <a:lnTo>
                    <a:pt x="10817" y="7349"/>
                  </a:lnTo>
                  <a:lnTo>
                    <a:pt x="10895" y="7329"/>
                  </a:lnTo>
                  <a:lnTo>
                    <a:pt x="10993" y="7310"/>
                  </a:lnTo>
                  <a:lnTo>
                    <a:pt x="11032" y="7290"/>
                  </a:lnTo>
                  <a:lnTo>
                    <a:pt x="11091" y="7251"/>
                  </a:lnTo>
                  <a:lnTo>
                    <a:pt x="11130" y="7192"/>
                  </a:lnTo>
                  <a:lnTo>
                    <a:pt x="11150" y="7133"/>
                  </a:lnTo>
                  <a:lnTo>
                    <a:pt x="11150" y="6996"/>
                  </a:lnTo>
                  <a:lnTo>
                    <a:pt x="11150" y="6604"/>
                  </a:lnTo>
                  <a:lnTo>
                    <a:pt x="11130" y="6212"/>
                  </a:lnTo>
                  <a:lnTo>
                    <a:pt x="11091" y="5820"/>
                  </a:lnTo>
                  <a:lnTo>
                    <a:pt x="11032" y="5428"/>
                  </a:lnTo>
                  <a:lnTo>
                    <a:pt x="10934" y="5037"/>
                  </a:lnTo>
                  <a:lnTo>
                    <a:pt x="10817" y="4664"/>
                  </a:lnTo>
                  <a:lnTo>
                    <a:pt x="10699" y="4292"/>
                  </a:lnTo>
                  <a:lnTo>
                    <a:pt x="10542" y="3920"/>
                  </a:lnTo>
                  <a:lnTo>
                    <a:pt x="10366" y="3567"/>
                  </a:lnTo>
                  <a:lnTo>
                    <a:pt x="10170" y="3234"/>
                  </a:lnTo>
                  <a:lnTo>
                    <a:pt x="9954" y="2901"/>
                  </a:lnTo>
                  <a:lnTo>
                    <a:pt x="9719" y="2587"/>
                  </a:lnTo>
                  <a:lnTo>
                    <a:pt x="9465" y="2274"/>
                  </a:lnTo>
                  <a:lnTo>
                    <a:pt x="9190" y="1980"/>
                  </a:lnTo>
                  <a:lnTo>
                    <a:pt x="8916" y="1705"/>
                  </a:lnTo>
                  <a:lnTo>
                    <a:pt x="8602" y="1470"/>
                  </a:lnTo>
                  <a:lnTo>
                    <a:pt x="8367" y="1294"/>
                  </a:lnTo>
                  <a:lnTo>
                    <a:pt x="8132" y="1117"/>
                  </a:lnTo>
                  <a:lnTo>
                    <a:pt x="7858" y="961"/>
                  </a:lnTo>
                  <a:lnTo>
                    <a:pt x="7603" y="824"/>
                  </a:lnTo>
                  <a:lnTo>
                    <a:pt x="7309" y="686"/>
                  </a:lnTo>
                  <a:lnTo>
                    <a:pt x="7035" y="549"/>
                  </a:lnTo>
                  <a:lnTo>
                    <a:pt x="6741" y="451"/>
                  </a:lnTo>
                  <a:lnTo>
                    <a:pt x="6427" y="353"/>
                  </a:lnTo>
                  <a:lnTo>
                    <a:pt x="6114" y="255"/>
                  </a:lnTo>
                  <a:lnTo>
                    <a:pt x="5800" y="177"/>
                  </a:lnTo>
                  <a:lnTo>
                    <a:pt x="5487" y="118"/>
                  </a:lnTo>
                  <a:lnTo>
                    <a:pt x="5173" y="59"/>
                  </a:lnTo>
                  <a:lnTo>
                    <a:pt x="4860" y="40"/>
                  </a:lnTo>
                  <a:lnTo>
                    <a:pt x="4546" y="20"/>
                  </a:lnTo>
                  <a:lnTo>
                    <a:pt x="42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a:extLst>
                <a:ext uri="{FF2B5EF4-FFF2-40B4-BE49-F238E27FC236}">
                  <a16:creationId xmlns:a16="http://schemas.microsoft.com/office/drawing/2014/main" id="{5BF34105-2879-1348-96CE-D08226B4E079}"/>
                </a:ext>
              </a:extLst>
            </p:cNvPr>
            <p:cNvSpPr/>
            <p:nvPr/>
          </p:nvSpPr>
          <p:spPr>
            <a:xfrm>
              <a:off x="4056419" y="3443357"/>
              <a:ext cx="278436" cy="278436"/>
            </a:xfrm>
            <a:custGeom>
              <a:avLst/>
              <a:gdLst/>
              <a:ahLst/>
              <a:cxnLst/>
              <a:rect l="l" t="t" r="r" b="b"/>
              <a:pathLst>
                <a:path w="18048" h="18048" extrusionOk="0">
                  <a:moveTo>
                    <a:pt x="17558" y="0"/>
                  </a:moveTo>
                  <a:lnTo>
                    <a:pt x="17499" y="20"/>
                  </a:lnTo>
                  <a:lnTo>
                    <a:pt x="17421" y="59"/>
                  </a:lnTo>
                  <a:lnTo>
                    <a:pt x="17362" y="118"/>
                  </a:lnTo>
                  <a:lnTo>
                    <a:pt x="118" y="17361"/>
                  </a:lnTo>
                  <a:lnTo>
                    <a:pt x="59" y="17420"/>
                  </a:lnTo>
                  <a:lnTo>
                    <a:pt x="20" y="17499"/>
                  </a:lnTo>
                  <a:lnTo>
                    <a:pt x="1" y="17577"/>
                  </a:lnTo>
                  <a:lnTo>
                    <a:pt x="1" y="17655"/>
                  </a:lnTo>
                  <a:lnTo>
                    <a:pt x="1" y="17714"/>
                  </a:lnTo>
                  <a:lnTo>
                    <a:pt x="20" y="17792"/>
                  </a:lnTo>
                  <a:lnTo>
                    <a:pt x="59" y="17871"/>
                  </a:lnTo>
                  <a:lnTo>
                    <a:pt x="118" y="17930"/>
                  </a:lnTo>
                  <a:lnTo>
                    <a:pt x="177" y="17988"/>
                  </a:lnTo>
                  <a:lnTo>
                    <a:pt x="255" y="18028"/>
                  </a:lnTo>
                  <a:lnTo>
                    <a:pt x="314" y="18047"/>
                  </a:lnTo>
                  <a:lnTo>
                    <a:pt x="471" y="18047"/>
                  </a:lnTo>
                  <a:lnTo>
                    <a:pt x="549" y="18028"/>
                  </a:lnTo>
                  <a:lnTo>
                    <a:pt x="628" y="17988"/>
                  </a:lnTo>
                  <a:lnTo>
                    <a:pt x="686" y="17930"/>
                  </a:lnTo>
                  <a:lnTo>
                    <a:pt x="17930" y="686"/>
                  </a:lnTo>
                  <a:lnTo>
                    <a:pt x="17989" y="627"/>
                  </a:lnTo>
                  <a:lnTo>
                    <a:pt x="18009" y="549"/>
                  </a:lnTo>
                  <a:lnTo>
                    <a:pt x="18048" y="470"/>
                  </a:lnTo>
                  <a:lnTo>
                    <a:pt x="18048" y="412"/>
                  </a:lnTo>
                  <a:lnTo>
                    <a:pt x="18048" y="333"/>
                  </a:lnTo>
                  <a:lnTo>
                    <a:pt x="18009" y="255"/>
                  </a:lnTo>
                  <a:lnTo>
                    <a:pt x="17989" y="176"/>
                  </a:lnTo>
                  <a:lnTo>
                    <a:pt x="17930" y="118"/>
                  </a:lnTo>
                  <a:lnTo>
                    <a:pt x="17871" y="59"/>
                  </a:lnTo>
                  <a:lnTo>
                    <a:pt x="17793" y="20"/>
                  </a:lnTo>
                  <a:lnTo>
                    <a:pt x="17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27">
              <a:extLst>
                <a:ext uri="{FF2B5EF4-FFF2-40B4-BE49-F238E27FC236}">
                  <a16:creationId xmlns:a16="http://schemas.microsoft.com/office/drawing/2014/main" id="{5B45695E-32A4-AC58-1F2D-7FE23D9BF210}"/>
                </a:ext>
              </a:extLst>
            </p:cNvPr>
            <p:cNvSpPr/>
            <p:nvPr/>
          </p:nvSpPr>
          <p:spPr>
            <a:xfrm>
              <a:off x="3985082" y="3497168"/>
              <a:ext cx="187737" cy="187737"/>
            </a:xfrm>
            <a:custGeom>
              <a:avLst/>
              <a:gdLst/>
              <a:ahLst/>
              <a:cxnLst/>
              <a:rect l="l" t="t" r="r" b="b"/>
              <a:pathLst>
                <a:path w="12169" h="12169" extrusionOk="0">
                  <a:moveTo>
                    <a:pt x="11679" y="0"/>
                  </a:moveTo>
                  <a:lnTo>
                    <a:pt x="11620" y="39"/>
                  </a:lnTo>
                  <a:lnTo>
                    <a:pt x="11542" y="59"/>
                  </a:lnTo>
                  <a:lnTo>
                    <a:pt x="11483" y="118"/>
                  </a:lnTo>
                  <a:lnTo>
                    <a:pt x="118" y="11483"/>
                  </a:lnTo>
                  <a:lnTo>
                    <a:pt x="59" y="11542"/>
                  </a:lnTo>
                  <a:lnTo>
                    <a:pt x="39" y="11620"/>
                  </a:lnTo>
                  <a:lnTo>
                    <a:pt x="0" y="11679"/>
                  </a:lnTo>
                  <a:lnTo>
                    <a:pt x="0" y="11757"/>
                  </a:lnTo>
                  <a:lnTo>
                    <a:pt x="0" y="11835"/>
                  </a:lnTo>
                  <a:lnTo>
                    <a:pt x="39" y="11914"/>
                  </a:lnTo>
                  <a:lnTo>
                    <a:pt x="59" y="11992"/>
                  </a:lnTo>
                  <a:lnTo>
                    <a:pt x="118" y="12051"/>
                  </a:lnTo>
                  <a:lnTo>
                    <a:pt x="177" y="12110"/>
                  </a:lnTo>
                  <a:lnTo>
                    <a:pt x="255" y="12129"/>
                  </a:lnTo>
                  <a:lnTo>
                    <a:pt x="333" y="12169"/>
                  </a:lnTo>
                  <a:lnTo>
                    <a:pt x="490" y="12169"/>
                  </a:lnTo>
                  <a:lnTo>
                    <a:pt x="549" y="12129"/>
                  </a:lnTo>
                  <a:lnTo>
                    <a:pt x="627" y="12110"/>
                  </a:lnTo>
                  <a:lnTo>
                    <a:pt x="686" y="12051"/>
                  </a:lnTo>
                  <a:lnTo>
                    <a:pt x="12051" y="686"/>
                  </a:lnTo>
                  <a:lnTo>
                    <a:pt x="12110" y="627"/>
                  </a:lnTo>
                  <a:lnTo>
                    <a:pt x="12130" y="549"/>
                  </a:lnTo>
                  <a:lnTo>
                    <a:pt x="12169" y="490"/>
                  </a:lnTo>
                  <a:lnTo>
                    <a:pt x="12169" y="412"/>
                  </a:lnTo>
                  <a:lnTo>
                    <a:pt x="12169" y="333"/>
                  </a:lnTo>
                  <a:lnTo>
                    <a:pt x="12130" y="255"/>
                  </a:lnTo>
                  <a:lnTo>
                    <a:pt x="12110" y="176"/>
                  </a:lnTo>
                  <a:lnTo>
                    <a:pt x="12051" y="118"/>
                  </a:lnTo>
                  <a:lnTo>
                    <a:pt x="11992" y="59"/>
                  </a:lnTo>
                  <a:lnTo>
                    <a:pt x="11914" y="39"/>
                  </a:lnTo>
                  <a:lnTo>
                    <a:pt x="118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7">
              <a:extLst>
                <a:ext uri="{FF2B5EF4-FFF2-40B4-BE49-F238E27FC236}">
                  <a16:creationId xmlns:a16="http://schemas.microsoft.com/office/drawing/2014/main" id="{CACA33AE-33A2-BDEC-60F8-A86A305EBF63}"/>
                </a:ext>
              </a:extLst>
            </p:cNvPr>
            <p:cNvSpPr/>
            <p:nvPr/>
          </p:nvSpPr>
          <p:spPr>
            <a:xfrm>
              <a:off x="4626558" y="3451811"/>
              <a:ext cx="278436" cy="278436"/>
            </a:xfrm>
            <a:custGeom>
              <a:avLst/>
              <a:gdLst/>
              <a:ahLst/>
              <a:cxnLst/>
              <a:rect l="l" t="t" r="r" b="b"/>
              <a:pathLst>
                <a:path w="18048" h="18048" extrusionOk="0">
                  <a:moveTo>
                    <a:pt x="17578" y="1"/>
                  </a:moveTo>
                  <a:lnTo>
                    <a:pt x="17499" y="20"/>
                  </a:lnTo>
                  <a:lnTo>
                    <a:pt x="17440" y="60"/>
                  </a:lnTo>
                  <a:lnTo>
                    <a:pt x="17362" y="118"/>
                  </a:lnTo>
                  <a:lnTo>
                    <a:pt x="118" y="17362"/>
                  </a:lnTo>
                  <a:lnTo>
                    <a:pt x="79" y="17421"/>
                  </a:lnTo>
                  <a:lnTo>
                    <a:pt x="40" y="17499"/>
                  </a:lnTo>
                  <a:lnTo>
                    <a:pt x="21" y="17578"/>
                  </a:lnTo>
                  <a:lnTo>
                    <a:pt x="1" y="17656"/>
                  </a:lnTo>
                  <a:lnTo>
                    <a:pt x="21" y="17715"/>
                  </a:lnTo>
                  <a:lnTo>
                    <a:pt x="40" y="17793"/>
                  </a:lnTo>
                  <a:lnTo>
                    <a:pt x="79" y="17871"/>
                  </a:lnTo>
                  <a:lnTo>
                    <a:pt x="118" y="17930"/>
                  </a:lnTo>
                  <a:lnTo>
                    <a:pt x="197" y="17989"/>
                  </a:lnTo>
                  <a:lnTo>
                    <a:pt x="256" y="18028"/>
                  </a:lnTo>
                  <a:lnTo>
                    <a:pt x="334" y="18048"/>
                  </a:lnTo>
                  <a:lnTo>
                    <a:pt x="491" y="18048"/>
                  </a:lnTo>
                  <a:lnTo>
                    <a:pt x="569" y="18028"/>
                  </a:lnTo>
                  <a:lnTo>
                    <a:pt x="628" y="17989"/>
                  </a:lnTo>
                  <a:lnTo>
                    <a:pt x="687" y="17930"/>
                  </a:lnTo>
                  <a:lnTo>
                    <a:pt x="17930" y="687"/>
                  </a:lnTo>
                  <a:lnTo>
                    <a:pt x="17989" y="628"/>
                  </a:lnTo>
                  <a:lnTo>
                    <a:pt x="18028" y="549"/>
                  </a:lnTo>
                  <a:lnTo>
                    <a:pt x="18048" y="471"/>
                  </a:lnTo>
                  <a:lnTo>
                    <a:pt x="18048" y="393"/>
                  </a:lnTo>
                  <a:lnTo>
                    <a:pt x="18048" y="334"/>
                  </a:lnTo>
                  <a:lnTo>
                    <a:pt x="18028" y="255"/>
                  </a:lnTo>
                  <a:lnTo>
                    <a:pt x="17989" y="177"/>
                  </a:lnTo>
                  <a:lnTo>
                    <a:pt x="17930" y="118"/>
                  </a:lnTo>
                  <a:lnTo>
                    <a:pt x="17872" y="60"/>
                  </a:lnTo>
                  <a:lnTo>
                    <a:pt x="17813" y="20"/>
                  </a:lnTo>
                  <a:lnTo>
                    <a:pt x="177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7">
              <a:extLst>
                <a:ext uri="{FF2B5EF4-FFF2-40B4-BE49-F238E27FC236}">
                  <a16:creationId xmlns:a16="http://schemas.microsoft.com/office/drawing/2014/main" id="{97C3D4FD-2564-9747-58C0-97BB03DFDB45}"/>
                </a:ext>
              </a:extLst>
            </p:cNvPr>
            <p:cNvSpPr/>
            <p:nvPr/>
          </p:nvSpPr>
          <p:spPr>
            <a:xfrm>
              <a:off x="4555530" y="3505622"/>
              <a:ext cx="187429" cy="187753"/>
            </a:xfrm>
            <a:custGeom>
              <a:avLst/>
              <a:gdLst/>
              <a:ahLst/>
              <a:cxnLst/>
              <a:rect l="l" t="t" r="r" b="b"/>
              <a:pathLst>
                <a:path w="12149" h="12170" extrusionOk="0">
                  <a:moveTo>
                    <a:pt x="11679" y="1"/>
                  </a:moveTo>
                  <a:lnTo>
                    <a:pt x="11600" y="40"/>
                  </a:lnTo>
                  <a:lnTo>
                    <a:pt x="11542" y="59"/>
                  </a:lnTo>
                  <a:lnTo>
                    <a:pt x="11463" y="118"/>
                  </a:lnTo>
                  <a:lnTo>
                    <a:pt x="118" y="11483"/>
                  </a:lnTo>
                  <a:lnTo>
                    <a:pt x="59" y="11542"/>
                  </a:lnTo>
                  <a:lnTo>
                    <a:pt x="20" y="11621"/>
                  </a:lnTo>
                  <a:lnTo>
                    <a:pt x="0" y="11679"/>
                  </a:lnTo>
                  <a:lnTo>
                    <a:pt x="0" y="11758"/>
                  </a:lnTo>
                  <a:lnTo>
                    <a:pt x="0" y="11836"/>
                  </a:lnTo>
                  <a:lnTo>
                    <a:pt x="20" y="11915"/>
                  </a:lnTo>
                  <a:lnTo>
                    <a:pt x="59" y="11993"/>
                  </a:lnTo>
                  <a:lnTo>
                    <a:pt x="118" y="12052"/>
                  </a:lnTo>
                  <a:lnTo>
                    <a:pt x="176" y="12110"/>
                  </a:lnTo>
                  <a:lnTo>
                    <a:pt x="235" y="12130"/>
                  </a:lnTo>
                  <a:lnTo>
                    <a:pt x="314" y="12169"/>
                  </a:lnTo>
                  <a:lnTo>
                    <a:pt x="470" y="12169"/>
                  </a:lnTo>
                  <a:lnTo>
                    <a:pt x="549" y="12130"/>
                  </a:lnTo>
                  <a:lnTo>
                    <a:pt x="608" y="12110"/>
                  </a:lnTo>
                  <a:lnTo>
                    <a:pt x="686" y="12052"/>
                  </a:lnTo>
                  <a:lnTo>
                    <a:pt x="12031" y="687"/>
                  </a:lnTo>
                  <a:lnTo>
                    <a:pt x="12090" y="628"/>
                  </a:lnTo>
                  <a:lnTo>
                    <a:pt x="12129" y="549"/>
                  </a:lnTo>
                  <a:lnTo>
                    <a:pt x="12149" y="491"/>
                  </a:lnTo>
                  <a:lnTo>
                    <a:pt x="12149" y="412"/>
                  </a:lnTo>
                  <a:lnTo>
                    <a:pt x="12149" y="334"/>
                  </a:lnTo>
                  <a:lnTo>
                    <a:pt x="12129" y="255"/>
                  </a:lnTo>
                  <a:lnTo>
                    <a:pt x="12090" y="177"/>
                  </a:lnTo>
                  <a:lnTo>
                    <a:pt x="12031" y="118"/>
                  </a:lnTo>
                  <a:lnTo>
                    <a:pt x="11973" y="59"/>
                  </a:lnTo>
                  <a:lnTo>
                    <a:pt x="11914" y="40"/>
                  </a:lnTo>
                  <a:lnTo>
                    <a:pt x="1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8" name="Google Shape;1288;p27">
            <a:extLst>
              <a:ext uri="{FF2B5EF4-FFF2-40B4-BE49-F238E27FC236}">
                <a16:creationId xmlns:a16="http://schemas.microsoft.com/office/drawing/2014/main" id="{6279F550-28C5-754A-CA40-56788C350862}"/>
              </a:ext>
            </a:extLst>
          </p:cNvPr>
          <p:cNvGrpSpPr/>
          <p:nvPr/>
        </p:nvGrpSpPr>
        <p:grpSpPr>
          <a:xfrm>
            <a:off x="512250" y="864446"/>
            <a:ext cx="1882588" cy="1345042"/>
            <a:chOff x="512250" y="1240588"/>
            <a:chExt cx="1371600" cy="968900"/>
          </a:xfrm>
        </p:grpSpPr>
        <p:sp>
          <p:nvSpPr>
            <p:cNvPr id="1289" name="Google Shape;1289;p27">
              <a:extLst>
                <a:ext uri="{FF2B5EF4-FFF2-40B4-BE49-F238E27FC236}">
                  <a16:creationId xmlns:a16="http://schemas.microsoft.com/office/drawing/2014/main" id="{0EE32B28-EBAB-D523-95BB-15149FC0FD2E}"/>
                </a:ext>
              </a:extLst>
            </p:cNvPr>
            <p:cNvSpPr txBox="1"/>
            <p:nvPr/>
          </p:nvSpPr>
          <p:spPr>
            <a:xfrm>
              <a:off x="655050" y="1240588"/>
              <a:ext cx="10860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dirty="0">
                  <a:solidFill>
                    <a:srgbClr val="000000"/>
                  </a:solidFill>
                  <a:latin typeface="Fira Sans Extra Condensed"/>
                  <a:ea typeface="Fira Sans Extra Condensed"/>
                  <a:cs typeface="Fira Sans Extra Condensed"/>
                  <a:sym typeface="Fira Sans Extra Condensed"/>
                </a:rPr>
                <a:t>Distance is the Main Fare Driver</a:t>
              </a:r>
              <a:endParaRPr sz="1300" b="1" dirty="0">
                <a:solidFill>
                  <a:srgbClr val="000000"/>
                </a:solidFill>
                <a:latin typeface="Fira Sans Extra Condensed"/>
                <a:ea typeface="Fira Sans Extra Condensed"/>
                <a:cs typeface="Fira Sans Extra Condensed"/>
                <a:sym typeface="Fira Sans Extra Condensed"/>
              </a:endParaRPr>
            </a:p>
          </p:txBody>
        </p:sp>
        <p:sp>
          <p:nvSpPr>
            <p:cNvPr id="1290" name="Google Shape;1290;p27">
              <a:extLst>
                <a:ext uri="{FF2B5EF4-FFF2-40B4-BE49-F238E27FC236}">
                  <a16:creationId xmlns:a16="http://schemas.microsoft.com/office/drawing/2014/main" id="{B1AB0F27-76F4-A2D3-B86B-6F09FF5947D9}"/>
                </a:ext>
              </a:extLst>
            </p:cNvPr>
            <p:cNvSpPr txBox="1"/>
            <p:nvPr/>
          </p:nvSpPr>
          <p:spPr>
            <a:xfrm>
              <a:off x="512250" y="1582188"/>
              <a:ext cx="1371600" cy="62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dirty="0"/>
                <a:t>Longer trips mean </a:t>
              </a:r>
              <a:r>
                <a:rPr lang="en-US" sz="1300" b="1" dirty="0"/>
                <a:t>higher fares</a:t>
              </a:r>
              <a:r>
                <a:rPr lang="en-US" sz="1300" dirty="0"/>
                <a:t>, while traffic and weather have little impact.</a:t>
              </a:r>
              <a:endParaRPr sz="1300" dirty="0">
                <a:solidFill>
                  <a:srgbClr val="000000"/>
                </a:solidFill>
                <a:latin typeface="Roboto"/>
                <a:ea typeface="Roboto"/>
                <a:cs typeface="Roboto"/>
                <a:sym typeface="Roboto"/>
              </a:endParaRPr>
            </a:p>
          </p:txBody>
        </p:sp>
      </p:grpSp>
      <p:grpSp>
        <p:nvGrpSpPr>
          <p:cNvPr id="1291" name="Google Shape;1291;p27">
            <a:extLst>
              <a:ext uri="{FF2B5EF4-FFF2-40B4-BE49-F238E27FC236}">
                <a16:creationId xmlns:a16="http://schemas.microsoft.com/office/drawing/2014/main" id="{25F96F1D-F23B-FB14-CF0F-80415199CA81}"/>
              </a:ext>
            </a:extLst>
          </p:cNvPr>
          <p:cNvGrpSpPr/>
          <p:nvPr/>
        </p:nvGrpSpPr>
        <p:grpSpPr>
          <a:xfrm>
            <a:off x="115547" y="3431269"/>
            <a:ext cx="1963675" cy="1345057"/>
            <a:chOff x="492492" y="3777345"/>
            <a:chExt cx="1430678" cy="968910"/>
          </a:xfrm>
        </p:grpSpPr>
        <p:sp>
          <p:nvSpPr>
            <p:cNvPr id="1292" name="Google Shape;1292;p27">
              <a:extLst>
                <a:ext uri="{FF2B5EF4-FFF2-40B4-BE49-F238E27FC236}">
                  <a16:creationId xmlns:a16="http://schemas.microsoft.com/office/drawing/2014/main" id="{7567F9B9-9B0D-924C-6302-1C6016DEB407}"/>
                </a:ext>
              </a:extLst>
            </p:cNvPr>
            <p:cNvSpPr txBox="1"/>
            <p:nvPr/>
          </p:nvSpPr>
          <p:spPr>
            <a:xfrm>
              <a:off x="658820" y="3777345"/>
              <a:ext cx="10860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dirty="0">
                  <a:solidFill>
                    <a:srgbClr val="000000"/>
                  </a:solidFill>
                  <a:latin typeface="Fira Sans Extra Condensed"/>
                  <a:ea typeface="Fira Sans Extra Condensed"/>
                  <a:cs typeface="Fira Sans Extra Condensed"/>
                  <a:sym typeface="Fira Sans Extra Condensed"/>
                </a:rPr>
                <a:t>Peak Demand at Night &amp; Early Morning</a:t>
              </a:r>
              <a:endParaRPr sz="1300" b="1" dirty="0">
                <a:solidFill>
                  <a:srgbClr val="000000"/>
                </a:solidFill>
                <a:latin typeface="Fira Sans Extra Condensed"/>
                <a:ea typeface="Fira Sans Extra Condensed"/>
                <a:cs typeface="Fira Sans Extra Condensed"/>
                <a:sym typeface="Fira Sans Extra Condensed"/>
              </a:endParaRPr>
            </a:p>
          </p:txBody>
        </p:sp>
        <p:sp>
          <p:nvSpPr>
            <p:cNvPr id="1293" name="Google Shape;1293;p27">
              <a:extLst>
                <a:ext uri="{FF2B5EF4-FFF2-40B4-BE49-F238E27FC236}">
                  <a16:creationId xmlns:a16="http://schemas.microsoft.com/office/drawing/2014/main" id="{0BA56C67-2ADE-818F-B822-1933100DD109}"/>
                </a:ext>
              </a:extLst>
            </p:cNvPr>
            <p:cNvSpPr txBox="1"/>
            <p:nvPr/>
          </p:nvSpPr>
          <p:spPr>
            <a:xfrm>
              <a:off x="492492" y="4118955"/>
              <a:ext cx="1430678" cy="62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dirty="0">
                  <a:solidFill>
                    <a:srgbClr val="000000"/>
                  </a:solidFill>
                  <a:latin typeface="Roboto"/>
                  <a:ea typeface="Roboto"/>
                  <a:cs typeface="Roboto"/>
                  <a:sym typeface="Roboto"/>
                </a:rPr>
                <a:t>Airport trips and nightlife drive higher ride activity.</a:t>
              </a:r>
              <a:endParaRPr sz="1300" dirty="0">
                <a:solidFill>
                  <a:srgbClr val="000000"/>
                </a:solidFill>
                <a:latin typeface="Roboto"/>
                <a:ea typeface="Roboto"/>
                <a:cs typeface="Roboto"/>
                <a:sym typeface="Roboto"/>
              </a:endParaRPr>
            </a:p>
          </p:txBody>
        </p:sp>
      </p:grpSp>
      <p:grpSp>
        <p:nvGrpSpPr>
          <p:cNvPr id="1294" name="Google Shape;1294;p27">
            <a:extLst>
              <a:ext uri="{FF2B5EF4-FFF2-40B4-BE49-F238E27FC236}">
                <a16:creationId xmlns:a16="http://schemas.microsoft.com/office/drawing/2014/main" id="{ECA3D9FA-8062-0F03-A858-1A2840B7364A}"/>
              </a:ext>
            </a:extLst>
          </p:cNvPr>
          <p:cNvGrpSpPr/>
          <p:nvPr/>
        </p:nvGrpSpPr>
        <p:grpSpPr>
          <a:xfrm>
            <a:off x="7085083" y="3323767"/>
            <a:ext cx="1882588" cy="1345060"/>
            <a:chOff x="7260200" y="3699913"/>
            <a:chExt cx="1371600" cy="968913"/>
          </a:xfrm>
        </p:grpSpPr>
        <p:sp>
          <p:nvSpPr>
            <p:cNvPr id="1295" name="Google Shape;1295;p27">
              <a:extLst>
                <a:ext uri="{FF2B5EF4-FFF2-40B4-BE49-F238E27FC236}">
                  <a16:creationId xmlns:a16="http://schemas.microsoft.com/office/drawing/2014/main" id="{F7112EEB-F2D7-6E3B-F1EB-363324C5CF50}"/>
                </a:ext>
              </a:extLst>
            </p:cNvPr>
            <p:cNvSpPr txBox="1"/>
            <p:nvPr/>
          </p:nvSpPr>
          <p:spPr>
            <a:xfrm>
              <a:off x="7403000" y="3699913"/>
              <a:ext cx="10860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b="1" dirty="0">
                  <a:solidFill>
                    <a:srgbClr val="000000"/>
                  </a:solidFill>
                  <a:latin typeface="Fira Sans Extra Condensed"/>
                  <a:ea typeface="Fira Sans Extra Condensed"/>
                  <a:cs typeface="Fira Sans Extra Condensed"/>
                  <a:sym typeface="Fira Sans Extra Condensed"/>
                </a:rPr>
                <a:t> Manhattan is the Ride Hub</a:t>
              </a:r>
              <a:endParaRPr sz="1300" b="1" dirty="0">
                <a:solidFill>
                  <a:srgbClr val="000000"/>
                </a:solidFill>
                <a:latin typeface="Fira Sans Extra Condensed"/>
                <a:ea typeface="Fira Sans Extra Condensed"/>
                <a:cs typeface="Fira Sans Extra Condensed"/>
                <a:sym typeface="Fira Sans Extra Condensed"/>
              </a:endParaRPr>
            </a:p>
          </p:txBody>
        </p:sp>
        <p:sp>
          <p:nvSpPr>
            <p:cNvPr id="1296" name="Google Shape;1296;p27">
              <a:extLst>
                <a:ext uri="{FF2B5EF4-FFF2-40B4-BE49-F238E27FC236}">
                  <a16:creationId xmlns:a16="http://schemas.microsoft.com/office/drawing/2014/main" id="{B5EF88FC-32ED-5BB3-1C28-0ED8AAD13AF8}"/>
                </a:ext>
              </a:extLst>
            </p:cNvPr>
            <p:cNvSpPr txBox="1"/>
            <p:nvPr/>
          </p:nvSpPr>
          <p:spPr>
            <a:xfrm>
              <a:off x="7260200" y="4041525"/>
              <a:ext cx="1371600" cy="62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dirty="0">
                  <a:latin typeface="Roboto"/>
                  <a:ea typeface="Roboto"/>
                  <a:cs typeface="Roboto"/>
                  <a:sym typeface="Roboto"/>
                </a:rPr>
                <a:t>Most trips start and end in central NYC, with some extending to airports.</a:t>
              </a:r>
              <a:endParaRPr sz="1300" dirty="0">
                <a:solidFill>
                  <a:srgbClr val="000000"/>
                </a:solidFill>
                <a:latin typeface="Roboto"/>
                <a:ea typeface="Roboto"/>
                <a:cs typeface="Roboto"/>
                <a:sym typeface="Roboto"/>
              </a:endParaRPr>
            </a:p>
          </p:txBody>
        </p:sp>
      </p:grpSp>
      <p:grpSp>
        <p:nvGrpSpPr>
          <p:cNvPr id="1297" name="Google Shape;1297;p27">
            <a:extLst>
              <a:ext uri="{FF2B5EF4-FFF2-40B4-BE49-F238E27FC236}">
                <a16:creationId xmlns:a16="http://schemas.microsoft.com/office/drawing/2014/main" id="{5DC40170-C6EA-1D49-A38F-9F90B5C4CCC5}"/>
              </a:ext>
            </a:extLst>
          </p:cNvPr>
          <p:cNvGrpSpPr/>
          <p:nvPr/>
        </p:nvGrpSpPr>
        <p:grpSpPr>
          <a:xfrm>
            <a:off x="3630644" y="798373"/>
            <a:ext cx="1882588" cy="1345042"/>
            <a:chOff x="3886155" y="1192562"/>
            <a:chExt cx="1371600" cy="968900"/>
          </a:xfrm>
        </p:grpSpPr>
        <p:sp>
          <p:nvSpPr>
            <p:cNvPr id="1298" name="Google Shape;1298;p27">
              <a:extLst>
                <a:ext uri="{FF2B5EF4-FFF2-40B4-BE49-F238E27FC236}">
                  <a16:creationId xmlns:a16="http://schemas.microsoft.com/office/drawing/2014/main" id="{9D044D57-1E4D-B77A-DBB0-2B4F542D5EF6}"/>
                </a:ext>
              </a:extLst>
            </p:cNvPr>
            <p:cNvSpPr txBox="1"/>
            <p:nvPr/>
          </p:nvSpPr>
          <p:spPr>
            <a:xfrm>
              <a:off x="4028955" y="1192562"/>
              <a:ext cx="10860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1300" b="1" dirty="0">
                  <a:solidFill>
                    <a:srgbClr val="000000"/>
                  </a:solidFill>
                  <a:latin typeface="Fira Sans Extra Condensed"/>
                  <a:ea typeface="Fira Sans Extra Condensed"/>
                  <a:cs typeface="Fira Sans Extra Condensed"/>
                  <a:sym typeface="Fira Sans Extra Condensed"/>
                </a:rPr>
                <a:t> Stable Pricing Year-Round</a:t>
              </a:r>
              <a:endParaRPr sz="1300" b="1" dirty="0">
                <a:solidFill>
                  <a:srgbClr val="000000"/>
                </a:solidFill>
                <a:latin typeface="Fira Sans Extra Condensed"/>
                <a:ea typeface="Fira Sans Extra Condensed"/>
                <a:cs typeface="Fira Sans Extra Condensed"/>
                <a:sym typeface="Fira Sans Extra Condensed"/>
              </a:endParaRPr>
            </a:p>
          </p:txBody>
        </p:sp>
        <p:sp>
          <p:nvSpPr>
            <p:cNvPr id="1299" name="Google Shape;1299;p27">
              <a:extLst>
                <a:ext uri="{FF2B5EF4-FFF2-40B4-BE49-F238E27FC236}">
                  <a16:creationId xmlns:a16="http://schemas.microsoft.com/office/drawing/2014/main" id="{BD28371D-AF53-BFC2-4338-055ACCAC3E3A}"/>
                </a:ext>
              </a:extLst>
            </p:cNvPr>
            <p:cNvSpPr txBox="1"/>
            <p:nvPr/>
          </p:nvSpPr>
          <p:spPr>
            <a:xfrm>
              <a:off x="3886155" y="1534162"/>
              <a:ext cx="1371600" cy="62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dirty="0">
                  <a:latin typeface="Roboto"/>
                  <a:ea typeface="Roboto"/>
                  <a:cs typeface="Roboto"/>
                  <a:sym typeface="Roboto"/>
                </a:rPr>
                <a:t>Fares remain consistent across weekdays, weekends, and seasons, with some outliers.</a:t>
              </a:r>
              <a:endParaRPr sz="1300" dirty="0">
                <a:solidFill>
                  <a:srgbClr val="000000"/>
                </a:solidFill>
                <a:latin typeface="Roboto"/>
                <a:ea typeface="Roboto"/>
                <a:cs typeface="Roboto"/>
                <a:sym typeface="Roboto"/>
              </a:endParaRPr>
            </a:p>
          </p:txBody>
        </p:sp>
      </p:grpSp>
      <p:grpSp>
        <p:nvGrpSpPr>
          <p:cNvPr id="1300" name="Google Shape;1300;p27">
            <a:extLst>
              <a:ext uri="{FF2B5EF4-FFF2-40B4-BE49-F238E27FC236}">
                <a16:creationId xmlns:a16="http://schemas.microsoft.com/office/drawing/2014/main" id="{6657400C-B0BE-4EDB-5AE9-AF85A9E9F94C}"/>
              </a:ext>
            </a:extLst>
          </p:cNvPr>
          <p:cNvGrpSpPr/>
          <p:nvPr/>
        </p:nvGrpSpPr>
        <p:grpSpPr>
          <a:xfrm>
            <a:off x="6854209" y="864446"/>
            <a:ext cx="1882588" cy="1345042"/>
            <a:chOff x="7260050" y="1240588"/>
            <a:chExt cx="1371600" cy="968900"/>
          </a:xfrm>
        </p:grpSpPr>
        <p:sp>
          <p:nvSpPr>
            <p:cNvPr id="1301" name="Google Shape;1301;p27">
              <a:extLst>
                <a:ext uri="{FF2B5EF4-FFF2-40B4-BE49-F238E27FC236}">
                  <a16:creationId xmlns:a16="http://schemas.microsoft.com/office/drawing/2014/main" id="{49A508DB-A5DD-F272-D94E-655427C90AD0}"/>
                </a:ext>
              </a:extLst>
            </p:cNvPr>
            <p:cNvSpPr txBox="1"/>
            <p:nvPr/>
          </p:nvSpPr>
          <p:spPr>
            <a:xfrm>
              <a:off x="7402850" y="1240588"/>
              <a:ext cx="1086000" cy="33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de-DE" sz="1300" b="1" dirty="0">
                  <a:solidFill>
                    <a:srgbClr val="000000"/>
                  </a:solidFill>
                  <a:latin typeface="Fira Sans Extra Condensed"/>
                  <a:ea typeface="Fira Sans Extra Condensed"/>
                  <a:cs typeface="Fira Sans Extra Condensed"/>
                  <a:sym typeface="Fira Sans Extra Condensed"/>
                </a:rPr>
                <a:t>Passenger Decline Post-2014</a:t>
              </a:r>
              <a:endParaRPr sz="1300" b="1" dirty="0">
                <a:solidFill>
                  <a:srgbClr val="000000"/>
                </a:solidFill>
                <a:latin typeface="Fira Sans Extra Condensed"/>
                <a:ea typeface="Fira Sans Extra Condensed"/>
                <a:cs typeface="Fira Sans Extra Condensed"/>
                <a:sym typeface="Fira Sans Extra Condensed"/>
              </a:endParaRPr>
            </a:p>
          </p:txBody>
        </p:sp>
        <p:sp>
          <p:nvSpPr>
            <p:cNvPr id="1302" name="Google Shape;1302;p27">
              <a:extLst>
                <a:ext uri="{FF2B5EF4-FFF2-40B4-BE49-F238E27FC236}">
                  <a16:creationId xmlns:a16="http://schemas.microsoft.com/office/drawing/2014/main" id="{8549D67F-A2A8-C5E3-093C-65CA13559937}"/>
                </a:ext>
              </a:extLst>
            </p:cNvPr>
            <p:cNvSpPr txBox="1"/>
            <p:nvPr/>
          </p:nvSpPr>
          <p:spPr>
            <a:xfrm>
              <a:off x="7260050" y="1582188"/>
              <a:ext cx="1371600" cy="627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300" dirty="0">
                  <a:solidFill>
                    <a:srgbClr val="000000"/>
                  </a:solidFill>
                  <a:latin typeface="Roboto"/>
                  <a:ea typeface="Roboto"/>
                  <a:cs typeface="Roboto"/>
                  <a:sym typeface="Roboto"/>
                </a:rPr>
                <a:t>Likely due to ride-sharing competition impacting taxi usage.</a:t>
              </a:r>
              <a:endParaRPr sz="1300" dirty="0">
                <a:solidFill>
                  <a:srgbClr val="000000"/>
                </a:solidFill>
                <a:latin typeface="Roboto"/>
                <a:ea typeface="Roboto"/>
                <a:cs typeface="Roboto"/>
                <a:sym typeface="Roboto"/>
              </a:endParaRPr>
            </a:p>
          </p:txBody>
        </p:sp>
      </p:grpSp>
      <p:grpSp>
        <p:nvGrpSpPr>
          <p:cNvPr id="1303" name="Google Shape;1303;p27">
            <a:extLst>
              <a:ext uri="{FF2B5EF4-FFF2-40B4-BE49-F238E27FC236}">
                <a16:creationId xmlns:a16="http://schemas.microsoft.com/office/drawing/2014/main" id="{46706879-64C7-D73D-4FAB-582E58AACD74}"/>
              </a:ext>
            </a:extLst>
          </p:cNvPr>
          <p:cNvGrpSpPr/>
          <p:nvPr/>
        </p:nvGrpSpPr>
        <p:grpSpPr>
          <a:xfrm>
            <a:off x="3079240" y="3002188"/>
            <a:ext cx="365758" cy="365770"/>
            <a:chOff x="4129692" y="1499245"/>
            <a:chExt cx="464337" cy="464352"/>
          </a:xfrm>
        </p:grpSpPr>
        <p:sp>
          <p:nvSpPr>
            <p:cNvPr id="1304" name="Google Shape;1304;p27">
              <a:extLst>
                <a:ext uri="{FF2B5EF4-FFF2-40B4-BE49-F238E27FC236}">
                  <a16:creationId xmlns:a16="http://schemas.microsoft.com/office/drawing/2014/main" id="{AC0E712C-19B4-5C11-A978-0FA77C8FC59E}"/>
                </a:ext>
              </a:extLst>
            </p:cNvPr>
            <p:cNvSpPr/>
            <p:nvPr/>
          </p:nvSpPr>
          <p:spPr>
            <a:xfrm>
              <a:off x="4239428" y="1746517"/>
              <a:ext cx="63793" cy="31457"/>
            </a:xfrm>
            <a:custGeom>
              <a:avLst/>
              <a:gdLst/>
              <a:ahLst/>
              <a:cxnLst/>
              <a:rect l="l" t="t" r="r" b="b"/>
              <a:pathLst>
                <a:path w="4135" h="2039" extrusionOk="0">
                  <a:moveTo>
                    <a:pt x="157" y="1"/>
                  </a:moveTo>
                  <a:lnTo>
                    <a:pt x="98" y="20"/>
                  </a:lnTo>
                  <a:lnTo>
                    <a:pt x="39" y="40"/>
                  </a:lnTo>
                  <a:lnTo>
                    <a:pt x="0" y="99"/>
                  </a:lnTo>
                  <a:lnTo>
                    <a:pt x="0" y="158"/>
                  </a:lnTo>
                  <a:lnTo>
                    <a:pt x="0" y="1882"/>
                  </a:lnTo>
                  <a:lnTo>
                    <a:pt x="0" y="1941"/>
                  </a:lnTo>
                  <a:lnTo>
                    <a:pt x="39" y="1999"/>
                  </a:lnTo>
                  <a:lnTo>
                    <a:pt x="98" y="2039"/>
                  </a:lnTo>
                  <a:lnTo>
                    <a:pt x="4135" y="2039"/>
                  </a:lnTo>
                  <a:lnTo>
                    <a:pt x="4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7">
              <a:extLst>
                <a:ext uri="{FF2B5EF4-FFF2-40B4-BE49-F238E27FC236}">
                  <a16:creationId xmlns:a16="http://schemas.microsoft.com/office/drawing/2014/main" id="{64EB88A8-3C88-45C6-5ECE-9F5A81AE3D08}"/>
                </a:ext>
              </a:extLst>
            </p:cNvPr>
            <p:cNvSpPr/>
            <p:nvPr/>
          </p:nvSpPr>
          <p:spPr>
            <a:xfrm>
              <a:off x="4330419" y="1746517"/>
              <a:ext cx="64101" cy="31457"/>
            </a:xfrm>
            <a:custGeom>
              <a:avLst/>
              <a:gdLst/>
              <a:ahLst/>
              <a:cxnLst/>
              <a:rect l="l" t="t" r="r" b="b"/>
              <a:pathLst>
                <a:path w="4155" h="2039" extrusionOk="0">
                  <a:moveTo>
                    <a:pt x="0" y="1"/>
                  </a:moveTo>
                  <a:lnTo>
                    <a:pt x="0" y="2039"/>
                  </a:lnTo>
                  <a:lnTo>
                    <a:pt x="4154" y="2039"/>
                  </a:lnTo>
                  <a:lnTo>
                    <a:pt x="20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7">
              <a:extLst>
                <a:ext uri="{FF2B5EF4-FFF2-40B4-BE49-F238E27FC236}">
                  <a16:creationId xmlns:a16="http://schemas.microsoft.com/office/drawing/2014/main" id="{BA023F47-D02C-DC65-9A58-B2F1E6227D78}"/>
                </a:ext>
              </a:extLst>
            </p:cNvPr>
            <p:cNvSpPr/>
            <p:nvPr/>
          </p:nvSpPr>
          <p:spPr>
            <a:xfrm>
              <a:off x="4401155" y="1746517"/>
              <a:ext cx="36887" cy="31457"/>
            </a:xfrm>
            <a:custGeom>
              <a:avLst/>
              <a:gdLst/>
              <a:ahLst/>
              <a:cxnLst/>
              <a:rect l="l" t="t" r="r" b="b"/>
              <a:pathLst>
                <a:path w="2391" h="2039" extrusionOk="0">
                  <a:moveTo>
                    <a:pt x="0" y="1"/>
                  </a:moveTo>
                  <a:lnTo>
                    <a:pt x="2097" y="2039"/>
                  </a:lnTo>
                  <a:lnTo>
                    <a:pt x="2391" y="2039"/>
                  </a:lnTo>
                  <a:lnTo>
                    <a:pt x="23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7">
              <a:extLst>
                <a:ext uri="{FF2B5EF4-FFF2-40B4-BE49-F238E27FC236}">
                  <a16:creationId xmlns:a16="http://schemas.microsoft.com/office/drawing/2014/main" id="{E640BE55-B688-1E95-9B78-D334072D7AF0}"/>
                </a:ext>
              </a:extLst>
            </p:cNvPr>
            <p:cNvSpPr/>
            <p:nvPr/>
          </p:nvSpPr>
          <p:spPr>
            <a:xfrm>
              <a:off x="4465240" y="1746517"/>
              <a:ext cx="19068" cy="31457"/>
            </a:xfrm>
            <a:custGeom>
              <a:avLst/>
              <a:gdLst/>
              <a:ahLst/>
              <a:cxnLst/>
              <a:rect l="l" t="t" r="r" b="b"/>
              <a:pathLst>
                <a:path w="1236" h="2039" extrusionOk="0">
                  <a:moveTo>
                    <a:pt x="1" y="1"/>
                  </a:moveTo>
                  <a:lnTo>
                    <a:pt x="1" y="2039"/>
                  </a:lnTo>
                  <a:lnTo>
                    <a:pt x="1137" y="2039"/>
                  </a:lnTo>
                  <a:lnTo>
                    <a:pt x="1176" y="1999"/>
                  </a:lnTo>
                  <a:lnTo>
                    <a:pt x="1215" y="1941"/>
                  </a:lnTo>
                  <a:lnTo>
                    <a:pt x="1235" y="1882"/>
                  </a:lnTo>
                  <a:lnTo>
                    <a:pt x="1235" y="158"/>
                  </a:lnTo>
                  <a:lnTo>
                    <a:pt x="1215" y="99"/>
                  </a:lnTo>
                  <a:lnTo>
                    <a:pt x="1176" y="40"/>
                  </a:lnTo>
                  <a:lnTo>
                    <a:pt x="1137" y="20"/>
                  </a:lnTo>
                  <a:lnTo>
                    <a:pt x="10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7">
              <a:extLst>
                <a:ext uri="{FF2B5EF4-FFF2-40B4-BE49-F238E27FC236}">
                  <a16:creationId xmlns:a16="http://schemas.microsoft.com/office/drawing/2014/main" id="{A2F7BAC7-A537-80A5-00CF-EA0EABF7E2EF}"/>
                </a:ext>
              </a:extLst>
            </p:cNvPr>
            <p:cNvSpPr/>
            <p:nvPr/>
          </p:nvSpPr>
          <p:spPr>
            <a:xfrm>
              <a:off x="4129692" y="1577231"/>
              <a:ext cx="390887" cy="386366"/>
            </a:xfrm>
            <a:custGeom>
              <a:avLst/>
              <a:gdLst/>
              <a:ahLst/>
              <a:cxnLst/>
              <a:rect l="l" t="t" r="r" b="b"/>
              <a:pathLst>
                <a:path w="25337" h="25044" extrusionOk="0">
                  <a:moveTo>
                    <a:pt x="3782" y="1"/>
                  </a:moveTo>
                  <a:lnTo>
                    <a:pt x="3351" y="530"/>
                  </a:lnTo>
                  <a:lnTo>
                    <a:pt x="2920" y="1078"/>
                  </a:lnTo>
                  <a:lnTo>
                    <a:pt x="2528" y="1627"/>
                  </a:lnTo>
                  <a:lnTo>
                    <a:pt x="2155" y="2215"/>
                  </a:lnTo>
                  <a:lnTo>
                    <a:pt x="1822" y="2803"/>
                  </a:lnTo>
                  <a:lnTo>
                    <a:pt x="1509" y="3390"/>
                  </a:lnTo>
                  <a:lnTo>
                    <a:pt x="1235" y="4018"/>
                  </a:lnTo>
                  <a:lnTo>
                    <a:pt x="980" y="4645"/>
                  </a:lnTo>
                  <a:lnTo>
                    <a:pt x="745" y="5272"/>
                  </a:lnTo>
                  <a:lnTo>
                    <a:pt x="549" y="5918"/>
                  </a:lnTo>
                  <a:lnTo>
                    <a:pt x="372" y="6584"/>
                  </a:lnTo>
                  <a:lnTo>
                    <a:pt x="235" y="7251"/>
                  </a:lnTo>
                  <a:lnTo>
                    <a:pt x="137" y="7937"/>
                  </a:lnTo>
                  <a:lnTo>
                    <a:pt x="59" y="8622"/>
                  </a:lnTo>
                  <a:lnTo>
                    <a:pt x="20" y="9308"/>
                  </a:lnTo>
                  <a:lnTo>
                    <a:pt x="0" y="9994"/>
                  </a:lnTo>
                  <a:lnTo>
                    <a:pt x="20" y="10739"/>
                  </a:lnTo>
                  <a:lnTo>
                    <a:pt x="59" y="11483"/>
                  </a:lnTo>
                  <a:lnTo>
                    <a:pt x="157" y="12228"/>
                  </a:lnTo>
                  <a:lnTo>
                    <a:pt x="274" y="12953"/>
                  </a:lnTo>
                  <a:lnTo>
                    <a:pt x="451" y="13678"/>
                  </a:lnTo>
                  <a:lnTo>
                    <a:pt x="647" y="14383"/>
                  </a:lnTo>
                  <a:lnTo>
                    <a:pt x="862" y="15069"/>
                  </a:lnTo>
                  <a:lnTo>
                    <a:pt x="1137" y="15755"/>
                  </a:lnTo>
                  <a:lnTo>
                    <a:pt x="1430" y="16421"/>
                  </a:lnTo>
                  <a:lnTo>
                    <a:pt x="1764" y="17087"/>
                  </a:lnTo>
                  <a:lnTo>
                    <a:pt x="2116" y="17715"/>
                  </a:lnTo>
                  <a:lnTo>
                    <a:pt x="2508" y="18342"/>
                  </a:lnTo>
                  <a:lnTo>
                    <a:pt x="2939" y="18949"/>
                  </a:lnTo>
                  <a:lnTo>
                    <a:pt x="3390" y="19537"/>
                  </a:lnTo>
                  <a:lnTo>
                    <a:pt x="3880" y="20086"/>
                  </a:lnTo>
                  <a:lnTo>
                    <a:pt x="4409" y="20634"/>
                  </a:lnTo>
                  <a:lnTo>
                    <a:pt x="4938" y="21163"/>
                  </a:lnTo>
                  <a:lnTo>
                    <a:pt x="5506" y="21653"/>
                  </a:lnTo>
                  <a:lnTo>
                    <a:pt x="6094" y="22104"/>
                  </a:lnTo>
                  <a:lnTo>
                    <a:pt x="6702" y="22535"/>
                  </a:lnTo>
                  <a:lnTo>
                    <a:pt x="7329" y="22927"/>
                  </a:lnTo>
                  <a:lnTo>
                    <a:pt x="7956" y="23280"/>
                  </a:lnTo>
                  <a:lnTo>
                    <a:pt x="8622" y="23613"/>
                  </a:lnTo>
                  <a:lnTo>
                    <a:pt x="9288" y="23907"/>
                  </a:lnTo>
                  <a:lnTo>
                    <a:pt x="9954" y="24181"/>
                  </a:lnTo>
                  <a:lnTo>
                    <a:pt x="10660" y="24396"/>
                  </a:lnTo>
                  <a:lnTo>
                    <a:pt x="11365" y="24592"/>
                  </a:lnTo>
                  <a:lnTo>
                    <a:pt x="12090" y="24749"/>
                  </a:lnTo>
                  <a:lnTo>
                    <a:pt x="12815" y="24886"/>
                  </a:lnTo>
                  <a:lnTo>
                    <a:pt x="13540" y="24965"/>
                  </a:lnTo>
                  <a:lnTo>
                    <a:pt x="14285" y="25023"/>
                  </a:lnTo>
                  <a:lnTo>
                    <a:pt x="15049" y="25043"/>
                  </a:lnTo>
                  <a:lnTo>
                    <a:pt x="15754" y="25023"/>
                  </a:lnTo>
                  <a:lnTo>
                    <a:pt x="16479" y="24984"/>
                  </a:lnTo>
                  <a:lnTo>
                    <a:pt x="17185" y="24886"/>
                  </a:lnTo>
                  <a:lnTo>
                    <a:pt x="17890" y="24788"/>
                  </a:lnTo>
                  <a:lnTo>
                    <a:pt x="18576" y="24632"/>
                  </a:lnTo>
                  <a:lnTo>
                    <a:pt x="19262" y="24455"/>
                  </a:lnTo>
                  <a:lnTo>
                    <a:pt x="19928" y="24240"/>
                  </a:lnTo>
                  <a:lnTo>
                    <a:pt x="20594" y="24005"/>
                  </a:lnTo>
                  <a:lnTo>
                    <a:pt x="21241" y="23730"/>
                  </a:lnTo>
                  <a:lnTo>
                    <a:pt x="21868" y="23417"/>
                  </a:lnTo>
                  <a:lnTo>
                    <a:pt x="22476" y="23084"/>
                  </a:lnTo>
                  <a:lnTo>
                    <a:pt x="23083" y="22731"/>
                  </a:lnTo>
                  <a:lnTo>
                    <a:pt x="23671" y="22319"/>
                  </a:lnTo>
                  <a:lnTo>
                    <a:pt x="24239" y="21908"/>
                  </a:lnTo>
                  <a:lnTo>
                    <a:pt x="24807" y="21457"/>
                  </a:lnTo>
                  <a:lnTo>
                    <a:pt x="25336" y="20967"/>
                  </a:lnTo>
                  <a:lnTo>
                    <a:pt x="18968" y="14775"/>
                  </a:lnTo>
                  <a:lnTo>
                    <a:pt x="7074" y="14775"/>
                  </a:lnTo>
                  <a:lnTo>
                    <a:pt x="6878" y="14736"/>
                  </a:lnTo>
                  <a:lnTo>
                    <a:pt x="6702" y="14697"/>
                  </a:lnTo>
                  <a:lnTo>
                    <a:pt x="6525" y="14638"/>
                  </a:lnTo>
                  <a:lnTo>
                    <a:pt x="6349" y="14540"/>
                  </a:lnTo>
                  <a:lnTo>
                    <a:pt x="6192" y="14462"/>
                  </a:lnTo>
                  <a:lnTo>
                    <a:pt x="6035" y="14344"/>
                  </a:lnTo>
                  <a:lnTo>
                    <a:pt x="5898" y="14227"/>
                  </a:lnTo>
                  <a:lnTo>
                    <a:pt x="5781" y="14089"/>
                  </a:lnTo>
                  <a:lnTo>
                    <a:pt x="5663" y="13933"/>
                  </a:lnTo>
                  <a:lnTo>
                    <a:pt x="5585" y="13776"/>
                  </a:lnTo>
                  <a:lnTo>
                    <a:pt x="5487" y="13600"/>
                  </a:lnTo>
                  <a:lnTo>
                    <a:pt x="5428" y="13423"/>
                  </a:lnTo>
                  <a:lnTo>
                    <a:pt x="5389" y="13247"/>
                  </a:lnTo>
                  <a:lnTo>
                    <a:pt x="5349" y="13051"/>
                  </a:lnTo>
                  <a:lnTo>
                    <a:pt x="5349" y="12855"/>
                  </a:lnTo>
                  <a:lnTo>
                    <a:pt x="5349" y="11131"/>
                  </a:lnTo>
                  <a:lnTo>
                    <a:pt x="5349" y="10935"/>
                  </a:lnTo>
                  <a:lnTo>
                    <a:pt x="5389" y="10739"/>
                  </a:lnTo>
                  <a:lnTo>
                    <a:pt x="5428" y="10562"/>
                  </a:lnTo>
                  <a:lnTo>
                    <a:pt x="5487" y="10386"/>
                  </a:lnTo>
                  <a:lnTo>
                    <a:pt x="5585" y="10210"/>
                  </a:lnTo>
                  <a:lnTo>
                    <a:pt x="5663" y="10053"/>
                  </a:lnTo>
                  <a:lnTo>
                    <a:pt x="5781" y="9916"/>
                  </a:lnTo>
                  <a:lnTo>
                    <a:pt x="5898" y="9778"/>
                  </a:lnTo>
                  <a:lnTo>
                    <a:pt x="6035" y="9641"/>
                  </a:lnTo>
                  <a:lnTo>
                    <a:pt x="6192" y="9543"/>
                  </a:lnTo>
                  <a:lnTo>
                    <a:pt x="6349" y="9445"/>
                  </a:lnTo>
                  <a:lnTo>
                    <a:pt x="6525" y="9367"/>
                  </a:lnTo>
                  <a:lnTo>
                    <a:pt x="6702" y="9289"/>
                  </a:lnTo>
                  <a:lnTo>
                    <a:pt x="6878" y="9249"/>
                  </a:lnTo>
                  <a:lnTo>
                    <a:pt x="7074" y="9230"/>
                  </a:lnTo>
                  <a:lnTo>
                    <a:pt x="7270" y="9210"/>
                  </a:lnTo>
                  <a:lnTo>
                    <a:pt x="13246" y="921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7">
              <a:extLst>
                <a:ext uri="{FF2B5EF4-FFF2-40B4-BE49-F238E27FC236}">
                  <a16:creationId xmlns:a16="http://schemas.microsoft.com/office/drawing/2014/main" id="{D6C5FE45-CE57-0B91-E22F-F5E521421DBB}"/>
                </a:ext>
              </a:extLst>
            </p:cNvPr>
            <p:cNvSpPr/>
            <p:nvPr/>
          </p:nvSpPr>
          <p:spPr>
            <a:xfrm>
              <a:off x="4207370" y="1499245"/>
              <a:ext cx="386659" cy="381815"/>
            </a:xfrm>
            <a:custGeom>
              <a:avLst/>
              <a:gdLst/>
              <a:ahLst/>
              <a:cxnLst/>
              <a:rect l="l" t="t" r="r" b="b"/>
              <a:pathLst>
                <a:path w="25063" h="24749" extrusionOk="0">
                  <a:moveTo>
                    <a:pt x="15109" y="6897"/>
                  </a:moveTo>
                  <a:lnTo>
                    <a:pt x="15285" y="6917"/>
                  </a:lnTo>
                  <a:lnTo>
                    <a:pt x="15442" y="6976"/>
                  </a:lnTo>
                  <a:lnTo>
                    <a:pt x="15579" y="7074"/>
                  </a:lnTo>
                  <a:lnTo>
                    <a:pt x="15697" y="7191"/>
                  </a:lnTo>
                  <a:lnTo>
                    <a:pt x="15814" y="7329"/>
                  </a:lnTo>
                  <a:lnTo>
                    <a:pt x="15873" y="7485"/>
                  </a:lnTo>
                  <a:lnTo>
                    <a:pt x="16265" y="8622"/>
                  </a:lnTo>
                  <a:lnTo>
                    <a:pt x="16324" y="8739"/>
                  </a:lnTo>
                  <a:lnTo>
                    <a:pt x="16382" y="8857"/>
                  </a:lnTo>
                  <a:lnTo>
                    <a:pt x="16480" y="8955"/>
                  </a:lnTo>
                  <a:lnTo>
                    <a:pt x="16578" y="9033"/>
                  </a:lnTo>
                  <a:lnTo>
                    <a:pt x="16696" y="9112"/>
                  </a:lnTo>
                  <a:lnTo>
                    <a:pt x="16814" y="9171"/>
                  </a:lnTo>
                  <a:lnTo>
                    <a:pt x="16951" y="9190"/>
                  </a:lnTo>
                  <a:lnTo>
                    <a:pt x="17088" y="9210"/>
                  </a:lnTo>
                  <a:lnTo>
                    <a:pt x="17343" y="9210"/>
                  </a:lnTo>
                  <a:lnTo>
                    <a:pt x="17617" y="9249"/>
                  </a:lnTo>
                  <a:lnTo>
                    <a:pt x="17852" y="9327"/>
                  </a:lnTo>
                  <a:lnTo>
                    <a:pt x="18107" y="9406"/>
                  </a:lnTo>
                  <a:lnTo>
                    <a:pt x="18342" y="9523"/>
                  </a:lnTo>
                  <a:lnTo>
                    <a:pt x="18557" y="9660"/>
                  </a:lnTo>
                  <a:lnTo>
                    <a:pt x="18753" y="9798"/>
                  </a:lnTo>
                  <a:lnTo>
                    <a:pt x="18930" y="9974"/>
                  </a:lnTo>
                  <a:lnTo>
                    <a:pt x="19106" y="10170"/>
                  </a:lnTo>
                  <a:lnTo>
                    <a:pt x="19263" y="10366"/>
                  </a:lnTo>
                  <a:lnTo>
                    <a:pt x="19400" y="10581"/>
                  </a:lnTo>
                  <a:lnTo>
                    <a:pt x="19498" y="10816"/>
                  </a:lnTo>
                  <a:lnTo>
                    <a:pt x="19596" y="11052"/>
                  </a:lnTo>
                  <a:lnTo>
                    <a:pt x="19655" y="11306"/>
                  </a:lnTo>
                  <a:lnTo>
                    <a:pt x="19694" y="11561"/>
                  </a:lnTo>
                  <a:lnTo>
                    <a:pt x="19714" y="11835"/>
                  </a:lnTo>
                  <a:lnTo>
                    <a:pt x="19714" y="12580"/>
                  </a:lnTo>
                  <a:lnTo>
                    <a:pt x="19694" y="12756"/>
                  </a:lnTo>
                  <a:lnTo>
                    <a:pt x="19635" y="12913"/>
                  </a:lnTo>
                  <a:lnTo>
                    <a:pt x="19557" y="13070"/>
                  </a:lnTo>
                  <a:lnTo>
                    <a:pt x="19459" y="13207"/>
                  </a:lnTo>
                  <a:lnTo>
                    <a:pt x="19322" y="13305"/>
                  </a:lnTo>
                  <a:lnTo>
                    <a:pt x="19165" y="13383"/>
                  </a:lnTo>
                  <a:lnTo>
                    <a:pt x="19008" y="13442"/>
                  </a:lnTo>
                  <a:lnTo>
                    <a:pt x="18832" y="13462"/>
                  </a:lnTo>
                  <a:lnTo>
                    <a:pt x="18655" y="13442"/>
                  </a:lnTo>
                  <a:lnTo>
                    <a:pt x="18479" y="13383"/>
                  </a:lnTo>
                  <a:lnTo>
                    <a:pt x="18342" y="13305"/>
                  </a:lnTo>
                  <a:lnTo>
                    <a:pt x="18205" y="13207"/>
                  </a:lnTo>
                  <a:lnTo>
                    <a:pt x="18087" y="13070"/>
                  </a:lnTo>
                  <a:lnTo>
                    <a:pt x="18009" y="12913"/>
                  </a:lnTo>
                  <a:lnTo>
                    <a:pt x="17970" y="12756"/>
                  </a:lnTo>
                  <a:lnTo>
                    <a:pt x="17950" y="12580"/>
                  </a:lnTo>
                  <a:lnTo>
                    <a:pt x="17950" y="11835"/>
                  </a:lnTo>
                  <a:lnTo>
                    <a:pt x="17930" y="11659"/>
                  </a:lnTo>
                  <a:lnTo>
                    <a:pt x="17872" y="11502"/>
                  </a:lnTo>
                  <a:lnTo>
                    <a:pt x="17793" y="11346"/>
                  </a:lnTo>
                  <a:lnTo>
                    <a:pt x="17695" y="11228"/>
                  </a:lnTo>
                  <a:lnTo>
                    <a:pt x="17558" y="11110"/>
                  </a:lnTo>
                  <a:lnTo>
                    <a:pt x="17421" y="11032"/>
                  </a:lnTo>
                  <a:lnTo>
                    <a:pt x="17264" y="10993"/>
                  </a:lnTo>
                  <a:lnTo>
                    <a:pt x="17088" y="10973"/>
                  </a:lnTo>
                  <a:lnTo>
                    <a:pt x="16872" y="10954"/>
                  </a:lnTo>
                  <a:lnTo>
                    <a:pt x="16657" y="10934"/>
                  </a:lnTo>
                  <a:lnTo>
                    <a:pt x="16461" y="10895"/>
                  </a:lnTo>
                  <a:lnTo>
                    <a:pt x="16265" y="10836"/>
                  </a:lnTo>
                  <a:lnTo>
                    <a:pt x="16069" y="10777"/>
                  </a:lnTo>
                  <a:lnTo>
                    <a:pt x="15893" y="10679"/>
                  </a:lnTo>
                  <a:lnTo>
                    <a:pt x="15716" y="10581"/>
                  </a:lnTo>
                  <a:lnTo>
                    <a:pt x="15559" y="10483"/>
                  </a:lnTo>
                  <a:lnTo>
                    <a:pt x="15383" y="10346"/>
                  </a:lnTo>
                  <a:lnTo>
                    <a:pt x="15246" y="10209"/>
                  </a:lnTo>
                  <a:lnTo>
                    <a:pt x="15109" y="10072"/>
                  </a:lnTo>
                  <a:lnTo>
                    <a:pt x="14972" y="9915"/>
                  </a:lnTo>
                  <a:lnTo>
                    <a:pt x="14854" y="9739"/>
                  </a:lnTo>
                  <a:lnTo>
                    <a:pt x="14756" y="9562"/>
                  </a:lnTo>
                  <a:lnTo>
                    <a:pt x="14678" y="9386"/>
                  </a:lnTo>
                  <a:lnTo>
                    <a:pt x="14599" y="9190"/>
                  </a:lnTo>
                  <a:lnTo>
                    <a:pt x="14207" y="8054"/>
                  </a:lnTo>
                  <a:lnTo>
                    <a:pt x="14168" y="7877"/>
                  </a:lnTo>
                  <a:lnTo>
                    <a:pt x="14168" y="7701"/>
                  </a:lnTo>
                  <a:lnTo>
                    <a:pt x="14188" y="7544"/>
                  </a:lnTo>
                  <a:lnTo>
                    <a:pt x="14247" y="7368"/>
                  </a:lnTo>
                  <a:lnTo>
                    <a:pt x="14345" y="7231"/>
                  </a:lnTo>
                  <a:lnTo>
                    <a:pt x="14462" y="7113"/>
                  </a:lnTo>
                  <a:lnTo>
                    <a:pt x="14599" y="7015"/>
                  </a:lnTo>
                  <a:lnTo>
                    <a:pt x="14756" y="6937"/>
                  </a:lnTo>
                  <a:lnTo>
                    <a:pt x="14932" y="6897"/>
                  </a:lnTo>
                  <a:close/>
                  <a:moveTo>
                    <a:pt x="10014" y="0"/>
                  </a:moveTo>
                  <a:lnTo>
                    <a:pt x="9309" y="20"/>
                  </a:lnTo>
                  <a:lnTo>
                    <a:pt x="8623" y="59"/>
                  </a:lnTo>
                  <a:lnTo>
                    <a:pt x="7937" y="137"/>
                  </a:lnTo>
                  <a:lnTo>
                    <a:pt x="7251" y="255"/>
                  </a:lnTo>
                  <a:lnTo>
                    <a:pt x="6585" y="392"/>
                  </a:lnTo>
                  <a:lnTo>
                    <a:pt x="5938" y="568"/>
                  </a:lnTo>
                  <a:lnTo>
                    <a:pt x="5272" y="764"/>
                  </a:lnTo>
                  <a:lnTo>
                    <a:pt x="4645" y="980"/>
                  </a:lnTo>
                  <a:lnTo>
                    <a:pt x="4018" y="1234"/>
                  </a:lnTo>
                  <a:lnTo>
                    <a:pt x="3391" y="1528"/>
                  </a:lnTo>
                  <a:lnTo>
                    <a:pt x="2783" y="1842"/>
                  </a:lnTo>
                  <a:lnTo>
                    <a:pt x="2196" y="2175"/>
                  </a:lnTo>
                  <a:lnTo>
                    <a:pt x="1627" y="2547"/>
                  </a:lnTo>
                  <a:lnTo>
                    <a:pt x="1079" y="2939"/>
                  </a:lnTo>
                  <a:lnTo>
                    <a:pt x="530" y="3370"/>
                  </a:lnTo>
                  <a:lnTo>
                    <a:pt x="1" y="3821"/>
                  </a:lnTo>
                  <a:lnTo>
                    <a:pt x="10739" y="14265"/>
                  </a:lnTo>
                  <a:lnTo>
                    <a:pt x="17793" y="14265"/>
                  </a:lnTo>
                  <a:lnTo>
                    <a:pt x="17989" y="14285"/>
                  </a:lnTo>
                  <a:lnTo>
                    <a:pt x="18185" y="14304"/>
                  </a:lnTo>
                  <a:lnTo>
                    <a:pt x="18362" y="14344"/>
                  </a:lnTo>
                  <a:lnTo>
                    <a:pt x="18538" y="14422"/>
                  </a:lnTo>
                  <a:lnTo>
                    <a:pt x="18695" y="14500"/>
                  </a:lnTo>
                  <a:lnTo>
                    <a:pt x="18871" y="14598"/>
                  </a:lnTo>
                  <a:lnTo>
                    <a:pt x="19008" y="14696"/>
                  </a:lnTo>
                  <a:lnTo>
                    <a:pt x="19145" y="14833"/>
                  </a:lnTo>
                  <a:lnTo>
                    <a:pt x="19263" y="14971"/>
                  </a:lnTo>
                  <a:lnTo>
                    <a:pt x="19380" y="15108"/>
                  </a:lnTo>
                  <a:lnTo>
                    <a:pt x="19478" y="15265"/>
                  </a:lnTo>
                  <a:lnTo>
                    <a:pt x="19557" y="15441"/>
                  </a:lnTo>
                  <a:lnTo>
                    <a:pt x="19616" y="15617"/>
                  </a:lnTo>
                  <a:lnTo>
                    <a:pt x="19674" y="15794"/>
                  </a:lnTo>
                  <a:lnTo>
                    <a:pt x="19694" y="15990"/>
                  </a:lnTo>
                  <a:lnTo>
                    <a:pt x="19714" y="16186"/>
                  </a:lnTo>
                  <a:lnTo>
                    <a:pt x="19714" y="17910"/>
                  </a:lnTo>
                  <a:lnTo>
                    <a:pt x="19694" y="18106"/>
                  </a:lnTo>
                  <a:lnTo>
                    <a:pt x="19674" y="18302"/>
                  </a:lnTo>
                  <a:lnTo>
                    <a:pt x="19616" y="18478"/>
                  </a:lnTo>
                  <a:lnTo>
                    <a:pt x="19557" y="18655"/>
                  </a:lnTo>
                  <a:lnTo>
                    <a:pt x="19478" y="18831"/>
                  </a:lnTo>
                  <a:lnTo>
                    <a:pt x="19380" y="18988"/>
                  </a:lnTo>
                  <a:lnTo>
                    <a:pt x="19263" y="19144"/>
                  </a:lnTo>
                  <a:lnTo>
                    <a:pt x="19145" y="19282"/>
                  </a:lnTo>
                  <a:lnTo>
                    <a:pt x="19008" y="19399"/>
                  </a:lnTo>
                  <a:lnTo>
                    <a:pt x="18871" y="19517"/>
                  </a:lnTo>
                  <a:lnTo>
                    <a:pt x="18695" y="19595"/>
                  </a:lnTo>
                  <a:lnTo>
                    <a:pt x="18538" y="19693"/>
                  </a:lnTo>
                  <a:lnTo>
                    <a:pt x="18362" y="19752"/>
                  </a:lnTo>
                  <a:lnTo>
                    <a:pt x="18185" y="19791"/>
                  </a:lnTo>
                  <a:lnTo>
                    <a:pt x="17989" y="19830"/>
                  </a:lnTo>
                  <a:lnTo>
                    <a:pt x="16461" y="19830"/>
                  </a:lnTo>
                  <a:lnTo>
                    <a:pt x="21516" y="24749"/>
                  </a:lnTo>
                  <a:lnTo>
                    <a:pt x="21928" y="24239"/>
                  </a:lnTo>
                  <a:lnTo>
                    <a:pt x="22320" y="23710"/>
                  </a:lnTo>
                  <a:lnTo>
                    <a:pt x="22692" y="23161"/>
                  </a:lnTo>
                  <a:lnTo>
                    <a:pt x="23045" y="22593"/>
                  </a:lnTo>
                  <a:lnTo>
                    <a:pt x="23358" y="22025"/>
                  </a:lnTo>
                  <a:lnTo>
                    <a:pt x="23652" y="21437"/>
                  </a:lnTo>
                  <a:lnTo>
                    <a:pt x="23907" y="20849"/>
                  </a:lnTo>
                  <a:lnTo>
                    <a:pt x="24142" y="20242"/>
                  </a:lnTo>
                  <a:lnTo>
                    <a:pt x="24358" y="19615"/>
                  </a:lnTo>
                  <a:lnTo>
                    <a:pt x="24534" y="18988"/>
                  </a:lnTo>
                  <a:lnTo>
                    <a:pt x="24691" y="18341"/>
                  </a:lnTo>
                  <a:lnTo>
                    <a:pt x="24828" y="17694"/>
                  </a:lnTo>
                  <a:lnTo>
                    <a:pt x="24926" y="17048"/>
                  </a:lnTo>
                  <a:lnTo>
                    <a:pt x="25004" y="16382"/>
                  </a:lnTo>
                  <a:lnTo>
                    <a:pt x="25043" y="15715"/>
                  </a:lnTo>
                  <a:lnTo>
                    <a:pt x="25063" y="15049"/>
                  </a:lnTo>
                  <a:lnTo>
                    <a:pt x="25043" y="14304"/>
                  </a:lnTo>
                  <a:lnTo>
                    <a:pt x="24985" y="13560"/>
                  </a:lnTo>
                  <a:lnTo>
                    <a:pt x="24887" y="12815"/>
                  </a:lnTo>
                  <a:lnTo>
                    <a:pt x="24769" y="12090"/>
                  </a:lnTo>
                  <a:lnTo>
                    <a:pt x="24612" y="11385"/>
                  </a:lnTo>
                  <a:lnTo>
                    <a:pt x="24416" y="10660"/>
                  </a:lnTo>
                  <a:lnTo>
                    <a:pt x="24181" y="9974"/>
                  </a:lnTo>
                  <a:lnTo>
                    <a:pt x="23927" y="9288"/>
                  </a:lnTo>
                  <a:lnTo>
                    <a:pt x="23633" y="8622"/>
                  </a:lnTo>
                  <a:lnTo>
                    <a:pt x="23299" y="7975"/>
                  </a:lnTo>
                  <a:lnTo>
                    <a:pt x="22927" y="7329"/>
                  </a:lnTo>
                  <a:lnTo>
                    <a:pt x="22535" y="6702"/>
                  </a:lnTo>
                  <a:lnTo>
                    <a:pt x="22104" y="6114"/>
                  </a:lnTo>
                  <a:lnTo>
                    <a:pt x="21653" y="5526"/>
                  </a:lnTo>
                  <a:lnTo>
                    <a:pt x="21164" y="4958"/>
                  </a:lnTo>
                  <a:lnTo>
                    <a:pt x="20654" y="4409"/>
                  </a:lnTo>
                  <a:lnTo>
                    <a:pt x="20105" y="3899"/>
                  </a:lnTo>
                  <a:lnTo>
                    <a:pt x="19537" y="3410"/>
                  </a:lnTo>
                  <a:lnTo>
                    <a:pt x="18949" y="2939"/>
                  </a:lnTo>
                  <a:lnTo>
                    <a:pt x="18362" y="2528"/>
                  </a:lnTo>
                  <a:lnTo>
                    <a:pt x="17734" y="2136"/>
                  </a:lnTo>
                  <a:lnTo>
                    <a:pt x="17088" y="1764"/>
                  </a:lnTo>
                  <a:lnTo>
                    <a:pt x="16441" y="1430"/>
                  </a:lnTo>
                  <a:lnTo>
                    <a:pt x="15775" y="1137"/>
                  </a:lnTo>
                  <a:lnTo>
                    <a:pt x="15089" y="882"/>
                  </a:lnTo>
                  <a:lnTo>
                    <a:pt x="14384" y="647"/>
                  </a:lnTo>
                  <a:lnTo>
                    <a:pt x="13678" y="451"/>
                  </a:lnTo>
                  <a:lnTo>
                    <a:pt x="12973" y="294"/>
                  </a:lnTo>
                  <a:lnTo>
                    <a:pt x="12248" y="157"/>
                  </a:lnTo>
                  <a:lnTo>
                    <a:pt x="11503" y="78"/>
                  </a:lnTo>
                  <a:lnTo>
                    <a:pt x="10759" y="20"/>
                  </a:lnTo>
                  <a:lnTo>
                    <a:pt x="100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27">
            <a:extLst>
              <a:ext uri="{FF2B5EF4-FFF2-40B4-BE49-F238E27FC236}">
                <a16:creationId xmlns:a16="http://schemas.microsoft.com/office/drawing/2014/main" id="{ACAB1DC3-6A1E-9649-8203-FF881F06B6C7}"/>
              </a:ext>
            </a:extLst>
          </p:cNvPr>
          <p:cNvGrpSpPr/>
          <p:nvPr/>
        </p:nvGrpSpPr>
        <p:grpSpPr>
          <a:xfrm>
            <a:off x="4389132" y="2660799"/>
            <a:ext cx="365770" cy="292603"/>
            <a:chOff x="4750017" y="1620165"/>
            <a:chExt cx="464352" cy="367915"/>
          </a:xfrm>
        </p:grpSpPr>
        <p:sp>
          <p:nvSpPr>
            <p:cNvPr id="1311" name="Google Shape;1311;p27">
              <a:extLst>
                <a:ext uri="{FF2B5EF4-FFF2-40B4-BE49-F238E27FC236}">
                  <a16:creationId xmlns:a16="http://schemas.microsoft.com/office/drawing/2014/main" id="{5DA0D2C0-DCB6-1C4F-57D5-D480B4850F86}"/>
                </a:ext>
              </a:extLst>
            </p:cNvPr>
            <p:cNvSpPr/>
            <p:nvPr/>
          </p:nvSpPr>
          <p:spPr>
            <a:xfrm>
              <a:off x="4750017" y="1688787"/>
              <a:ext cx="71044" cy="299294"/>
            </a:xfrm>
            <a:custGeom>
              <a:avLst/>
              <a:gdLst/>
              <a:ahLst/>
              <a:cxnLst/>
              <a:rect l="l" t="t" r="r" b="b"/>
              <a:pathLst>
                <a:path w="4605" h="19400" extrusionOk="0">
                  <a:moveTo>
                    <a:pt x="3194" y="0"/>
                  </a:moveTo>
                  <a:lnTo>
                    <a:pt x="2861" y="20"/>
                  </a:lnTo>
                  <a:lnTo>
                    <a:pt x="2547" y="79"/>
                  </a:lnTo>
                  <a:lnTo>
                    <a:pt x="2234" y="157"/>
                  </a:lnTo>
                  <a:lnTo>
                    <a:pt x="1940" y="255"/>
                  </a:lnTo>
                  <a:lnTo>
                    <a:pt x="1666" y="392"/>
                  </a:lnTo>
                  <a:lnTo>
                    <a:pt x="1411" y="549"/>
                  </a:lnTo>
                  <a:lnTo>
                    <a:pt x="1156" y="745"/>
                  </a:lnTo>
                  <a:lnTo>
                    <a:pt x="941" y="941"/>
                  </a:lnTo>
                  <a:lnTo>
                    <a:pt x="725" y="1176"/>
                  </a:lnTo>
                  <a:lnTo>
                    <a:pt x="549" y="1411"/>
                  </a:lnTo>
                  <a:lnTo>
                    <a:pt x="392" y="1685"/>
                  </a:lnTo>
                  <a:lnTo>
                    <a:pt x="255" y="1960"/>
                  </a:lnTo>
                  <a:lnTo>
                    <a:pt x="137" y="2254"/>
                  </a:lnTo>
                  <a:lnTo>
                    <a:pt x="59" y="2547"/>
                  </a:lnTo>
                  <a:lnTo>
                    <a:pt x="20" y="2861"/>
                  </a:lnTo>
                  <a:lnTo>
                    <a:pt x="0" y="3194"/>
                  </a:lnTo>
                  <a:lnTo>
                    <a:pt x="0" y="16225"/>
                  </a:lnTo>
                  <a:lnTo>
                    <a:pt x="20" y="16538"/>
                  </a:lnTo>
                  <a:lnTo>
                    <a:pt x="59" y="16852"/>
                  </a:lnTo>
                  <a:lnTo>
                    <a:pt x="137" y="17165"/>
                  </a:lnTo>
                  <a:lnTo>
                    <a:pt x="255" y="17459"/>
                  </a:lnTo>
                  <a:lnTo>
                    <a:pt x="392" y="17734"/>
                  </a:lnTo>
                  <a:lnTo>
                    <a:pt x="549" y="18008"/>
                  </a:lnTo>
                  <a:lnTo>
                    <a:pt x="725" y="18243"/>
                  </a:lnTo>
                  <a:lnTo>
                    <a:pt x="941" y="18478"/>
                  </a:lnTo>
                  <a:lnTo>
                    <a:pt x="1156" y="18674"/>
                  </a:lnTo>
                  <a:lnTo>
                    <a:pt x="1411" y="18851"/>
                  </a:lnTo>
                  <a:lnTo>
                    <a:pt x="1666" y="19027"/>
                  </a:lnTo>
                  <a:lnTo>
                    <a:pt x="1940" y="19164"/>
                  </a:lnTo>
                  <a:lnTo>
                    <a:pt x="2234" y="19262"/>
                  </a:lnTo>
                  <a:lnTo>
                    <a:pt x="2547" y="19340"/>
                  </a:lnTo>
                  <a:lnTo>
                    <a:pt x="2861" y="19380"/>
                  </a:lnTo>
                  <a:lnTo>
                    <a:pt x="3194" y="19399"/>
                  </a:lnTo>
                  <a:lnTo>
                    <a:pt x="4605" y="19399"/>
                  </a:lnTo>
                  <a:lnTo>
                    <a:pt x="46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12" name="Google Shape;1312;p27">
              <a:extLst>
                <a:ext uri="{FF2B5EF4-FFF2-40B4-BE49-F238E27FC236}">
                  <a16:creationId xmlns:a16="http://schemas.microsoft.com/office/drawing/2014/main" id="{2A78C1F4-2ADF-E00D-54BF-2AAC4E8245B6}"/>
                </a:ext>
              </a:extLst>
            </p:cNvPr>
            <p:cNvSpPr/>
            <p:nvPr/>
          </p:nvSpPr>
          <p:spPr>
            <a:xfrm>
              <a:off x="4909630" y="1791256"/>
              <a:ext cx="27523" cy="27538"/>
            </a:xfrm>
            <a:custGeom>
              <a:avLst/>
              <a:gdLst/>
              <a:ahLst/>
              <a:cxnLst/>
              <a:rect l="l" t="t" r="r" b="b"/>
              <a:pathLst>
                <a:path w="1784" h="1785" extrusionOk="0">
                  <a:moveTo>
                    <a:pt x="627" y="1"/>
                  </a:moveTo>
                  <a:lnTo>
                    <a:pt x="0" y="1157"/>
                  </a:lnTo>
                  <a:lnTo>
                    <a:pt x="1156" y="1784"/>
                  </a:lnTo>
                  <a:lnTo>
                    <a:pt x="1783" y="628"/>
                  </a:lnTo>
                  <a:lnTo>
                    <a:pt x="6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13" name="Google Shape;1313;p27">
              <a:extLst>
                <a:ext uri="{FF2B5EF4-FFF2-40B4-BE49-F238E27FC236}">
                  <a16:creationId xmlns:a16="http://schemas.microsoft.com/office/drawing/2014/main" id="{F0DB046A-C10B-930D-3752-3260B4F5D829}"/>
                </a:ext>
              </a:extLst>
            </p:cNvPr>
            <p:cNvSpPr/>
            <p:nvPr/>
          </p:nvSpPr>
          <p:spPr>
            <a:xfrm>
              <a:off x="5031461" y="1830566"/>
              <a:ext cx="23280" cy="23296"/>
            </a:xfrm>
            <a:custGeom>
              <a:avLst/>
              <a:gdLst/>
              <a:ahLst/>
              <a:cxnLst/>
              <a:rect l="l" t="t" r="r" b="b"/>
              <a:pathLst>
                <a:path w="1509" h="1510" extrusionOk="0">
                  <a:moveTo>
                    <a:pt x="1293" y="0"/>
                  </a:moveTo>
                  <a:lnTo>
                    <a:pt x="0" y="216"/>
                  </a:lnTo>
                  <a:lnTo>
                    <a:pt x="216" y="1509"/>
                  </a:lnTo>
                  <a:lnTo>
                    <a:pt x="1509" y="1294"/>
                  </a:lnTo>
                  <a:lnTo>
                    <a:pt x="1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14" name="Google Shape;1314;p27">
              <a:extLst>
                <a:ext uri="{FF2B5EF4-FFF2-40B4-BE49-F238E27FC236}">
                  <a16:creationId xmlns:a16="http://schemas.microsoft.com/office/drawing/2014/main" id="{E20F2AC8-A223-6B56-F88E-11739FA3A26C}"/>
                </a:ext>
              </a:extLst>
            </p:cNvPr>
            <p:cNvSpPr/>
            <p:nvPr/>
          </p:nvSpPr>
          <p:spPr>
            <a:xfrm>
              <a:off x="5143310" y="1688787"/>
              <a:ext cx="71059" cy="299294"/>
            </a:xfrm>
            <a:custGeom>
              <a:avLst/>
              <a:gdLst/>
              <a:ahLst/>
              <a:cxnLst/>
              <a:rect l="l" t="t" r="r" b="b"/>
              <a:pathLst>
                <a:path w="4606" h="19400" extrusionOk="0">
                  <a:moveTo>
                    <a:pt x="0" y="0"/>
                  </a:moveTo>
                  <a:lnTo>
                    <a:pt x="0" y="19399"/>
                  </a:lnTo>
                  <a:lnTo>
                    <a:pt x="1411" y="19399"/>
                  </a:lnTo>
                  <a:lnTo>
                    <a:pt x="1744" y="19380"/>
                  </a:lnTo>
                  <a:lnTo>
                    <a:pt x="2058" y="19340"/>
                  </a:lnTo>
                  <a:lnTo>
                    <a:pt x="2371" y="19262"/>
                  </a:lnTo>
                  <a:lnTo>
                    <a:pt x="2665" y="19164"/>
                  </a:lnTo>
                  <a:lnTo>
                    <a:pt x="2939" y="19027"/>
                  </a:lnTo>
                  <a:lnTo>
                    <a:pt x="3194" y="18851"/>
                  </a:lnTo>
                  <a:lnTo>
                    <a:pt x="3449" y="18674"/>
                  </a:lnTo>
                  <a:lnTo>
                    <a:pt x="3664" y="18478"/>
                  </a:lnTo>
                  <a:lnTo>
                    <a:pt x="3880" y="18243"/>
                  </a:lnTo>
                  <a:lnTo>
                    <a:pt x="4056" y="18008"/>
                  </a:lnTo>
                  <a:lnTo>
                    <a:pt x="4213" y="17734"/>
                  </a:lnTo>
                  <a:lnTo>
                    <a:pt x="4350" y="17459"/>
                  </a:lnTo>
                  <a:lnTo>
                    <a:pt x="4468" y="17165"/>
                  </a:lnTo>
                  <a:lnTo>
                    <a:pt x="4546" y="16852"/>
                  </a:lnTo>
                  <a:lnTo>
                    <a:pt x="4585" y="16538"/>
                  </a:lnTo>
                  <a:lnTo>
                    <a:pt x="4605" y="16225"/>
                  </a:lnTo>
                  <a:lnTo>
                    <a:pt x="4605" y="3194"/>
                  </a:lnTo>
                  <a:lnTo>
                    <a:pt x="4585" y="2861"/>
                  </a:lnTo>
                  <a:lnTo>
                    <a:pt x="4546" y="2547"/>
                  </a:lnTo>
                  <a:lnTo>
                    <a:pt x="4468" y="2254"/>
                  </a:lnTo>
                  <a:lnTo>
                    <a:pt x="4350" y="1960"/>
                  </a:lnTo>
                  <a:lnTo>
                    <a:pt x="4213" y="1685"/>
                  </a:lnTo>
                  <a:lnTo>
                    <a:pt x="4056" y="1411"/>
                  </a:lnTo>
                  <a:lnTo>
                    <a:pt x="3880" y="1176"/>
                  </a:lnTo>
                  <a:lnTo>
                    <a:pt x="3664" y="941"/>
                  </a:lnTo>
                  <a:lnTo>
                    <a:pt x="3449" y="745"/>
                  </a:lnTo>
                  <a:lnTo>
                    <a:pt x="3194" y="549"/>
                  </a:lnTo>
                  <a:lnTo>
                    <a:pt x="2939" y="392"/>
                  </a:lnTo>
                  <a:lnTo>
                    <a:pt x="2665" y="255"/>
                  </a:lnTo>
                  <a:lnTo>
                    <a:pt x="2371" y="157"/>
                  </a:lnTo>
                  <a:lnTo>
                    <a:pt x="2058" y="79"/>
                  </a:lnTo>
                  <a:lnTo>
                    <a:pt x="1744" y="20"/>
                  </a:lnTo>
                  <a:lnTo>
                    <a:pt x="14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15" name="Google Shape;1315;p27">
              <a:extLst>
                <a:ext uri="{FF2B5EF4-FFF2-40B4-BE49-F238E27FC236}">
                  <a16:creationId xmlns:a16="http://schemas.microsoft.com/office/drawing/2014/main" id="{6CF384CF-CA1F-F1EC-D795-FA1E03666EB8}"/>
                </a:ext>
              </a:extLst>
            </p:cNvPr>
            <p:cNvSpPr/>
            <p:nvPr/>
          </p:nvSpPr>
          <p:spPr>
            <a:xfrm>
              <a:off x="4848259" y="1620165"/>
              <a:ext cx="267852" cy="367915"/>
            </a:xfrm>
            <a:custGeom>
              <a:avLst/>
              <a:gdLst/>
              <a:ahLst/>
              <a:cxnLst/>
              <a:rect l="l" t="t" r="r" b="b"/>
              <a:pathLst>
                <a:path w="17362" h="23848" extrusionOk="0">
                  <a:moveTo>
                    <a:pt x="10543" y="1764"/>
                  </a:moveTo>
                  <a:lnTo>
                    <a:pt x="10739" y="1783"/>
                  </a:lnTo>
                  <a:lnTo>
                    <a:pt x="10915" y="1842"/>
                  </a:lnTo>
                  <a:lnTo>
                    <a:pt x="11072" y="1920"/>
                  </a:lnTo>
                  <a:lnTo>
                    <a:pt x="11209" y="2038"/>
                  </a:lnTo>
                  <a:lnTo>
                    <a:pt x="11326" y="2175"/>
                  </a:lnTo>
                  <a:lnTo>
                    <a:pt x="11405" y="2332"/>
                  </a:lnTo>
                  <a:lnTo>
                    <a:pt x="11464" y="2508"/>
                  </a:lnTo>
                  <a:lnTo>
                    <a:pt x="11483" y="2704"/>
                  </a:lnTo>
                  <a:lnTo>
                    <a:pt x="11483" y="4448"/>
                  </a:lnTo>
                  <a:lnTo>
                    <a:pt x="5879" y="4448"/>
                  </a:lnTo>
                  <a:lnTo>
                    <a:pt x="5879" y="2704"/>
                  </a:lnTo>
                  <a:lnTo>
                    <a:pt x="5899" y="2508"/>
                  </a:lnTo>
                  <a:lnTo>
                    <a:pt x="5957" y="2332"/>
                  </a:lnTo>
                  <a:lnTo>
                    <a:pt x="6036" y="2175"/>
                  </a:lnTo>
                  <a:lnTo>
                    <a:pt x="6153" y="2038"/>
                  </a:lnTo>
                  <a:lnTo>
                    <a:pt x="6290" y="1920"/>
                  </a:lnTo>
                  <a:lnTo>
                    <a:pt x="6447" y="1842"/>
                  </a:lnTo>
                  <a:lnTo>
                    <a:pt x="6624" y="1783"/>
                  </a:lnTo>
                  <a:lnTo>
                    <a:pt x="6820" y="1764"/>
                  </a:lnTo>
                  <a:close/>
                  <a:moveTo>
                    <a:pt x="4488" y="9112"/>
                  </a:moveTo>
                  <a:lnTo>
                    <a:pt x="4703" y="9151"/>
                  </a:lnTo>
                  <a:lnTo>
                    <a:pt x="4801" y="9190"/>
                  </a:lnTo>
                  <a:lnTo>
                    <a:pt x="4919" y="9249"/>
                  </a:lnTo>
                  <a:lnTo>
                    <a:pt x="7153" y="10464"/>
                  </a:lnTo>
                  <a:lnTo>
                    <a:pt x="7251" y="10542"/>
                  </a:lnTo>
                  <a:lnTo>
                    <a:pt x="7329" y="10601"/>
                  </a:lnTo>
                  <a:lnTo>
                    <a:pt x="7486" y="10758"/>
                  </a:lnTo>
                  <a:lnTo>
                    <a:pt x="7603" y="10954"/>
                  </a:lnTo>
                  <a:lnTo>
                    <a:pt x="7701" y="11150"/>
                  </a:lnTo>
                  <a:lnTo>
                    <a:pt x="7740" y="11365"/>
                  </a:lnTo>
                  <a:lnTo>
                    <a:pt x="7740" y="11600"/>
                  </a:lnTo>
                  <a:lnTo>
                    <a:pt x="7682" y="11816"/>
                  </a:lnTo>
                  <a:lnTo>
                    <a:pt x="7643" y="11914"/>
                  </a:lnTo>
                  <a:lnTo>
                    <a:pt x="7603" y="12031"/>
                  </a:lnTo>
                  <a:lnTo>
                    <a:pt x="6369" y="14265"/>
                  </a:lnTo>
                  <a:lnTo>
                    <a:pt x="6251" y="14442"/>
                  </a:lnTo>
                  <a:lnTo>
                    <a:pt x="6094" y="14598"/>
                  </a:lnTo>
                  <a:lnTo>
                    <a:pt x="5899" y="14716"/>
                  </a:lnTo>
                  <a:lnTo>
                    <a:pt x="5703" y="14814"/>
                  </a:lnTo>
                  <a:lnTo>
                    <a:pt x="5526" y="14834"/>
                  </a:lnTo>
                  <a:lnTo>
                    <a:pt x="5369" y="14853"/>
                  </a:lnTo>
                  <a:lnTo>
                    <a:pt x="5232" y="14853"/>
                  </a:lnTo>
                  <a:lnTo>
                    <a:pt x="5095" y="14814"/>
                  </a:lnTo>
                  <a:lnTo>
                    <a:pt x="4958" y="14775"/>
                  </a:lnTo>
                  <a:lnTo>
                    <a:pt x="4821" y="14716"/>
                  </a:lnTo>
                  <a:lnTo>
                    <a:pt x="2587" y="13481"/>
                  </a:lnTo>
                  <a:lnTo>
                    <a:pt x="2489" y="13423"/>
                  </a:lnTo>
                  <a:lnTo>
                    <a:pt x="2391" y="13364"/>
                  </a:lnTo>
                  <a:lnTo>
                    <a:pt x="2254" y="13188"/>
                  </a:lnTo>
                  <a:lnTo>
                    <a:pt x="2117" y="13011"/>
                  </a:lnTo>
                  <a:lnTo>
                    <a:pt x="2038" y="12815"/>
                  </a:lnTo>
                  <a:lnTo>
                    <a:pt x="1999" y="12600"/>
                  </a:lnTo>
                  <a:lnTo>
                    <a:pt x="1999" y="12365"/>
                  </a:lnTo>
                  <a:lnTo>
                    <a:pt x="2038" y="12149"/>
                  </a:lnTo>
                  <a:lnTo>
                    <a:pt x="2078" y="12051"/>
                  </a:lnTo>
                  <a:lnTo>
                    <a:pt x="2136" y="11933"/>
                  </a:lnTo>
                  <a:lnTo>
                    <a:pt x="3351" y="9700"/>
                  </a:lnTo>
                  <a:lnTo>
                    <a:pt x="3430" y="9602"/>
                  </a:lnTo>
                  <a:lnTo>
                    <a:pt x="3488" y="9523"/>
                  </a:lnTo>
                  <a:lnTo>
                    <a:pt x="3645" y="9366"/>
                  </a:lnTo>
                  <a:lnTo>
                    <a:pt x="3841" y="9229"/>
                  </a:lnTo>
                  <a:lnTo>
                    <a:pt x="4037" y="9151"/>
                  </a:lnTo>
                  <a:lnTo>
                    <a:pt x="4253" y="9112"/>
                  </a:lnTo>
                  <a:close/>
                  <a:moveTo>
                    <a:pt x="13737" y="11796"/>
                  </a:moveTo>
                  <a:lnTo>
                    <a:pt x="13952" y="11816"/>
                  </a:lnTo>
                  <a:lnTo>
                    <a:pt x="14168" y="11894"/>
                  </a:lnTo>
                  <a:lnTo>
                    <a:pt x="14364" y="12012"/>
                  </a:lnTo>
                  <a:lnTo>
                    <a:pt x="14520" y="12149"/>
                  </a:lnTo>
                  <a:lnTo>
                    <a:pt x="14658" y="12325"/>
                  </a:lnTo>
                  <a:lnTo>
                    <a:pt x="14756" y="12541"/>
                  </a:lnTo>
                  <a:lnTo>
                    <a:pt x="14814" y="12756"/>
                  </a:lnTo>
                  <a:lnTo>
                    <a:pt x="15206" y="15265"/>
                  </a:lnTo>
                  <a:lnTo>
                    <a:pt x="15226" y="15500"/>
                  </a:lnTo>
                  <a:lnTo>
                    <a:pt x="15206" y="15715"/>
                  </a:lnTo>
                  <a:lnTo>
                    <a:pt x="15128" y="15931"/>
                  </a:lnTo>
                  <a:lnTo>
                    <a:pt x="15010" y="16127"/>
                  </a:lnTo>
                  <a:lnTo>
                    <a:pt x="14853" y="16284"/>
                  </a:lnTo>
                  <a:lnTo>
                    <a:pt x="14677" y="16421"/>
                  </a:lnTo>
                  <a:lnTo>
                    <a:pt x="14481" y="16519"/>
                  </a:lnTo>
                  <a:lnTo>
                    <a:pt x="14266" y="16577"/>
                  </a:lnTo>
                  <a:lnTo>
                    <a:pt x="11757" y="16969"/>
                  </a:lnTo>
                  <a:lnTo>
                    <a:pt x="11562" y="16989"/>
                  </a:lnTo>
                  <a:lnTo>
                    <a:pt x="11385" y="16989"/>
                  </a:lnTo>
                  <a:lnTo>
                    <a:pt x="11228" y="16930"/>
                  </a:lnTo>
                  <a:lnTo>
                    <a:pt x="11052" y="16871"/>
                  </a:lnTo>
                  <a:lnTo>
                    <a:pt x="10895" y="16773"/>
                  </a:lnTo>
                  <a:lnTo>
                    <a:pt x="10739" y="16617"/>
                  </a:lnTo>
                  <a:lnTo>
                    <a:pt x="10601" y="16440"/>
                  </a:lnTo>
                  <a:lnTo>
                    <a:pt x="10503" y="16244"/>
                  </a:lnTo>
                  <a:lnTo>
                    <a:pt x="10445" y="16029"/>
                  </a:lnTo>
                  <a:lnTo>
                    <a:pt x="10033" y="13521"/>
                  </a:lnTo>
                  <a:lnTo>
                    <a:pt x="10033" y="13403"/>
                  </a:lnTo>
                  <a:lnTo>
                    <a:pt x="10033" y="13286"/>
                  </a:lnTo>
                  <a:lnTo>
                    <a:pt x="10053" y="13070"/>
                  </a:lnTo>
                  <a:lnTo>
                    <a:pt x="10131" y="12854"/>
                  </a:lnTo>
                  <a:lnTo>
                    <a:pt x="10249" y="12658"/>
                  </a:lnTo>
                  <a:lnTo>
                    <a:pt x="10386" y="12502"/>
                  </a:lnTo>
                  <a:lnTo>
                    <a:pt x="10562" y="12365"/>
                  </a:lnTo>
                  <a:lnTo>
                    <a:pt x="10758" y="12267"/>
                  </a:lnTo>
                  <a:lnTo>
                    <a:pt x="10876" y="12227"/>
                  </a:lnTo>
                  <a:lnTo>
                    <a:pt x="10993" y="12208"/>
                  </a:lnTo>
                  <a:lnTo>
                    <a:pt x="13501" y="11796"/>
                  </a:lnTo>
                  <a:close/>
                  <a:moveTo>
                    <a:pt x="2979" y="15284"/>
                  </a:moveTo>
                  <a:lnTo>
                    <a:pt x="3155" y="15304"/>
                  </a:lnTo>
                  <a:lnTo>
                    <a:pt x="3332" y="15343"/>
                  </a:lnTo>
                  <a:lnTo>
                    <a:pt x="6212" y="16519"/>
                  </a:lnTo>
                  <a:lnTo>
                    <a:pt x="6369" y="16597"/>
                  </a:lnTo>
                  <a:lnTo>
                    <a:pt x="6486" y="16695"/>
                  </a:lnTo>
                  <a:lnTo>
                    <a:pt x="6604" y="16832"/>
                  </a:lnTo>
                  <a:lnTo>
                    <a:pt x="6682" y="16989"/>
                  </a:lnTo>
                  <a:lnTo>
                    <a:pt x="6741" y="17146"/>
                  </a:lnTo>
                  <a:lnTo>
                    <a:pt x="6761" y="17322"/>
                  </a:lnTo>
                  <a:lnTo>
                    <a:pt x="6741" y="17479"/>
                  </a:lnTo>
                  <a:lnTo>
                    <a:pt x="6682" y="17655"/>
                  </a:lnTo>
                  <a:lnTo>
                    <a:pt x="6624" y="17773"/>
                  </a:lnTo>
                  <a:lnTo>
                    <a:pt x="6545" y="17890"/>
                  </a:lnTo>
                  <a:lnTo>
                    <a:pt x="6467" y="17988"/>
                  </a:lnTo>
                  <a:lnTo>
                    <a:pt x="6369" y="18067"/>
                  </a:lnTo>
                  <a:lnTo>
                    <a:pt x="6251" y="18126"/>
                  </a:lnTo>
                  <a:lnTo>
                    <a:pt x="6134" y="18165"/>
                  </a:lnTo>
                  <a:lnTo>
                    <a:pt x="5997" y="18204"/>
                  </a:lnTo>
                  <a:lnTo>
                    <a:pt x="5879" y="18204"/>
                  </a:lnTo>
                  <a:lnTo>
                    <a:pt x="5703" y="18184"/>
                  </a:lnTo>
                  <a:lnTo>
                    <a:pt x="5546" y="18145"/>
                  </a:lnTo>
                  <a:lnTo>
                    <a:pt x="2665" y="16989"/>
                  </a:lnTo>
                  <a:lnTo>
                    <a:pt x="2509" y="16891"/>
                  </a:lnTo>
                  <a:lnTo>
                    <a:pt x="2371" y="16793"/>
                  </a:lnTo>
                  <a:lnTo>
                    <a:pt x="2254" y="16656"/>
                  </a:lnTo>
                  <a:lnTo>
                    <a:pt x="2175" y="16499"/>
                  </a:lnTo>
                  <a:lnTo>
                    <a:pt x="2136" y="16342"/>
                  </a:lnTo>
                  <a:lnTo>
                    <a:pt x="2117" y="16186"/>
                  </a:lnTo>
                  <a:lnTo>
                    <a:pt x="2117" y="16009"/>
                  </a:lnTo>
                  <a:lnTo>
                    <a:pt x="2175" y="15833"/>
                  </a:lnTo>
                  <a:lnTo>
                    <a:pt x="2254" y="15676"/>
                  </a:lnTo>
                  <a:lnTo>
                    <a:pt x="2371" y="15539"/>
                  </a:lnTo>
                  <a:lnTo>
                    <a:pt x="2509" y="15441"/>
                  </a:lnTo>
                  <a:lnTo>
                    <a:pt x="2646" y="15343"/>
                  </a:lnTo>
                  <a:lnTo>
                    <a:pt x="2803" y="15304"/>
                  </a:lnTo>
                  <a:lnTo>
                    <a:pt x="2979" y="15284"/>
                  </a:lnTo>
                  <a:close/>
                  <a:moveTo>
                    <a:pt x="11816" y="18263"/>
                  </a:moveTo>
                  <a:lnTo>
                    <a:pt x="11993" y="18282"/>
                  </a:lnTo>
                  <a:lnTo>
                    <a:pt x="12149" y="18341"/>
                  </a:lnTo>
                  <a:lnTo>
                    <a:pt x="12306" y="18439"/>
                  </a:lnTo>
                  <a:lnTo>
                    <a:pt x="12424" y="18557"/>
                  </a:lnTo>
                  <a:lnTo>
                    <a:pt x="12522" y="18694"/>
                  </a:lnTo>
                  <a:lnTo>
                    <a:pt x="12600" y="18851"/>
                  </a:lnTo>
                  <a:lnTo>
                    <a:pt x="12639" y="19007"/>
                  </a:lnTo>
                  <a:lnTo>
                    <a:pt x="12639" y="19184"/>
                  </a:lnTo>
                  <a:lnTo>
                    <a:pt x="12620" y="19360"/>
                  </a:lnTo>
                  <a:lnTo>
                    <a:pt x="12561" y="19517"/>
                  </a:lnTo>
                  <a:lnTo>
                    <a:pt x="12463" y="19674"/>
                  </a:lnTo>
                  <a:lnTo>
                    <a:pt x="12365" y="19791"/>
                  </a:lnTo>
                  <a:lnTo>
                    <a:pt x="12228" y="19889"/>
                  </a:lnTo>
                  <a:lnTo>
                    <a:pt x="12071" y="19967"/>
                  </a:lnTo>
                  <a:lnTo>
                    <a:pt x="11895" y="20007"/>
                  </a:lnTo>
                  <a:lnTo>
                    <a:pt x="7192" y="20673"/>
                  </a:lnTo>
                  <a:lnTo>
                    <a:pt x="7074" y="20673"/>
                  </a:lnTo>
                  <a:lnTo>
                    <a:pt x="6917" y="20653"/>
                  </a:lnTo>
                  <a:lnTo>
                    <a:pt x="6761" y="20614"/>
                  </a:lnTo>
                  <a:lnTo>
                    <a:pt x="6624" y="20555"/>
                  </a:lnTo>
                  <a:lnTo>
                    <a:pt x="6486" y="20457"/>
                  </a:lnTo>
                  <a:lnTo>
                    <a:pt x="6388" y="20359"/>
                  </a:lnTo>
                  <a:lnTo>
                    <a:pt x="6310" y="20222"/>
                  </a:lnTo>
                  <a:lnTo>
                    <a:pt x="6232" y="20085"/>
                  </a:lnTo>
                  <a:lnTo>
                    <a:pt x="6192" y="19909"/>
                  </a:lnTo>
                  <a:lnTo>
                    <a:pt x="6192" y="19732"/>
                  </a:lnTo>
                  <a:lnTo>
                    <a:pt x="6212" y="19576"/>
                  </a:lnTo>
                  <a:lnTo>
                    <a:pt x="6271" y="19399"/>
                  </a:lnTo>
                  <a:lnTo>
                    <a:pt x="6369" y="19262"/>
                  </a:lnTo>
                  <a:lnTo>
                    <a:pt x="6486" y="19144"/>
                  </a:lnTo>
                  <a:lnTo>
                    <a:pt x="6624" y="19046"/>
                  </a:lnTo>
                  <a:lnTo>
                    <a:pt x="6780" y="18968"/>
                  </a:lnTo>
                  <a:lnTo>
                    <a:pt x="6957" y="18929"/>
                  </a:lnTo>
                  <a:lnTo>
                    <a:pt x="11640" y="18263"/>
                  </a:lnTo>
                  <a:close/>
                  <a:moveTo>
                    <a:pt x="6820" y="0"/>
                  </a:moveTo>
                  <a:lnTo>
                    <a:pt x="6545" y="20"/>
                  </a:lnTo>
                  <a:lnTo>
                    <a:pt x="6271" y="59"/>
                  </a:lnTo>
                  <a:lnTo>
                    <a:pt x="6016" y="118"/>
                  </a:lnTo>
                  <a:lnTo>
                    <a:pt x="5761" y="216"/>
                  </a:lnTo>
                  <a:lnTo>
                    <a:pt x="5526" y="333"/>
                  </a:lnTo>
                  <a:lnTo>
                    <a:pt x="5311" y="470"/>
                  </a:lnTo>
                  <a:lnTo>
                    <a:pt x="5095" y="627"/>
                  </a:lnTo>
                  <a:lnTo>
                    <a:pt x="4899" y="803"/>
                  </a:lnTo>
                  <a:lnTo>
                    <a:pt x="4742" y="980"/>
                  </a:lnTo>
                  <a:lnTo>
                    <a:pt x="4586" y="1195"/>
                  </a:lnTo>
                  <a:lnTo>
                    <a:pt x="4449" y="1411"/>
                  </a:lnTo>
                  <a:lnTo>
                    <a:pt x="4331" y="1646"/>
                  </a:lnTo>
                  <a:lnTo>
                    <a:pt x="4233" y="1901"/>
                  </a:lnTo>
                  <a:lnTo>
                    <a:pt x="4174" y="2156"/>
                  </a:lnTo>
                  <a:lnTo>
                    <a:pt x="4135" y="2430"/>
                  </a:lnTo>
                  <a:lnTo>
                    <a:pt x="4115" y="2704"/>
                  </a:lnTo>
                  <a:lnTo>
                    <a:pt x="4115" y="4448"/>
                  </a:lnTo>
                  <a:lnTo>
                    <a:pt x="0" y="4448"/>
                  </a:lnTo>
                  <a:lnTo>
                    <a:pt x="0" y="23847"/>
                  </a:lnTo>
                  <a:lnTo>
                    <a:pt x="17362" y="23847"/>
                  </a:lnTo>
                  <a:lnTo>
                    <a:pt x="17362" y="4448"/>
                  </a:lnTo>
                  <a:lnTo>
                    <a:pt x="13247" y="4448"/>
                  </a:lnTo>
                  <a:lnTo>
                    <a:pt x="13247" y="2704"/>
                  </a:lnTo>
                  <a:lnTo>
                    <a:pt x="13227" y="2430"/>
                  </a:lnTo>
                  <a:lnTo>
                    <a:pt x="13188" y="2156"/>
                  </a:lnTo>
                  <a:lnTo>
                    <a:pt x="13129" y="1901"/>
                  </a:lnTo>
                  <a:lnTo>
                    <a:pt x="13031" y="1646"/>
                  </a:lnTo>
                  <a:lnTo>
                    <a:pt x="12914" y="1411"/>
                  </a:lnTo>
                  <a:lnTo>
                    <a:pt x="12776" y="1195"/>
                  </a:lnTo>
                  <a:lnTo>
                    <a:pt x="12620" y="980"/>
                  </a:lnTo>
                  <a:lnTo>
                    <a:pt x="12443" y="803"/>
                  </a:lnTo>
                  <a:lnTo>
                    <a:pt x="12267" y="627"/>
                  </a:lnTo>
                  <a:lnTo>
                    <a:pt x="12051" y="470"/>
                  </a:lnTo>
                  <a:lnTo>
                    <a:pt x="11836" y="333"/>
                  </a:lnTo>
                  <a:lnTo>
                    <a:pt x="11601" y="216"/>
                  </a:lnTo>
                  <a:lnTo>
                    <a:pt x="11346" y="118"/>
                  </a:lnTo>
                  <a:lnTo>
                    <a:pt x="11091" y="59"/>
                  </a:lnTo>
                  <a:lnTo>
                    <a:pt x="10817" y="20"/>
                  </a:lnTo>
                  <a:lnTo>
                    <a:pt x="10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16" name="Google Shape;1316;p27">
              <a:extLst>
                <a:ext uri="{FF2B5EF4-FFF2-40B4-BE49-F238E27FC236}">
                  <a16:creationId xmlns:a16="http://schemas.microsoft.com/office/drawing/2014/main" id="{F48DBA0C-33E7-11D4-61DD-94178500F206}"/>
                </a:ext>
              </a:extLst>
            </p:cNvPr>
            <p:cNvSpPr/>
            <p:nvPr/>
          </p:nvSpPr>
          <p:spPr>
            <a:xfrm>
              <a:off x="4821045" y="1659752"/>
              <a:ext cx="27230" cy="29050"/>
            </a:xfrm>
            <a:custGeom>
              <a:avLst/>
              <a:gdLst/>
              <a:ahLst/>
              <a:cxnLst/>
              <a:rect l="l" t="t" r="r" b="b"/>
              <a:pathLst>
                <a:path w="1765" h="1883" extrusionOk="0">
                  <a:moveTo>
                    <a:pt x="883" y="1"/>
                  </a:moveTo>
                  <a:lnTo>
                    <a:pt x="706" y="21"/>
                  </a:lnTo>
                  <a:lnTo>
                    <a:pt x="530" y="79"/>
                  </a:lnTo>
                  <a:lnTo>
                    <a:pt x="393" y="158"/>
                  </a:lnTo>
                  <a:lnTo>
                    <a:pt x="256" y="275"/>
                  </a:lnTo>
                  <a:lnTo>
                    <a:pt x="158" y="393"/>
                  </a:lnTo>
                  <a:lnTo>
                    <a:pt x="79" y="550"/>
                  </a:lnTo>
                  <a:lnTo>
                    <a:pt x="20" y="706"/>
                  </a:lnTo>
                  <a:lnTo>
                    <a:pt x="1" y="883"/>
                  </a:lnTo>
                  <a:lnTo>
                    <a:pt x="1" y="1882"/>
                  </a:lnTo>
                  <a:lnTo>
                    <a:pt x="1764" y="1882"/>
                  </a:lnTo>
                  <a:lnTo>
                    <a:pt x="1764" y="883"/>
                  </a:lnTo>
                  <a:lnTo>
                    <a:pt x="1745" y="706"/>
                  </a:lnTo>
                  <a:lnTo>
                    <a:pt x="1686" y="550"/>
                  </a:lnTo>
                  <a:lnTo>
                    <a:pt x="1608" y="393"/>
                  </a:lnTo>
                  <a:lnTo>
                    <a:pt x="1510" y="275"/>
                  </a:lnTo>
                  <a:lnTo>
                    <a:pt x="1373" y="158"/>
                  </a:lnTo>
                  <a:lnTo>
                    <a:pt x="1235" y="79"/>
                  </a:lnTo>
                  <a:lnTo>
                    <a:pt x="1059" y="21"/>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sp>
          <p:nvSpPr>
            <p:cNvPr id="1317" name="Google Shape;1317;p27">
              <a:extLst>
                <a:ext uri="{FF2B5EF4-FFF2-40B4-BE49-F238E27FC236}">
                  <a16:creationId xmlns:a16="http://schemas.microsoft.com/office/drawing/2014/main" id="{5FB7160E-53E7-32F1-CFE9-B307C4DECAAB}"/>
                </a:ext>
              </a:extLst>
            </p:cNvPr>
            <p:cNvSpPr/>
            <p:nvPr/>
          </p:nvSpPr>
          <p:spPr>
            <a:xfrm>
              <a:off x="5116096" y="1660061"/>
              <a:ext cx="27230" cy="28741"/>
            </a:xfrm>
            <a:custGeom>
              <a:avLst/>
              <a:gdLst/>
              <a:ahLst/>
              <a:cxnLst/>
              <a:rect l="l" t="t" r="r" b="b"/>
              <a:pathLst>
                <a:path w="1765" h="1863" extrusionOk="0">
                  <a:moveTo>
                    <a:pt x="882" y="1"/>
                  </a:moveTo>
                  <a:lnTo>
                    <a:pt x="706" y="20"/>
                  </a:lnTo>
                  <a:lnTo>
                    <a:pt x="530" y="59"/>
                  </a:lnTo>
                  <a:lnTo>
                    <a:pt x="393" y="157"/>
                  </a:lnTo>
                  <a:lnTo>
                    <a:pt x="255" y="255"/>
                  </a:lnTo>
                  <a:lnTo>
                    <a:pt x="157" y="392"/>
                  </a:lnTo>
                  <a:lnTo>
                    <a:pt x="59" y="530"/>
                  </a:lnTo>
                  <a:lnTo>
                    <a:pt x="20" y="706"/>
                  </a:lnTo>
                  <a:lnTo>
                    <a:pt x="1" y="882"/>
                  </a:lnTo>
                  <a:lnTo>
                    <a:pt x="1" y="1862"/>
                  </a:lnTo>
                  <a:lnTo>
                    <a:pt x="1764" y="1862"/>
                  </a:lnTo>
                  <a:lnTo>
                    <a:pt x="1764" y="882"/>
                  </a:lnTo>
                  <a:lnTo>
                    <a:pt x="1745" y="706"/>
                  </a:lnTo>
                  <a:lnTo>
                    <a:pt x="1686" y="530"/>
                  </a:lnTo>
                  <a:lnTo>
                    <a:pt x="1607" y="392"/>
                  </a:lnTo>
                  <a:lnTo>
                    <a:pt x="1509" y="255"/>
                  </a:lnTo>
                  <a:lnTo>
                    <a:pt x="1372" y="157"/>
                  </a:lnTo>
                  <a:lnTo>
                    <a:pt x="1216" y="59"/>
                  </a:lnTo>
                  <a:lnTo>
                    <a:pt x="1059" y="20"/>
                  </a:lnTo>
                  <a:lnTo>
                    <a:pt x="8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900"/>
            </a:p>
          </p:txBody>
        </p:sp>
      </p:grpSp>
      <p:sp>
        <p:nvSpPr>
          <p:cNvPr id="1318" name="Google Shape;1318;p27">
            <a:extLst>
              <a:ext uri="{FF2B5EF4-FFF2-40B4-BE49-F238E27FC236}">
                <a16:creationId xmlns:a16="http://schemas.microsoft.com/office/drawing/2014/main" id="{6209EB98-120C-8DE0-DC11-C2F26A84BB48}"/>
              </a:ext>
            </a:extLst>
          </p:cNvPr>
          <p:cNvSpPr/>
          <p:nvPr/>
        </p:nvSpPr>
        <p:spPr>
          <a:xfrm>
            <a:off x="6433380" y="4001489"/>
            <a:ext cx="365778" cy="365778"/>
          </a:xfrm>
          <a:custGeom>
            <a:avLst/>
            <a:gdLst/>
            <a:ahLst/>
            <a:cxnLst/>
            <a:rect l="l" t="t" r="r" b="b"/>
            <a:pathLst>
              <a:path w="30099" h="30099" extrusionOk="0">
                <a:moveTo>
                  <a:pt x="5840" y="4410"/>
                </a:moveTo>
                <a:lnTo>
                  <a:pt x="6017" y="4429"/>
                </a:lnTo>
                <a:lnTo>
                  <a:pt x="6173" y="4488"/>
                </a:lnTo>
                <a:lnTo>
                  <a:pt x="6330" y="4566"/>
                </a:lnTo>
                <a:lnTo>
                  <a:pt x="6467" y="4684"/>
                </a:lnTo>
                <a:lnTo>
                  <a:pt x="6565" y="4801"/>
                </a:lnTo>
                <a:lnTo>
                  <a:pt x="6644" y="4958"/>
                </a:lnTo>
                <a:lnTo>
                  <a:pt x="6702" y="5115"/>
                </a:lnTo>
                <a:lnTo>
                  <a:pt x="6722" y="5291"/>
                </a:lnTo>
                <a:lnTo>
                  <a:pt x="6722" y="6800"/>
                </a:lnTo>
                <a:lnTo>
                  <a:pt x="6702" y="6977"/>
                </a:lnTo>
                <a:lnTo>
                  <a:pt x="6644" y="7133"/>
                </a:lnTo>
                <a:lnTo>
                  <a:pt x="6565" y="7290"/>
                </a:lnTo>
                <a:lnTo>
                  <a:pt x="6467" y="7427"/>
                </a:lnTo>
                <a:lnTo>
                  <a:pt x="6330" y="7525"/>
                </a:lnTo>
                <a:lnTo>
                  <a:pt x="6173" y="7604"/>
                </a:lnTo>
                <a:lnTo>
                  <a:pt x="6017" y="7662"/>
                </a:lnTo>
                <a:lnTo>
                  <a:pt x="5840" y="7682"/>
                </a:lnTo>
                <a:lnTo>
                  <a:pt x="5664" y="7662"/>
                </a:lnTo>
                <a:lnTo>
                  <a:pt x="5488" y="7604"/>
                </a:lnTo>
                <a:lnTo>
                  <a:pt x="5350" y="7525"/>
                </a:lnTo>
                <a:lnTo>
                  <a:pt x="5213" y="7427"/>
                </a:lnTo>
                <a:lnTo>
                  <a:pt x="5096" y="7290"/>
                </a:lnTo>
                <a:lnTo>
                  <a:pt x="5017" y="7133"/>
                </a:lnTo>
                <a:lnTo>
                  <a:pt x="4978" y="6977"/>
                </a:lnTo>
                <a:lnTo>
                  <a:pt x="4959" y="6800"/>
                </a:lnTo>
                <a:lnTo>
                  <a:pt x="4959" y="5291"/>
                </a:lnTo>
                <a:lnTo>
                  <a:pt x="4978" y="5115"/>
                </a:lnTo>
                <a:lnTo>
                  <a:pt x="5017" y="4958"/>
                </a:lnTo>
                <a:lnTo>
                  <a:pt x="5096" y="4801"/>
                </a:lnTo>
                <a:lnTo>
                  <a:pt x="5213" y="4684"/>
                </a:lnTo>
                <a:lnTo>
                  <a:pt x="5350" y="4566"/>
                </a:lnTo>
                <a:lnTo>
                  <a:pt x="5488" y="4488"/>
                </a:lnTo>
                <a:lnTo>
                  <a:pt x="5664" y="4429"/>
                </a:lnTo>
                <a:lnTo>
                  <a:pt x="5840" y="4410"/>
                </a:lnTo>
                <a:close/>
                <a:moveTo>
                  <a:pt x="11817" y="4410"/>
                </a:moveTo>
                <a:lnTo>
                  <a:pt x="11993" y="4429"/>
                </a:lnTo>
                <a:lnTo>
                  <a:pt x="12169" y="4488"/>
                </a:lnTo>
                <a:lnTo>
                  <a:pt x="12307" y="4566"/>
                </a:lnTo>
                <a:lnTo>
                  <a:pt x="12444" y="4684"/>
                </a:lnTo>
                <a:lnTo>
                  <a:pt x="12561" y="4801"/>
                </a:lnTo>
                <a:lnTo>
                  <a:pt x="12640" y="4958"/>
                </a:lnTo>
                <a:lnTo>
                  <a:pt x="12679" y="5115"/>
                </a:lnTo>
                <a:lnTo>
                  <a:pt x="12699" y="5291"/>
                </a:lnTo>
                <a:lnTo>
                  <a:pt x="12699" y="6800"/>
                </a:lnTo>
                <a:lnTo>
                  <a:pt x="12679" y="6977"/>
                </a:lnTo>
                <a:lnTo>
                  <a:pt x="12640" y="7133"/>
                </a:lnTo>
                <a:lnTo>
                  <a:pt x="12561" y="7290"/>
                </a:lnTo>
                <a:lnTo>
                  <a:pt x="12444" y="7427"/>
                </a:lnTo>
                <a:lnTo>
                  <a:pt x="12307" y="7525"/>
                </a:lnTo>
                <a:lnTo>
                  <a:pt x="12169" y="7604"/>
                </a:lnTo>
                <a:lnTo>
                  <a:pt x="11993" y="7662"/>
                </a:lnTo>
                <a:lnTo>
                  <a:pt x="11817" y="7682"/>
                </a:lnTo>
                <a:lnTo>
                  <a:pt x="11640" y="7662"/>
                </a:lnTo>
                <a:lnTo>
                  <a:pt x="11484" y="7604"/>
                </a:lnTo>
                <a:lnTo>
                  <a:pt x="11327" y="7525"/>
                </a:lnTo>
                <a:lnTo>
                  <a:pt x="11190" y="7427"/>
                </a:lnTo>
                <a:lnTo>
                  <a:pt x="11092" y="7290"/>
                </a:lnTo>
                <a:lnTo>
                  <a:pt x="11013" y="7133"/>
                </a:lnTo>
                <a:lnTo>
                  <a:pt x="10955" y="6977"/>
                </a:lnTo>
                <a:lnTo>
                  <a:pt x="10935" y="6800"/>
                </a:lnTo>
                <a:lnTo>
                  <a:pt x="10935" y="5291"/>
                </a:lnTo>
                <a:lnTo>
                  <a:pt x="10955" y="5115"/>
                </a:lnTo>
                <a:lnTo>
                  <a:pt x="11013" y="4958"/>
                </a:lnTo>
                <a:lnTo>
                  <a:pt x="11092" y="4801"/>
                </a:lnTo>
                <a:lnTo>
                  <a:pt x="11190" y="4684"/>
                </a:lnTo>
                <a:lnTo>
                  <a:pt x="11327" y="4566"/>
                </a:lnTo>
                <a:lnTo>
                  <a:pt x="11484" y="4488"/>
                </a:lnTo>
                <a:lnTo>
                  <a:pt x="11640" y="4429"/>
                </a:lnTo>
                <a:lnTo>
                  <a:pt x="11817" y="4410"/>
                </a:lnTo>
                <a:close/>
                <a:moveTo>
                  <a:pt x="9759" y="9641"/>
                </a:moveTo>
                <a:lnTo>
                  <a:pt x="10073" y="9661"/>
                </a:lnTo>
                <a:lnTo>
                  <a:pt x="10347" y="9700"/>
                </a:lnTo>
                <a:lnTo>
                  <a:pt x="10641" y="9779"/>
                </a:lnTo>
                <a:lnTo>
                  <a:pt x="10915" y="9877"/>
                </a:lnTo>
                <a:lnTo>
                  <a:pt x="11170" y="9994"/>
                </a:lnTo>
                <a:lnTo>
                  <a:pt x="11405" y="10151"/>
                </a:lnTo>
                <a:lnTo>
                  <a:pt x="11640" y="10308"/>
                </a:lnTo>
                <a:lnTo>
                  <a:pt x="11836" y="10504"/>
                </a:lnTo>
                <a:lnTo>
                  <a:pt x="12032" y="10719"/>
                </a:lnTo>
                <a:lnTo>
                  <a:pt x="12209" y="10935"/>
                </a:lnTo>
                <a:lnTo>
                  <a:pt x="12346" y="11189"/>
                </a:lnTo>
                <a:lnTo>
                  <a:pt x="12463" y="11444"/>
                </a:lnTo>
                <a:lnTo>
                  <a:pt x="12581" y="11719"/>
                </a:lnTo>
                <a:lnTo>
                  <a:pt x="12640" y="11993"/>
                </a:lnTo>
                <a:lnTo>
                  <a:pt x="12699" y="12287"/>
                </a:lnTo>
                <a:lnTo>
                  <a:pt x="12699" y="12581"/>
                </a:lnTo>
                <a:lnTo>
                  <a:pt x="12679" y="12757"/>
                </a:lnTo>
                <a:lnTo>
                  <a:pt x="12640" y="12933"/>
                </a:lnTo>
                <a:lnTo>
                  <a:pt x="12561" y="13071"/>
                </a:lnTo>
                <a:lnTo>
                  <a:pt x="12444" y="13208"/>
                </a:lnTo>
                <a:lnTo>
                  <a:pt x="12307" y="13306"/>
                </a:lnTo>
                <a:lnTo>
                  <a:pt x="12169" y="13404"/>
                </a:lnTo>
                <a:lnTo>
                  <a:pt x="11993" y="13443"/>
                </a:lnTo>
                <a:lnTo>
                  <a:pt x="11817" y="13463"/>
                </a:lnTo>
                <a:lnTo>
                  <a:pt x="11640" y="13443"/>
                </a:lnTo>
                <a:lnTo>
                  <a:pt x="11484" y="13404"/>
                </a:lnTo>
                <a:lnTo>
                  <a:pt x="11327" y="13306"/>
                </a:lnTo>
                <a:lnTo>
                  <a:pt x="11190" y="13208"/>
                </a:lnTo>
                <a:lnTo>
                  <a:pt x="11092" y="13071"/>
                </a:lnTo>
                <a:lnTo>
                  <a:pt x="11013" y="12933"/>
                </a:lnTo>
                <a:lnTo>
                  <a:pt x="10955" y="12757"/>
                </a:lnTo>
                <a:lnTo>
                  <a:pt x="10935" y="12581"/>
                </a:lnTo>
                <a:lnTo>
                  <a:pt x="10935" y="12463"/>
                </a:lnTo>
                <a:lnTo>
                  <a:pt x="10915" y="12346"/>
                </a:lnTo>
                <a:lnTo>
                  <a:pt x="10857" y="12130"/>
                </a:lnTo>
                <a:lnTo>
                  <a:pt x="10739" y="11934"/>
                </a:lnTo>
                <a:lnTo>
                  <a:pt x="10602" y="11758"/>
                </a:lnTo>
                <a:lnTo>
                  <a:pt x="10426" y="11601"/>
                </a:lnTo>
                <a:lnTo>
                  <a:pt x="10230" y="11503"/>
                </a:lnTo>
                <a:lnTo>
                  <a:pt x="9994" y="11425"/>
                </a:lnTo>
                <a:lnTo>
                  <a:pt x="9877" y="11405"/>
                </a:lnTo>
                <a:lnTo>
                  <a:pt x="7780" y="11405"/>
                </a:lnTo>
                <a:lnTo>
                  <a:pt x="7663" y="11425"/>
                </a:lnTo>
                <a:lnTo>
                  <a:pt x="7427" y="11503"/>
                </a:lnTo>
                <a:lnTo>
                  <a:pt x="7232" y="11601"/>
                </a:lnTo>
                <a:lnTo>
                  <a:pt x="7055" y="11758"/>
                </a:lnTo>
                <a:lnTo>
                  <a:pt x="6918" y="11934"/>
                </a:lnTo>
                <a:lnTo>
                  <a:pt x="6800" y="12130"/>
                </a:lnTo>
                <a:lnTo>
                  <a:pt x="6742" y="12346"/>
                </a:lnTo>
                <a:lnTo>
                  <a:pt x="6722" y="12463"/>
                </a:lnTo>
                <a:lnTo>
                  <a:pt x="6722" y="12581"/>
                </a:lnTo>
                <a:lnTo>
                  <a:pt x="6702" y="12757"/>
                </a:lnTo>
                <a:lnTo>
                  <a:pt x="6644" y="12933"/>
                </a:lnTo>
                <a:lnTo>
                  <a:pt x="6565" y="13071"/>
                </a:lnTo>
                <a:lnTo>
                  <a:pt x="6467" y="13208"/>
                </a:lnTo>
                <a:lnTo>
                  <a:pt x="6330" y="13306"/>
                </a:lnTo>
                <a:lnTo>
                  <a:pt x="6173" y="13404"/>
                </a:lnTo>
                <a:lnTo>
                  <a:pt x="6017" y="13443"/>
                </a:lnTo>
                <a:lnTo>
                  <a:pt x="5840" y="13463"/>
                </a:lnTo>
                <a:lnTo>
                  <a:pt x="5664" y="13443"/>
                </a:lnTo>
                <a:lnTo>
                  <a:pt x="5488" y="13404"/>
                </a:lnTo>
                <a:lnTo>
                  <a:pt x="5350" y="13306"/>
                </a:lnTo>
                <a:lnTo>
                  <a:pt x="5213" y="13208"/>
                </a:lnTo>
                <a:lnTo>
                  <a:pt x="5096" y="13071"/>
                </a:lnTo>
                <a:lnTo>
                  <a:pt x="5017" y="12933"/>
                </a:lnTo>
                <a:lnTo>
                  <a:pt x="4978" y="12757"/>
                </a:lnTo>
                <a:lnTo>
                  <a:pt x="4959" y="12581"/>
                </a:lnTo>
                <a:lnTo>
                  <a:pt x="4959" y="12287"/>
                </a:lnTo>
                <a:lnTo>
                  <a:pt x="5017" y="11993"/>
                </a:lnTo>
                <a:lnTo>
                  <a:pt x="5076" y="11719"/>
                </a:lnTo>
                <a:lnTo>
                  <a:pt x="5174" y="11444"/>
                </a:lnTo>
                <a:lnTo>
                  <a:pt x="5311" y="11189"/>
                </a:lnTo>
                <a:lnTo>
                  <a:pt x="5448" y="10935"/>
                </a:lnTo>
                <a:lnTo>
                  <a:pt x="5625" y="10719"/>
                </a:lnTo>
                <a:lnTo>
                  <a:pt x="5821" y="10504"/>
                </a:lnTo>
                <a:lnTo>
                  <a:pt x="6017" y="10308"/>
                </a:lnTo>
                <a:lnTo>
                  <a:pt x="6252" y="10151"/>
                </a:lnTo>
                <a:lnTo>
                  <a:pt x="6487" y="9994"/>
                </a:lnTo>
                <a:lnTo>
                  <a:pt x="6742" y="9877"/>
                </a:lnTo>
                <a:lnTo>
                  <a:pt x="7016" y="9779"/>
                </a:lnTo>
                <a:lnTo>
                  <a:pt x="7310" y="9700"/>
                </a:lnTo>
                <a:lnTo>
                  <a:pt x="7584" y="9661"/>
                </a:lnTo>
                <a:lnTo>
                  <a:pt x="7898" y="9641"/>
                </a:lnTo>
                <a:close/>
                <a:moveTo>
                  <a:pt x="18283" y="17186"/>
                </a:moveTo>
                <a:lnTo>
                  <a:pt x="18479" y="17205"/>
                </a:lnTo>
                <a:lnTo>
                  <a:pt x="18636" y="17244"/>
                </a:lnTo>
                <a:lnTo>
                  <a:pt x="18793" y="17323"/>
                </a:lnTo>
                <a:lnTo>
                  <a:pt x="18910" y="17440"/>
                </a:lnTo>
                <a:lnTo>
                  <a:pt x="19028" y="17577"/>
                </a:lnTo>
                <a:lnTo>
                  <a:pt x="19106" y="17715"/>
                </a:lnTo>
                <a:lnTo>
                  <a:pt x="19165" y="17891"/>
                </a:lnTo>
                <a:lnTo>
                  <a:pt x="19165" y="18067"/>
                </a:lnTo>
                <a:lnTo>
                  <a:pt x="19165" y="19557"/>
                </a:lnTo>
                <a:lnTo>
                  <a:pt x="19165" y="19733"/>
                </a:lnTo>
                <a:lnTo>
                  <a:pt x="19106" y="19909"/>
                </a:lnTo>
                <a:lnTo>
                  <a:pt x="19028" y="20046"/>
                </a:lnTo>
                <a:lnTo>
                  <a:pt x="18910" y="20184"/>
                </a:lnTo>
                <a:lnTo>
                  <a:pt x="18793" y="20282"/>
                </a:lnTo>
                <a:lnTo>
                  <a:pt x="18636" y="20380"/>
                </a:lnTo>
                <a:lnTo>
                  <a:pt x="18479" y="20419"/>
                </a:lnTo>
                <a:lnTo>
                  <a:pt x="18283" y="20438"/>
                </a:lnTo>
                <a:lnTo>
                  <a:pt x="18107" y="20419"/>
                </a:lnTo>
                <a:lnTo>
                  <a:pt x="17950" y="20380"/>
                </a:lnTo>
                <a:lnTo>
                  <a:pt x="17793" y="20282"/>
                </a:lnTo>
                <a:lnTo>
                  <a:pt x="17676" y="20184"/>
                </a:lnTo>
                <a:lnTo>
                  <a:pt x="17558" y="20046"/>
                </a:lnTo>
                <a:lnTo>
                  <a:pt x="17480" y="19909"/>
                </a:lnTo>
                <a:lnTo>
                  <a:pt x="17421" y="19733"/>
                </a:lnTo>
                <a:lnTo>
                  <a:pt x="17401" y="19557"/>
                </a:lnTo>
                <a:lnTo>
                  <a:pt x="17401" y="18067"/>
                </a:lnTo>
                <a:lnTo>
                  <a:pt x="17421" y="17891"/>
                </a:lnTo>
                <a:lnTo>
                  <a:pt x="17480" y="17715"/>
                </a:lnTo>
                <a:lnTo>
                  <a:pt x="17558" y="17577"/>
                </a:lnTo>
                <a:lnTo>
                  <a:pt x="17676" y="17440"/>
                </a:lnTo>
                <a:lnTo>
                  <a:pt x="17793" y="17323"/>
                </a:lnTo>
                <a:lnTo>
                  <a:pt x="17950" y="17244"/>
                </a:lnTo>
                <a:lnTo>
                  <a:pt x="18107" y="17205"/>
                </a:lnTo>
                <a:lnTo>
                  <a:pt x="18283" y="17186"/>
                </a:lnTo>
                <a:close/>
                <a:moveTo>
                  <a:pt x="24279" y="17186"/>
                </a:moveTo>
                <a:lnTo>
                  <a:pt x="24456" y="17205"/>
                </a:lnTo>
                <a:lnTo>
                  <a:pt x="24632" y="17244"/>
                </a:lnTo>
                <a:lnTo>
                  <a:pt x="24769" y="17323"/>
                </a:lnTo>
                <a:lnTo>
                  <a:pt x="24906" y="17440"/>
                </a:lnTo>
                <a:lnTo>
                  <a:pt x="25004" y="17577"/>
                </a:lnTo>
                <a:lnTo>
                  <a:pt x="25102" y="17715"/>
                </a:lnTo>
                <a:lnTo>
                  <a:pt x="25141" y="17891"/>
                </a:lnTo>
                <a:lnTo>
                  <a:pt x="25161" y="18067"/>
                </a:lnTo>
                <a:lnTo>
                  <a:pt x="25161" y="19557"/>
                </a:lnTo>
                <a:lnTo>
                  <a:pt x="25141" y="19733"/>
                </a:lnTo>
                <a:lnTo>
                  <a:pt x="25102" y="19909"/>
                </a:lnTo>
                <a:lnTo>
                  <a:pt x="25004" y="20046"/>
                </a:lnTo>
                <a:lnTo>
                  <a:pt x="24906" y="20184"/>
                </a:lnTo>
                <a:lnTo>
                  <a:pt x="24769" y="20282"/>
                </a:lnTo>
                <a:lnTo>
                  <a:pt x="24632" y="20380"/>
                </a:lnTo>
                <a:lnTo>
                  <a:pt x="24456" y="20419"/>
                </a:lnTo>
                <a:lnTo>
                  <a:pt x="24279" y="20438"/>
                </a:lnTo>
                <a:lnTo>
                  <a:pt x="24103" y="20419"/>
                </a:lnTo>
                <a:lnTo>
                  <a:pt x="23946" y="20380"/>
                </a:lnTo>
                <a:lnTo>
                  <a:pt x="23789" y="20282"/>
                </a:lnTo>
                <a:lnTo>
                  <a:pt x="23652" y="20184"/>
                </a:lnTo>
                <a:lnTo>
                  <a:pt x="23554" y="20046"/>
                </a:lnTo>
                <a:lnTo>
                  <a:pt x="23476" y="19909"/>
                </a:lnTo>
                <a:lnTo>
                  <a:pt x="23417" y="19733"/>
                </a:lnTo>
                <a:lnTo>
                  <a:pt x="23397" y="19557"/>
                </a:lnTo>
                <a:lnTo>
                  <a:pt x="23397" y="18067"/>
                </a:lnTo>
                <a:lnTo>
                  <a:pt x="23417" y="17891"/>
                </a:lnTo>
                <a:lnTo>
                  <a:pt x="23476" y="17715"/>
                </a:lnTo>
                <a:lnTo>
                  <a:pt x="23554" y="17577"/>
                </a:lnTo>
                <a:lnTo>
                  <a:pt x="23652" y="17440"/>
                </a:lnTo>
                <a:lnTo>
                  <a:pt x="23789" y="17323"/>
                </a:lnTo>
                <a:lnTo>
                  <a:pt x="23946" y="17244"/>
                </a:lnTo>
                <a:lnTo>
                  <a:pt x="24103" y="17205"/>
                </a:lnTo>
                <a:lnTo>
                  <a:pt x="24279" y="17186"/>
                </a:lnTo>
                <a:close/>
                <a:moveTo>
                  <a:pt x="24456" y="22417"/>
                </a:moveTo>
                <a:lnTo>
                  <a:pt x="24632" y="22476"/>
                </a:lnTo>
                <a:lnTo>
                  <a:pt x="24769" y="22555"/>
                </a:lnTo>
                <a:lnTo>
                  <a:pt x="24906" y="22672"/>
                </a:lnTo>
                <a:lnTo>
                  <a:pt x="25004" y="22790"/>
                </a:lnTo>
                <a:lnTo>
                  <a:pt x="25102" y="22947"/>
                </a:lnTo>
                <a:lnTo>
                  <a:pt x="25141" y="23103"/>
                </a:lnTo>
                <a:lnTo>
                  <a:pt x="25161" y="23299"/>
                </a:lnTo>
                <a:lnTo>
                  <a:pt x="25141" y="23593"/>
                </a:lnTo>
                <a:lnTo>
                  <a:pt x="25102" y="23887"/>
                </a:lnTo>
                <a:lnTo>
                  <a:pt x="25024" y="24161"/>
                </a:lnTo>
                <a:lnTo>
                  <a:pt x="24926" y="24436"/>
                </a:lnTo>
                <a:lnTo>
                  <a:pt x="24808" y="24691"/>
                </a:lnTo>
                <a:lnTo>
                  <a:pt x="24652" y="24926"/>
                </a:lnTo>
                <a:lnTo>
                  <a:pt x="24495" y="25161"/>
                </a:lnTo>
                <a:lnTo>
                  <a:pt x="24299" y="25376"/>
                </a:lnTo>
                <a:lnTo>
                  <a:pt x="24083" y="25553"/>
                </a:lnTo>
                <a:lnTo>
                  <a:pt x="23868" y="25729"/>
                </a:lnTo>
                <a:lnTo>
                  <a:pt x="23633" y="25866"/>
                </a:lnTo>
                <a:lnTo>
                  <a:pt x="23358" y="26003"/>
                </a:lnTo>
                <a:lnTo>
                  <a:pt x="23104" y="26101"/>
                </a:lnTo>
                <a:lnTo>
                  <a:pt x="22810" y="26160"/>
                </a:lnTo>
                <a:lnTo>
                  <a:pt x="22516" y="26219"/>
                </a:lnTo>
                <a:lnTo>
                  <a:pt x="22222" y="26239"/>
                </a:lnTo>
                <a:lnTo>
                  <a:pt x="20360" y="26239"/>
                </a:lnTo>
                <a:lnTo>
                  <a:pt x="20047" y="26219"/>
                </a:lnTo>
                <a:lnTo>
                  <a:pt x="19753" y="26160"/>
                </a:lnTo>
                <a:lnTo>
                  <a:pt x="19478" y="26101"/>
                </a:lnTo>
                <a:lnTo>
                  <a:pt x="19204" y="26003"/>
                </a:lnTo>
                <a:lnTo>
                  <a:pt x="18949" y="25866"/>
                </a:lnTo>
                <a:lnTo>
                  <a:pt x="18714" y="25729"/>
                </a:lnTo>
                <a:lnTo>
                  <a:pt x="18479" y="25553"/>
                </a:lnTo>
                <a:lnTo>
                  <a:pt x="18264" y="25376"/>
                </a:lnTo>
                <a:lnTo>
                  <a:pt x="18087" y="25161"/>
                </a:lnTo>
                <a:lnTo>
                  <a:pt x="17911" y="24926"/>
                </a:lnTo>
                <a:lnTo>
                  <a:pt x="17774" y="24691"/>
                </a:lnTo>
                <a:lnTo>
                  <a:pt x="17637" y="24436"/>
                </a:lnTo>
                <a:lnTo>
                  <a:pt x="17539" y="24161"/>
                </a:lnTo>
                <a:lnTo>
                  <a:pt x="17480" y="23887"/>
                </a:lnTo>
                <a:lnTo>
                  <a:pt x="17421" y="23593"/>
                </a:lnTo>
                <a:lnTo>
                  <a:pt x="17401" y="23299"/>
                </a:lnTo>
                <a:lnTo>
                  <a:pt x="17421" y="23103"/>
                </a:lnTo>
                <a:lnTo>
                  <a:pt x="17480" y="22947"/>
                </a:lnTo>
                <a:lnTo>
                  <a:pt x="17558" y="22790"/>
                </a:lnTo>
                <a:lnTo>
                  <a:pt x="17676" y="22672"/>
                </a:lnTo>
                <a:lnTo>
                  <a:pt x="17793" y="22555"/>
                </a:lnTo>
                <a:lnTo>
                  <a:pt x="17950" y="22476"/>
                </a:lnTo>
                <a:lnTo>
                  <a:pt x="18107" y="22417"/>
                </a:lnTo>
                <a:lnTo>
                  <a:pt x="18479" y="22417"/>
                </a:lnTo>
                <a:lnTo>
                  <a:pt x="18636" y="22476"/>
                </a:lnTo>
                <a:lnTo>
                  <a:pt x="18793" y="22555"/>
                </a:lnTo>
                <a:lnTo>
                  <a:pt x="18910" y="22672"/>
                </a:lnTo>
                <a:lnTo>
                  <a:pt x="19028" y="22790"/>
                </a:lnTo>
                <a:lnTo>
                  <a:pt x="19106" y="22947"/>
                </a:lnTo>
                <a:lnTo>
                  <a:pt x="19165" y="23103"/>
                </a:lnTo>
                <a:lnTo>
                  <a:pt x="19165" y="23299"/>
                </a:lnTo>
                <a:lnTo>
                  <a:pt x="19185" y="23417"/>
                </a:lnTo>
                <a:lnTo>
                  <a:pt x="19204" y="23534"/>
                </a:lnTo>
                <a:lnTo>
                  <a:pt x="19263" y="23750"/>
                </a:lnTo>
                <a:lnTo>
                  <a:pt x="19380" y="23946"/>
                </a:lnTo>
                <a:lnTo>
                  <a:pt x="19518" y="24122"/>
                </a:lnTo>
                <a:lnTo>
                  <a:pt x="19694" y="24259"/>
                </a:lnTo>
                <a:lnTo>
                  <a:pt x="19890" y="24377"/>
                </a:lnTo>
                <a:lnTo>
                  <a:pt x="20105" y="24436"/>
                </a:lnTo>
                <a:lnTo>
                  <a:pt x="20223" y="24455"/>
                </a:lnTo>
                <a:lnTo>
                  <a:pt x="20360" y="24475"/>
                </a:lnTo>
                <a:lnTo>
                  <a:pt x="22222" y="24475"/>
                </a:lnTo>
                <a:lnTo>
                  <a:pt x="22339" y="24455"/>
                </a:lnTo>
                <a:lnTo>
                  <a:pt x="22457" y="24436"/>
                </a:lnTo>
                <a:lnTo>
                  <a:pt x="22672" y="24377"/>
                </a:lnTo>
                <a:lnTo>
                  <a:pt x="22888" y="24259"/>
                </a:lnTo>
                <a:lnTo>
                  <a:pt x="23045" y="24122"/>
                </a:lnTo>
                <a:lnTo>
                  <a:pt x="23202" y="23946"/>
                </a:lnTo>
                <a:lnTo>
                  <a:pt x="23299" y="23750"/>
                </a:lnTo>
                <a:lnTo>
                  <a:pt x="23378" y="23534"/>
                </a:lnTo>
                <a:lnTo>
                  <a:pt x="23397" y="23417"/>
                </a:lnTo>
                <a:lnTo>
                  <a:pt x="23397" y="23299"/>
                </a:lnTo>
                <a:lnTo>
                  <a:pt x="23417" y="23103"/>
                </a:lnTo>
                <a:lnTo>
                  <a:pt x="23476" y="22947"/>
                </a:lnTo>
                <a:lnTo>
                  <a:pt x="23554" y="22790"/>
                </a:lnTo>
                <a:lnTo>
                  <a:pt x="23652" y="22672"/>
                </a:lnTo>
                <a:lnTo>
                  <a:pt x="23789" y="22555"/>
                </a:lnTo>
                <a:lnTo>
                  <a:pt x="23946" y="22476"/>
                </a:lnTo>
                <a:lnTo>
                  <a:pt x="24103" y="22417"/>
                </a:lnTo>
                <a:close/>
                <a:moveTo>
                  <a:pt x="8819" y="1"/>
                </a:moveTo>
                <a:lnTo>
                  <a:pt x="8368" y="20"/>
                </a:lnTo>
                <a:lnTo>
                  <a:pt x="7917" y="59"/>
                </a:lnTo>
                <a:lnTo>
                  <a:pt x="7486" y="99"/>
                </a:lnTo>
                <a:lnTo>
                  <a:pt x="7055" y="177"/>
                </a:lnTo>
                <a:lnTo>
                  <a:pt x="6624" y="275"/>
                </a:lnTo>
                <a:lnTo>
                  <a:pt x="6213" y="393"/>
                </a:lnTo>
                <a:lnTo>
                  <a:pt x="5801" y="530"/>
                </a:lnTo>
                <a:lnTo>
                  <a:pt x="5390" y="706"/>
                </a:lnTo>
                <a:lnTo>
                  <a:pt x="4998" y="882"/>
                </a:lnTo>
                <a:lnTo>
                  <a:pt x="4625" y="1059"/>
                </a:lnTo>
                <a:lnTo>
                  <a:pt x="4253" y="1274"/>
                </a:lnTo>
                <a:lnTo>
                  <a:pt x="3900" y="1510"/>
                </a:lnTo>
                <a:lnTo>
                  <a:pt x="3548" y="1764"/>
                </a:lnTo>
                <a:lnTo>
                  <a:pt x="3215" y="2019"/>
                </a:lnTo>
                <a:lnTo>
                  <a:pt x="2901" y="2293"/>
                </a:lnTo>
                <a:lnTo>
                  <a:pt x="2588" y="2587"/>
                </a:lnTo>
                <a:lnTo>
                  <a:pt x="2294" y="2901"/>
                </a:lnTo>
                <a:lnTo>
                  <a:pt x="2019" y="3214"/>
                </a:lnTo>
                <a:lnTo>
                  <a:pt x="1765" y="3547"/>
                </a:lnTo>
                <a:lnTo>
                  <a:pt x="1510" y="3900"/>
                </a:lnTo>
                <a:lnTo>
                  <a:pt x="1294" y="4253"/>
                </a:lnTo>
                <a:lnTo>
                  <a:pt x="1079" y="4625"/>
                </a:lnTo>
                <a:lnTo>
                  <a:pt x="883" y="4997"/>
                </a:lnTo>
                <a:lnTo>
                  <a:pt x="706" y="5389"/>
                </a:lnTo>
                <a:lnTo>
                  <a:pt x="550" y="5781"/>
                </a:lnTo>
                <a:lnTo>
                  <a:pt x="412" y="6193"/>
                </a:lnTo>
                <a:lnTo>
                  <a:pt x="295" y="6624"/>
                </a:lnTo>
                <a:lnTo>
                  <a:pt x="197" y="7035"/>
                </a:lnTo>
                <a:lnTo>
                  <a:pt x="119" y="7486"/>
                </a:lnTo>
                <a:lnTo>
                  <a:pt x="60" y="7917"/>
                </a:lnTo>
                <a:lnTo>
                  <a:pt x="21" y="8368"/>
                </a:lnTo>
                <a:lnTo>
                  <a:pt x="1" y="8818"/>
                </a:lnTo>
                <a:lnTo>
                  <a:pt x="21" y="9269"/>
                </a:lnTo>
                <a:lnTo>
                  <a:pt x="60" y="9720"/>
                </a:lnTo>
                <a:lnTo>
                  <a:pt x="119" y="10171"/>
                </a:lnTo>
                <a:lnTo>
                  <a:pt x="197" y="10602"/>
                </a:lnTo>
                <a:lnTo>
                  <a:pt x="295" y="11013"/>
                </a:lnTo>
                <a:lnTo>
                  <a:pt x="412" y="11444"/>
                </a:lnTo>
                <a:lnTo>
                  <a:pt x="550" y="11856"/>
                </a:lnTo>
                <a:lnTo>
                  <a:pt x="706" y="12248"/>
                </a:lnTo>
                <a:lnTo>
                  <a:pt x="883" y="12640"/>
                </a:lnTo>
                <a:lnTo>
                  <a:pt x="1079" y="13012"/>
                </a:lnTo>
                <a:lnTo>
                  <a:pt x="1294" y="13384"/>
                </a:lnTo>
                <a:lnTo>
                  <a:pt x="1510" y="13756"/>
                </a:lnTo>
                <a:lnTo>
                  <a:pt x="1765" y="14090"/>
                </a:lnTo>
                <a:lnTo>
                  <a:pt x="2019" y="14423"/>
                </a:lnTo>
                <a:lnTo>
                  <a:pt x="2294" y="14736"/>
                </a:lnTo>
                <a:lnTo>
                  <a:pt x="2588" y="15050"/>
                </a:lnTo>
                <a:lnTo>
                  <a:pt x="2901" y="15344"/>
                </a:lnTo>
                <a:lnTo>
                  <a:pt x="3215" y="15618"/>
                </a:lnTo>
                <a:lnTo>
                  <a:pt x="3548" y="15873"/>
                </a:lnTo>
                <a:lnTo>
                  <a:pt x="3900" y="16127"/>
                </a:lnTo>
                <a:lnTo>
                  <a:pt x="4253" y="16363"/>
                </a:lnTo>
                <a:lnTo>
                  <a:pt x="4625" y="16578"/>
                </a:lnTo>
                <a:lnTo>
                  <a:pt x="4998" y="16754"/>
                </a:lnTo>
                <a:lnTo>
                  <a:pt x="5390" y="16931"/>
                </a:lnTo>
                <a:lnTo>
                  <a:pt x="5801" y="17107"/>
                </a:lnTo>
                <a:lnTo>
                  <a:pt x="6213" y="17244"/>
                </a:lnTo>
                <a:lnTo>
                  <a:pt x="6624" y="17362"/>
                </a:lnTo>
                <a:lnTo>
                  <a:pt x="7055" y="17460"/>
                </a:lnTo>
                <a:lnTo>
                  <a:pt x="7486" y="17538"/>
                </a:lnTo>
                <a:lnTo>
                  <a:pt x="7917" y="17597"/>
                </a:lnTo>
                <a:lnTo>
                  <a:pt x="8368" y="17617"/>
                </a:lnTo>
                <a:lnTo>
                  <a:pt x="8819" y="17636"/>
                </a:lnTo>
                <a:lnTo>
                  <a:pt x="9269" y="17617"/>
                </a:lnTo>
                <a:lnTo>
                  <a:pt x="9701" y="17597"/>
                </a:lnTo>
                <a:lnTo>
                  <a:pt x="10132" y="17538"/>
                </a:lnTo>
                <a:lnTo>
                  <a:pt x="10543" y="17460"/>
                </a:lnTo>
                <a:lnTo>
                  <a:pt x="10955" y="17382"/>
                </a:lnTo>
                <a:lnTo>
                  <a:pt x="11366" y="17264"/>
                </a:lnTo>
                <a:lnTo>
                  <a:pt x="11758" y="17127"/>
                </a:lnTo>
                <a:lnTo>
                  <a:pt x="12150" y="16990"/>
                </a:lnTo>
                <a:lnTo>
                  <a:pt x="12522" y="16833"/>
                </a:lnTo>
                <a:lnTo>
                  <a:pt x="12895" y="16637"/>
                </a:lnTo>
                <a:lnTo>
                  <a:pt x="13247" y="16441"/>
                </a:lnTo>
                <a:lnTo>
                  <a:pt x="13600" y="16225"/>
                </a:lnTo>
                <a:lnTo>
                  <a:pt x="13953" y="15990"/>
                </a:lnTo>
                <a:lnTo>
                  <a:pt x="14266" y="15755"/>
                </a:lnTo>
                <a:lnTo>
                  <a:pt x="14580" y="15500"/>
                </a:lnTo>
                <a:lnTo>
                  <a:pt x="14893" y="15226"/>
                </a:lnTo>
                <a:lnTo>
                  <a:pt x="14619" y="15520"/>
                </a:lnTo>
                <a:lnTo>
                  <a:pt x="14345" y="15834"/>
                </a:lnTo>
                <a:lnTo>
                  <a:pt x="14109" y="16167"/>
                </a:lnTo>
                <a:lnTo>
                  <a:pt x="13874" y="16500"/>
                </a:lnTo>
                <a:lnTo>
                  <a:pt x="13659" y="16852"/>
                </a:lnTo>
                <a:lnTo>
                  <a:pt x="13463" y="17225"/>
                </a:lnTo>
                <a:lnTo>
                  <a:pt x="13286" y="17577"/>
                </a:lnTo>
                <a:lnTo>
                  <a:pt x="13110" y="17969"/>
                </a:lnTo>
                <a:lnTo>
                  <a:pt x="12973" y="18361"/>
                </a:lnTo>
                <a:lnTo>
                  <a:pt x="12836" y="18753"/>
                </a:lnTo>
                <a:lnTo>
                  <a:pt x="12718" y="19165"/>
                </a:lnTo>
                <a:lnTo>
                  <a:pt x="12640" y="19576"/>
                </a:lnTo>
                <a:lnTo>
                  <a:pt x="12561" y="19988"/>
                </a:lnTo>
                <a:lnTo>
                  <a:pt x="12503" y="20419"/>
                </a:lnTo>
                <a:lnTo>
                  <a:pt x="12483" y="20850"/>
                </a:lnTo>
                <a:lnTo>
                  <a:pt x="12463" y="21281"/>
                </a:lnTo>
                <a:lnTo>
                  <a:pt x="12483" y="21751"/>
                </a:lnTo>
                <a:lnTo>
                  <a:pt x="12522" y="22182"/>
                </a:lnTo>
                <a:lnTo>
                  <a:pt x="12561" y="22633"/>
                </a:lnTo>
                <a:lnTo>
                  <a:pt x="12640" y="23064"/>
                </a:lnTo>
                <a:lnTo>
                  <a:pt x="12738" y="23495"/>
                </a:lnTo>
                <a:lnTo>
                  <a:pt x="12855" y="23907"/>
                </a:lnTo>
                <a:lnTo>
                  <a:pt x="13012" y="24318"/>
                </a:lnTo>
                <a:lnTo>
                  <a:pt x="13169" y="24710"/>
                </a:lnTo>
                <a:lnTo>
                  <a:pt x="13345" y="25102"/>
                </a:lnTo>
                <a:lnTo>
                  <a:pt x="13541" y="25494"/>
                </a:lnTo>
                <a:lnTo>
                  <a:pt x="13737" y="25866"/>
                </a:lnTo>
                <a:lnTo>
                  <a:pt x="13972" y="26219"/>
                </a:lnTo>
                <a:lnTo>
                  <a:pt x="14227" y="26572"/>
                </a:lnTo>
                <a:lnTo>
                  <a:pt x="14482" y="26905"/>
                </a:lnTo>
                <a:lnTo>
                  <a:pt x="14756" y="27218"/>
                </a:lnTo>
                <a:lnTo>
                  <a:pt x="15050" y="27512"/>
                </a:lnTo>
                <a:lnTo>
                  <a:pt x="15363" y="27806"/>
                </a:lnTo>
                <a:lnTo>
                  <a:pt x="15677" y="28080"/>
                </a:lnTo>
                <a:lnTo>
                  <a:pt x="16010" y="28355"/>
                </a:lnTo>
                <a:lnTo>
                  <a:pt x="16363" y="28590"/>
                </a:lnTo>
                <a:lnTo>
                  <a:pt x="16716" y="28825"/>
                </a:lnTo>
                <a:lnTo>
                  <a:pt x="17088" y="29041"/>
                </a:lnTo>
                <a:lnTo>
                  <a:pt x="17460" y="29237"/>
                </a:lnTo>
                <a:lnTo>
                  <a:pt x="17852" y="29413"/>
                </a:lnTo>
                <a:lnTo>
                  <a:pt x="18264" y="29570"/>
                </a:lnTo>
                <a:lnTo>
                  <a:pt x="18655" y="29707"/>
                </a:lnTo>
                <a:lnTo>
                  <a:pt x="19087" y="29824"/>
                </a:lnTo>
                <a:lnTo>
                  <a:pt x="19518" y="29922"/>
                </a:lnTo>
                <a:lnTo>
                  <a:pt x="19949" y="30001"/>
                </a:lnTo>
                <a:lnTo>
                  <a:pt x="20380" y="30060"/>
                </a:lnTo>
                <a:lnTo>
                  <a:pt x="20831" y="30099"/>
                </a:lnTo>
                <a:lnTo>
                  <a:pt x="21732" y="30099"/>
                </a:lnTo>
                <a:lnTo>
                  <a:pt x="22183" y="30060"/>
                </a:lnTo>
                <a:lnTo>
                  <a:pt x="22633" y="30001"/>
                </a:lnTo>
                <a:lnTo>
                  <a:pt x="23064" y="29922"/>
                </a:lnTo>
                <a:lnTo>
                  <a:pt x="23495" y="29824"/>
                </a:lnTo>
                <a:lnTo>
                  <a:pt x="23907" y="29707"/>
                </a:lnTo>
                <a:lnTo>
                  <a:pt x="24318" y="29570"/>
                </a:lnTo>
                <a:lnTo>
                  <a:pt x="24710" y="29413"/>
                </a:lnTo>
                <a:lnTo>
                  <a:pt x="25102" y="29237"/>
                </a:lnTo>
                <a:lnTo>
                  <a:pt x="25494" y="29041"/>
                </a:lnTo>
                <a:lnTo>
                  <a:pt x="25866" y="28825"/>
                </a:lnTo>
                <a:lnTo>
                  <a:pt x="26219" y="28590"/>
                </a:lnTo>
                <a:lnTo>
                  <a:pt x="26572" y="28355"/>
                </a:lnTo>
                <a:lnTo>
                  <a:pt x="26905" y="28080"/>
                </a:lnTo>
                <a:lnTo>
                  <a:pt x="27218" y="27806"/>
                </a:lnTo>
                <a:lnTo>
                  <a:pt x="27532" y="27512"/>
                </a:lnTo>
                <a:lnTo>
                  <a:pt x="27806" y="27218"/>
                </a:lnTo>
                <a:lnTo>
                  <a:pt x="28100" y="26905"/>
                </a:lnTo>
                <a:lnTo>
                  <a:pt x="28355" y="26572"/>
                </a:lnTo>
                <a:lnTo>
                  <a:pt x="28610" y="26219"/>
                </a:lnTo>
                <a:lnTo>
                  <a:pt x="28825" y="25866"/>
                </a:lnTo>
                <a:lnTo>
                  <a:pt x="29041" y="25494"/>
                </a:lnTo>
                <a:lnTo>
                  <a:pt x="29237" y="25102"/>
                </a:lnTo>
                <a:lnTo>
                  <a:pt x="29413" y="24710"/>
                </a:lnTo>
                <a:lnTo>
                  <a:pt x="29570" y="24318"/>
                </a:lnTo>
                <a:lnTo>
                  <a:pt x="29707" y="23907"/>
                </a:lnTo>
                <a:lnTo>
                  <a:pt x="29825" y="23495"/>
                </a:lnTo>
                <a:lnTo>
                  <a:pt x="29923" y="23064"/>
                </a:lnTo>
                <a:lnTo>
                  <a:pt x="30001" y="22633"/>
                </a:lnTo>
                <a:lnTo>
                  <a:pt x="30060" y="22182"/>
                </a:lnTo>
                <a:lnTo>
                  <a:pt x="30099" y="21751"/>
                </a:lnTo>
                <a:lnTo>
                  <a:pt x="30099" y="21281"/>
                </a:lnTo>
                <a:lnTo>
                  <a:pt x="30099" y="20830"/>
                </a:lnTo>
                <a:lnTo>
                  <a:pt x="30060" y="20380"/>
                </a:lnTo>
                <a:lnTo>
                  <a:pt x="30001" y="19948"/>
                </a:lnTo>
                <a:lnTo>
                  <a:pt x="29923" y="19517"/>
                </a:lnTo>
                <a:lnTo>
                  <a:pt x="29825" y="19086"/>
                </a:lnTo>
                <a:lnTo>
                  <a:pt x="29707" y="18675"/>
                </a:lnTo>
                <a:lnTo>
                  <a:pt x="29570" y="18263"/>
                </a:lnTo>
                <a:lnTo>
                  <a:pt x="29413" y="17852"/>
                </a:lnTo>
                <a:lnTo>
                  <a:pt x="29237" y="17460"/>
                </a:lnTo>
                <a:lnTo>
                  <a:pt x="29041" y="17088"/>
                </a:lnTo>
                <a:lnTo>
                  <a:pt x="28825" y="16715"/>
                </a:lnTo>
                <a:lnTo>
                  <a:pt x="28610" y="16363"/>
                </a:lnTo>
                <a:lnTo>
                  <a:pt x="28355" y="16010"/>
                </a:lnTo>
                <a:lnTo>
                  <a:pt x="28100" y="15677"/>
                </a:lnTo>
                <a:lnTo>
                  <a:pt x="27806" y="15363"/>
                </a:lnTo>
                <a:lnTo>
                  <a:pt x="27532" y="15050"/>
                </a:lnTo>
                <a:lnTo>
                  <a:pt x="27218" y="14756"/>
                </a:lnTo>
                <a:lnTo>
                  <a:pt x="26905" y="14481"/>
                </a:lnTo>
                <a:lnTo>
                  <a:pt x="26572" y="14227"/>
                </a:lnTo>
                <a:lnTo>
                  <a:pt x="26219" y="13972"/>
                </a:lnTo>
                <a:lnTo>
                  <a:pt x="25866" y="13756"/>
                </a:lnTo>
                <a:lnTo>
                  <a:pt x="25494" y="13541"/>
                </a:lnTo>
                <a:lnTo>
                  <a:pt x="25102" y="13345"/>
                </a:lnTo>
                <a:lnTo>
                  <a:pt x="24710" y="13169"/>
                </a:lnTo>
                <a:lnTo>
                  <a:pt x="24318" y="13012"/>
                </a:lnTo>
                <a:lnTo>
                  <a:pt x="23907" y="12875"/>
                </a:lnTo>
                <a:lnTo>
                  <a:pt x="23495" y="12757"/>
                </a:lnTo>
                <a:lnTo>
                  <a:pt x="23064" y="12659"/>
                </a:lnTo>
                <a:lnTo>
                  <a:pt x="22633" y="12581"/>
                </a:lnTo>
                <a:lnTo>
                  <a:pt x="22183" y="12522"/>
                </a:lnTo>
                <a:lnTo>
                  <a:pt x="21732" y="12483"/>
                </a:lnTo>
                <a:lnTo>
                  <a:pt x="20850" y="12483"/>
                </a:lnTo>
                <a:lnTo>
                  <a:pt x="20419" y="12522"/>
                </a:lnTo>
                <a:lnTo>
                  <a:pt x="19988" y="12561"/>
                </a:lnTo>
                <a:lnTo>
                  <a:pt x="19576" y="12640"/>
                </a:lnTo>
                <a:lnTo>
                  <a:pt x="19165" y="12737"/>
                </a:lnTo>
                <a:lnTo>
                  <a:pt x="18753" y="12835"/>
                </a:lnTo>
                <a:lnTo>
                  <a:pt x="18362" y="12973"/>
                </a:lnTo>
                <a:lnTo>
                  <a:pt x="17970" y="13110"/>
                </a:lnTo>
                <a:lnTo>
                  <a:pt x="17597" y="13286"/>
                </a:lnTo>
                <a:lnTo>
                  <a:pt x="17225" y="13463"/>
                </a:lnTo>
                <a:lnTo>
                  <a:pt x="16853" y="13658"/>
                </a:lnTo>
                <a:lnTo>
                  <a:pt x="16520" y="13874"/>
                </a:lnTo>
                <a:lnTo>
                  <a:pt x="16167" y="14109"/>
                </a:lnTo>
                <a:lnTo>
                  <a:pt x="15853" y="14344"/>
                </a:lnTo>
                <a:lnTo>
                  <a:pt x="15520" y="14619"/>
                </a:lnTo>
                <a:lnTo>
                  <a:pt x="15226" y="14893"/>
                </a:lnTo>
                <a:lnTo>
                  <a:pt x="15501" y="14579"/>
                </a:lnTo>
                <a:lnTo>
                  <a:pt x="15755" y="14266"/>
                </a:lnTo>
                <a:lnTo>
                  <a:pt x="16010" y="13933"/>
                </a:lnTo>
                <a:lnTo>
                  <a:pt x="16245" y="13600"/>
                </a:lnTo>
                <a:lnTo>
                  <a:pt x="16461" y="13247"/>
                </a:lnTo>
                <a:lnTo>
                  <a:pt x="16657" y="12894"/>
                </a:lnTo>
                <a:lnTo>
                  <a:pt x="16833" y="12522"/>
                </a:lnTo>
                <a:lnTo>
                  <a:pt x="16990" y="12150"/>
                </a:lnTo>
                <a:lnTo>
                  <a:pt x="17147" y="11758"/>
                </a:lnTo>
                <a:lnTo>
                  <a:pt x="17284" y="11346"/>
                </a:lnTo>
                <a:lnTo>
                  <a:pt x="17382" y="10954"/>
                </a:lnTo>
                <a:lnTo>
                  <a:pt x="17480" y="10543"/>
                </a:lnTo>
                <a:lnTo>
                  <a:pt x="17558" y="10112"/>
                </a:lnTo>
                <a:lnTo>
                  <a:pt x="17597" y="9681"/>
                </a:lnTo>
                <a:lnTo>
                  <a:pt x="17637" y="9250"/>
                </a:lnTo>
                <a:lnTo>
                  <a:pt x="17656" y="8818"/>
                </a:lnTo>
                <a:lnTo>
                  <a:pt x="17637" y="8368"/>
                </a:lnTo>
                <a:lnTo>
                  <a:pt x="17597" y="7917"/>
                </a:lnTo>
                <a:lnTo>
                  <a:pt x="17539" y="7486"/>
                </a:lnTo>
                <a:lnTo>
                  <a:pt x="17460" y="7035"/>
                </a:lnTo>
                <a:lnTo>
                  <a:pt x="17362" y="6624"/>
                </a:lnTo>
                <a:lnTo>
                  <a:pt x="17245" y="6193"/>
                </a:lnTo>
                <a:lnTo>
                  <a:pt x="17107" y="5781"/>
                </a:lnTo>
                <a:lnTo>
                  <a:pt x="16951" y="5389"/>
                </a:lnTo>
                <a:lnTo>
                  <a:pt x="16774" y="4997"/>
                </a:lnTo>
                <a:lnTo>
                  <a:pt x="16578" y="4625"/>
                </a:lnTo>
                <a:lnTo>
                  <a:pt x="16363" y="4253"/>
                </a:lnTo>
                <a:lnTo>
                  <a:pt x="16147" y="3900"/>
                </a:lnTo>
                <a:lnTo>
                  <a:pt x="15893" y="3547"/>
                </a:lnTo>
                <a:lnTo>
                  <a:pt x="15638" y="3214"/>
                </a:lnTo>
                <a:lnTo>
                  <a:pt x="15363" y="2901"/>
                </a:lnTo>
                <a:lnTo>
                  <a:pt x="15070" y="2587"/>
                </a:lnTo>
                <a:lnTo>
                  <a:pt x="14756" y="2293"/>
                </a:lnTo>
                <a:lnTo>
                  <a:pt x="14443" y="2019"/>
                </a:lnTo>
                <a:lnTo>
                  <a:pt x="14109" y="1764"/>
                </a:lnTo>
                <a:lnTo>
                  <a:pt x="13757" y="1510"/>
                </a:lnTo>
                <a:lnTo>
                  <a:pt x="13404" y="1274"/>
                </a:lnTo>
                <a:lnTo>
                  <a:pt x="13032" y="1059"/>
                </a:lnTo>
                <a:lnTo>
                  <a:pt x="12659" y="882"/>
                </a:lnTo>
                <a:lnTo>
                  <a:pt x="12267" y="706"/>
                </a:lnTo>
                <a:lnTo>
                  <a:pt x="11856" y="530"/>
                </a:lnTo>
                <a:lnTo>
                  <a:pt x="11444" y="393"/>
                </a:lnTo>
                <a:lnTo>
                  <a:pt x="11033" y="275"/>
                </a:lnTo>
                <a:lnTo>
                  <a:pt x="10602" y="177"/>
                </a:lnTo>
                <a:lnTo>
                  <a:pt x="10171" y="99"/>
                </a:lnTo>
                <a:lnTo>
                  <a:pt x="9720" y="59"/>
                </a:lnTo>
                <a:lnTo>
                  <a:pt x="9289" y="20"/>
                </a:lnTo>
                <a:lnTo>
                  <a:pt x="8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9" name="Google Shape;1319;p27">
            <a:extLst>
              <a:ext uri="{FF2B5EF4-FFF2-40B4-BE49-F238E27FC236}">
                <a16:creationId xmlns:a16="http://schemas.microsoft.com/office/drawing/2014/main" id="{360982B5-5577-D865-88EE-F7D11F8C1D9E}"/>
              </a:ext>
            </a:extLst>
          </p:cNvPr>
          <p:cNvGrpSpPr/>
          <p:nvPr/>
        </p:nvGrpSpPr>
        <p:grpSpPr>
          <a:xfrm>
            <a:off x="5677324" y="3060112"/>
            <a:ext cx="408909" cy="249948"/>
            <a:chOff x="5493668" y="1591131"/>
            <a:chExt cx="464352" cy="282076"/>
          </a:xfrm>
        </p:grpSpPr>
        <p:sp>
          <p:nvSpPr>
            <p:cNvPr id="1320" name="Google Shape;1320;p27">
              <a:extLst>
                <a:ext uri="{FF2B5EF4-FFF2-40B4-BE49-F238E27FC236}">
                  <a16:creationId xmlns:a16="http://schemas.microsoft.com/office/drawing/2014/main" id="{8BC8ED64-BD23-FAF4-6F72-FC91985A8563}"/>
                </a:ext>
              </a:extLst>
            </p:cNvPr>
            <p:cNvSpPr/>
            <p:nvPr/>
          </p:nvSpPr>
          <p:spPr>
            <a:xfrm>
              <a:off x="5493668" y="1591131"/>
              <a:ext cx="464352" cy="282076"/>
            </a:xfrm>
            <a:custGeom>
              <a:avLst/>
              <a:gdLst/>
              <a:ahLst/>
              <a:cxnLst/>
              <a:rect l="l" t="t" r="r" b="b"/>
              <a:pathLst>
                <a:path w="30099" h="18284" extrusionOk="0">
                  <a:moveTo>
                    <a:pt x="8054" y="7878"/>
                  </a:moveTo>
                  <a:lnTo>
                    <a:pt x="8231" y="7898"/>
                  </a:lnTo>
                  <a:lnTo>
                    <a:pt x="8407" y="7957"/>
                  </a:lnTo>
                  <a:lnTo>
                    <a:pt x="8544" y="8035"/>
                  </a:lnTo>
                  <a:lnTo>
                    <a:pt x="8681" y="8133"/>
                  </a:lnTo>
                  <a:lnTo>
                    <a:pt x="8779" y="8270"/>
                  </a:lnTo>
                  <a:lnTo>
                    <a:pt x="8877" y="8427"/>
                  </a:lnTo>
                  <a:lnTo>
                    <a:pt x="8917" y="8584"/>
                  </a:lnTo>
                  <a:lnTo>
                    <a:pt x="8936" y="8760"/>
                  </a:lnTo>
                  <a:lnTo>
                    <a:pt x="8936" y="9544"/>
                  </a:lnTo>
                  <a:lnTo>
                    <a:pt x="8917" y="9720"/>
                  </a:lnTo>
                  <a:lnTo>
                    <a:pt x="8877" y="9896"/>
                  </a:lnTo>
                  <a:lnTo>
                    <a:pt x="8779" y="10053"/>
                  </a:lnTo>
                  <a:lnTo>
                    <a:pt x="8681" y="10171"/>
                  </a:lnTo>
                  <a:lnTo>
                    <a:pt x="8544" y="10288"/>
                  </a:lnTo>
                  <a:lnTo>
                    <a:pt x="8407" y="10367"/>
                  </a:lnTo>
                  <a:lnTo>
                    <a:pt x="8231" y="10406"/>
                  </a:lnTo>
                  <a:lnTo>
                    <a:pt x="8054" y="10426"/>
                  </a:lnTo>
                  <a:lnTo>
                    <a:pt x="7878" y="10406"/>
                  </a:lnTo>
                  <a:lnTo>
                    <a:pt x="7721" y="10367"/>
                  </a:lnTo>
                  <a:lnTo>
                    <a:pt x="7565" y="10288"/>
                  </a:lnTo>
                  <a:lnTo>
                    <a:pt x="7427" y="10171"/>
                  </a:lnTo>
                  <a:lnTo>
                    <a:pt x="7329" y="10053"/>
                  </a:lnTo>
                  <a:lnTo>
                    <a:pt x="7251" y="9896"/>
                  </a:lnTo>
                  <a:lnTo>
                    <a:pt x="7192" y="9720"/>
                  </a:lnTo>
                  <a:lnTo>
                    <a:pt x="7173" y="9544"/>
                  </a:lnTo>
                  <a:lnTo>
                    <a:pt x="7173" y="8760"/>
                  </a:lnTo>
                  <a:lnTo>
                    <a:pt x="7192" y="8584"/>
                  </a:lnTo>
                  <a:lnTo>
                    <a:pt x="7251" y="8427"/>
                  </a:lnTo>
                  <a:lnTo>
                    <a:pt x="7329" y="8270"/>
                  </a:lnTo>
                  <a:lnTo>
                    <a:pt x="7427" y="8133"/>
                  </a:lnTo>
                  <a:lnTo>
                    <a:pt x="7565" y="8035"/>
                  </a:lnTo>
                  <a:lnTo>
                    <a:pt x="7721" y="7957"/>
                  </a:lnTo>
                  <a:lnTo>
                    <a:pt x="7878" y="7898"/>
                  </a:lnTo>
                  <a:lnTo>
                    <a:pt x="8054" y="7878"/>
                  </a:lnTo>
                  <a:close/>
                  <a:moveTo>
                    <a:pt x="22163" y="7878"/>
                  </a:moveTo>
                  <a:lnTo>
                    <a:pt x="22339" y="7898"/>
                  </a:lnTo>
                  <a:lnTo>
                    <a:pt x="22516" y="7957"/>
                  </a:lnTo>
                  <a:lnTo>
                    <a:pt x="22653" y="8035"/>
                  </a:lnTo>
                  <a:lnTo>
                    <a:pt x="22790" y="8133"/>
                  </a:lnTo>
                  <a:lnTo>
                    <a:pt x="22888" y="8270"/>
                  </a:lnTo>
                  <a:lnTo>
                    <a:pt x="22986" y="8427"/>
                  </a:lnTo>
                  <a:lnTo>
                    <a:pt x="23025" y="8584"/>
                  </a:lnTo>
                  <a:lnTo>
                    <a:pt x="23045" y="8760"/>
                  </a:lnTo>
                  <a:lnTo>
                    <a:pt x="23045" y="9544"/>
                  </a:lnTo>
                  <a:lnTo>
                    <a:pt x="23025" y="9720"/>
                  </a:lnTo>
                  <a:lnTo>
                    <a:pt x="22986" y="9896"/>
                  </a:lnTo>
                  <a:lnTo>
                    <a:pt x="22888" y="10053"/>
                  </a:lnTo>
                  <a:lnTo>
                    <a:pt x="22790" y="10171"/>
                  </a:lnTo>
                  <a:lnTo>
                    <a:pt x="22653" y="10288"/>
                  </a:lnTo>
                  <a:lnTo>
                    <a:pt x="22516" y="10367"/>
                  </a:lnTo>
                  <a:lnTo>
                    <a:pt x="22339" y="10406"/>
                  </a:lnTo>
                  <a:lnTo>
                    <a:pt x="22163" y="10426"/>
                  </a:lnTo>
                  <a:lnTo>
                    <a:pt x="21986" y="10406"/>
                  </a:lnTo>
                  <a:lnTo>
                    <a:pt x="21830" y="10367"/>
                  </a:lnTo>
                  <a:lnTo>
                    <a:pt x="21673" y="10288"/>
                  </a:lnTo>
                  <a:lnTo>
                    <a:pt x="21536" y="10171"/>
                  </a:lnTo>
                  <a:lnTo>
                    <a:pt x="21438" y="10053"/>
                  </a:lnTo>
                  <a:lnTo>
                    <a:pt x="21359" y="9896"/>
                  </a:lnTo>
                  <a:lnTo>
                    <a:pt x="21301" y="9720"/>
                  </a:lnTo>
                  <a:lnTo>
                    <a:pt x="21281" y="9544"/>
                  </a:lnTo>
                  <a:lnTo>
                    <a:pt x="21281" y="8760"/>
                  </a:lnTo>
                  <a:lnTo>
                    <a:pt x="21301" y="8584"/>
                  </a:lnTo>
                  <a:lnTo>
                    <a:pt x="21359" y="8427"/>
                  </a:lnTo>
                  <a:lnTo>
                    <a:pt x="21438" y="8270"/>
                  </a:lnTo>
                  <a:lnTo>
                    <a:pt x="21536" y="8133"/>
                  </a:lnTo>
                  <a:lnTo>
                    <a:pt x="21673" y="8035"/>
                  </a:lnTo>
                  <a:lnTo>
                    <a:pt x="21830" y="7957"/>
                  </a:lnTo>
                  <a:lnTo>
                    <a:pt x="21986" y="7898"/>
                  </a:lnTo>
                  <a:lnTo>
                    <a:pt x="22163" y="7878"/>
                  </a:lnTo>
                  <a:close/>
                  <a:moveTo>
                    <a:pt x="15050" y="5703"/>
                  </a:moveTo>
                  <a:lnTo>
                    <a:pt x="15403" y="5723"/>
                  </a:lnTo>
                  <a:lnTo>
                    <a:pt x="15736" y="5781"/>
                  </a:lnTo>
                  <a:lnTo>
                    <a:pt x="16069" y="5860"/>
                  </a:lnTo>
                  <a:lnTo>
                    <a:pt x="16382" y="5977"/>
                  </a:lnTo>
                  <a:lnTo>
                    <a:pt x="16676" y="6115"/>
                  </a:lnTo>
                  <a:lnTo>
                    <a:pt x="16951" y="6291"/>
                  </a:lnTo>
                  <a:lnTo>
                    <a:pt x="17225" y="6487"/>
                  </a:lnTo>
                  <a:lnTo>
                    <a:pt x="17460" y="6702"/>
                  </a:lnTo>
                  <a:lnTo>
                    <a:pt x="17676" y="6957"/>
                  </a:lnTo>
                  <a:lnTo>
                    <a:pt x="17872" y="7212"/>
                  </a:lnTo>
                  <a:lnTo>
                    <a:pt x="18048" y="7486"/>
                  </a:lnTo>
                  <a:lnTo>
                    <a:pt x="18185" y="7800"/>
                  </a:lnTo>
                  <a:lnTo>
                    <a:pt x="18303" y="8113"/>
                  </a:lnTo>
                  <a:lnTo>
                    <a:pt x="18401" y="8427"/>
                  </a:lnTo>
                  <a:lnTo>
                    <a:pt x="18440" y="8760"/>
                  </a:lnTo>
                  <a:lnTo>
                    <a:pt x="18459" y="9113"/>
                  </a:lnTo>
                  <a:lnTo>
                    <a:pt x="18440" y="9465"/>
                  </a:lnTo>
                  <a:lnTo>
                    <a:pt x="18401" y="9798"/>
                  </a:lnTo>
                  <a:lnTo>
                    <a:pt x="18303" y="10132"/>
                  </a:lnTo>
                  <a:lnTo>
                    <a:pt x="18185" y="10445"/>
                  </a:lnTo>
                  <a:lnTo>
                    <a:pt x="18048" y="10739"/>
                  </a:lnTo>
                  <a:lnTo>
                    <a:pt x="17872" y="11013"/>
                  </a:lnTo>
                  <a:lnTo>
                    <a:pt x="17676" y="11288"/>
                  </a:lnTo>
                  <a:lnTo>
                    <a:pt x="17460" y="11523"/>
                  </a:lnTo>
                  <a:lnTo>
                    <a:pt x="17225" y="11738"/>
                  </a:lnTo>
                  <a:lnTo>
                    <a:pt x="16951" y="11934"/>
                  </a:lnTo>
                  <a:lnTo>
                    <a:pt x="16676" y="12111"/>
                  </a:lnTo>
                  <a:lnTo>
                    <a:pt x="16382" y="12248"/>
                  </a:lnTo>
                  <a:lnTo>
                    <a:pt x="16069" y="12365"/>
                  </a:lnTo>
                  <a:lnTo>
                    <a:pt x="15736" y="12463"/>
                  </a:lnTo>
                  <a:lnTo>
                    <a:pt x="15403" y="12503"/>
                  </a:lnTo>
                  <a:lnTo>
                    <a:pt x="15050" y="12522"/>
                  </a:lnTo>
                  <a:lnTo>
                    <a:pt x="14697" y="12503"/>
                  </a:lnTo>
                  <a:lnTo>
                    <a:pt x="14364" y="12463"/>
                  </a:lnTo>
                  <a:lnTo>
                    <a:pt x="14050" y="12365"/>
                  </a:lnTo>
                  <a:lnTo>
                    <a:pt x="13737" y="12248"/>
                  </a:lnTo>
                  <a:lnTo>
                    <a:pt x="13423" y="12111"/>
                  </a:lnTo>
                  <a:lnTo>
                    <a:pt x="13149" y="11934"/>
                  </a:lnTo>
                  <a:lnTo>
                    <a:pt x="12894" y="11738"/>
                  </a:lnTo>
                  <a:lnTo>
                    <a:pt x="12640" y="11523"/>
                  </a:lnTo>
                  <a:lnTo>
                    <a:pt x="12424" y="11288"/>
                  </a:lnTo>
                  <a:lnTo>
                    <a:pt x="12228" y="11013"/>
                  </a:lnTo>
                  <a:lnTo>
                    <a:pt x="12052" y="10739"/>
                  </a:lnTo>
                  <a:lnTo>
                    <a:pt x="11915" y="10445"/>
                  </a:lnTo>
                  <a:lnTo>
                    <a:pt x="11797" y="10132"/>
                  </a:lnTo>
                  <a:lnTo>
                    <a:pt x="11719" y="9798"/>
                  </a:lnTo>
                  <a:lnTo>
                    <a:pt x="11660" y="9465"/>
                  </a:lnTo>
                  <a:lnTo>
                    <a:pt x="11640" y="9113"/>
                  </a:lnTo>
                  <a:lnTo>
                    <a:pt x="11660" y="8760"/>
                  </a:lnTo>
                  <a:lnTo>
                    <a:pt x="11719" y="8427"/>
                  </a:lnTo>
                  <a:lnTo>
                    <a:pt x="11797" y="8113"/>
                  </a:lnTo>
                  <a:lnTo>
                    <a:pt x="11915" y="7800"/>
                  </a:lnTo>
                  <a:lnTo>
                    <a:pt x="12052" y="7486"/>
                  </a:lnTo>
                  <a:lnTo>
                    <a:pt x="12228" y="7212"/>
                  </a:lnTo>
                  <a:lnTo>
                    <a:pt x="12424" y="6957"/>
                  </a:lnTo>
                  <a:lnTo>
                    <a:pt x="12640" y="6702"/>
                  </a:lnTo>
                  <a:lnTo>
                    <a:pt x="12894" y="6487"/>
                  </a:lnTo>
                  <a:lnTo>
                    <a:pt x="13149" y="6291"/>
                  </a:lnTo>
                  <a:lnTo>
                    <a:pt x="13423" y="6115"/>
                  </a:lnTo>
                  <a:lnTo>
                    <a:pt x="13737" y="5977"/>
                  </a:lnTo>
                  <a:lnTo>
                    <a:pt x="14050" y="5860"/>
                  </a:lnTo>
                  <a:lnTo>
                    <a:pt x="14364" y="5781"/>
                  </a:lnTo>
                  <a:lnTo>
                    <a:pt x="14697" y="5723"/>
                  </a:lnTo>
                  <a:lnTo>
                    <a:pt x="15050" y="5703"/>
                  </a:lnTo>
                  <a:close/>
                  <a:moveTo>
                    <a:pt x="9759" y="2921"/>
                  </a:moveTo>
                  <a:lnTo>
                    <a:pt x="9936" y="2940"/>
                  </a:lnTo>
                  <a:lnTo>
                    <a:pt x="10112" y="2979"/>
                  </a:lnTo>
                  <a:lnTo>
                    <a:pt x="10269" y="3077"/>
                  </a:lnTo>
                  <a:lnTo>
                    <a:pt x="10386" y="3175"/>
                  </a:lnTo>
                  <a:lnTo>
                    <a:pt x="10504" y="3312"/>
                  </a:lnTo>
                  <a:lnTo>
                    <a:pt x="10582" y="3450"/>
                  </a:lnTo>
                  <a:lnTo>
                    <a:pt x="10621" y="3626"/>
                  </a:lnTo>
                  <a:lnTo>
                    <a:pt x="10641" y="3802"/>
                  </a:lnTo>
                  <a:lnTo>
                    <a:pt x="10621" y="3979"/>
                  </a:lnTo>
                  <a:lnTo>
                    <a:pt x="10582" y="4135"/>
                  </a:lnTo>
                  <a:lnTo>
                    <a:pt x="10504" y="4292"/>
                  </a:lnTo>
                  <a:lnTo>
                    <a:pt x="10386" y="4429"/>
                  </a:lnTo>
                  <a:lnTo>
                    <a:pt x="10269" y="4527"/>
                  </a:lnTo>
                  <a:lnTo>
                    <a:pt x="10112" y="4606"/>
                  </a:lnTo>
                  <a:lnTo>
                    <a:pt x="9936" y="4665"/>
                  </a:lnTo>
                  <a:lnTo>
                    <a:pt x="9759" y="4684"/>
                  </a:lnTo>
                  <a:lnTo>
                    <a:pt x="6702" y="4684"/>
                  </a:lnTo>
                  <a:lnTo>
                    <a:pt x="6644" y="4860"/>
                  </a:lnTo>
                  <a:lnTo>
                    <a:pt x="6585" y="5037"/>
                  </a:lnTo>
                  <a:lnTo>
                    <a:pt x="6408" y="5370"/>
                  </a:lnTo>
                  <a:lnTo>
                    <a:pt x="6193" y="5664"/>
                  </a:lnTo>
                  <a:lnTo>
                    <a:pt x="5938" y="5938"/>
                  </a:lnTo>
                  <a:lnTo>
                    <a:pt x="5664" y="6193"/>
                  </a:lnTo>
                  <a:lnTo>
                    <a:pt x="5370" y="6409"/>
                  </a:lnTo>
                  <a:lnTo>
                    <a:pt x="5037" y="6585"/>
                  </a:lnTo>
                  <a:lnTo>
                    <a:pt x="4860" y="6644"/>
                  </a:lnTo>
                  <a:lnTo>
                    <a:pt x="4684" y="6702"/>
                  </a:lnTo>
                  <a:lnTo>
                    <a:pt x="4684" y="11523"/>
                  </a:lnTo>
                  <a:lnTo>
                    <a:pt x="4860" y="11582"/>
                  </a:lnTo>
                  <a:lnTo>
                    <a:pt x="5037" y="11660"/>
                  </a:lnTo>
                  <a:lnTo>
                    <a:pt x="5370" y="11836"/>
                  </a:lnTo>
                  <a:lnTo>
                    <a:pt x="5664" y="12032"/>
                  </a:lnTo>
                  <a:lnTo>
                    <a:pt x="5938" y="12287"/>
                  </a:lnTo>
                  <a:lnTo>
                    <a:pt x="6193" y="12561"/>
                  </a:lnTo>
                  <a:lnTo>
                    <a:pt x="6408" y="12875"/>
                  </a:lnTo>
                  <a:lnTo>
                    <a:pt x="6585" y="13188"/>
                  </a:lnTo>
                  <a:lnTo>
                    <a:pt x="6644" y="13365"/>
                  </a:lnTo>
                  <a:lnTo>
                    <a:pt x="6702" y="13541"/>
                  </a:lnTo>
                  <a:lnTo>
                    <a:pt x="9759" y="13541"/>
                  </a:lnTo>
                  <a:lnTo>
                    <a:pt x="9936" y="13561"/>
                  </a:lnTo>
                  <a:lnTo>
                    <a:pt x="10112" y="13620"/>
                  </a:lnTo>
                  <a:lnTo>
                    <a:pt x="10269" y="13698"/>
                  </a:lnTo>
                  <a:lnTo>
                    <a:pt x="10386" y="13815"/>
                  </a:lnTo>
                  <a:lnTo>
                    <a:pt x="10504" y="13933"/>
                  </a:lnTo>
                  <a:lnTo>
                    <a:pt x="10582" y="14090"/>
                  </a:lnTo>
                  <a:lnTo>
                    <a:pt x="10621" y="14247"/>
                  </a:lnTo>
                  <a:lnTo>
                    <a:pt x="10641" y="14423"/>
                  </a:lnTo>
                  <a:lnTo>
                    <a:pt x="10621" y="14619"/>
                  </a:lnTo>
                  <a:lnTo>
                    <a:pt x="10582" y="14776"/>
                  </a:lnTo>
                  <a:lnTo>
                    <a:pt x="10504" y="14932"/>
                  </a:lnTo>
                  <a:lnTo>
                    <a:pt x="10386" y="15050"/>
                  </a:lnTo>
                  <a:lnTo>
                    <a:pt x="10269" y="15168"/>
                  </a:lnTo>
                  <a:lnTo>
                    <a:pt x="10112" y="15246"/>
                  </a:lnTo>
                  <a:lnTo>
                    <a:pt x="9936" y="15305"/>
                  </a:lnTo>
                  <a:lnTo>
                    <a:pt x="6624" y="15305"/>
                  </a:lnTo>
                  <a:lnTo>
                    <a:pt x="6350" y="15285"/>
                  </a:lnTo>
                  <a:lnTo>
                    <a:pt x="6075" y="15226"/>
                  </a:lnTo>
                  <a:lnTo>
                    <a:pt x="5840" y="15109"/>
                  </a:lnTo>
                  <a:lnTo>
                    <a:pt x="5625" y="14972"/>
                  </a:lnTo>
                  <a:lnTo>
                    <a:pt x="5429" y="14795"/>
                  </a:lnTo>
                  <a:lnTo>
                    <a:pt x="5252" y="14599"/>
                  </a:lnTo>
                  <a:lnTo>
                    <a:pt x="5115" y="14364"/>
                  </a:lnTo>
                  <a:lnTo>
                    <a:pt x="5037" y="14090"/>
                  </a:lnTo>
                  <a:lnTo>
                    <a:pt x="4978" y="13933"/>
                  </a:lnTo>
                  <a:lnTo>
                    <a:pt x="4900" y="13796"/>
                  </a:lnTo>
                  <a:lnTo>
                    <a:pt x="4802" y="13659"/>
                  </a:lnTo>
                  <a:lnTo>
                    <a:pt x="4704" y="13522"/>
                  </a:lnTo>
                  <a:lnTo>
                    <a:pt x="4586" y="13424"/>
                  </a:lnTo>
                  <a:lnTo>
                    <a:pt x="4449" y="13326"/>
                  </a:lnTo>
                  <a:lnTo>
                    <a:pt x="4292" y="13247"/>
                  </a:lnTo>
                  <a:lnTo>
                    <a:pt x="4135" y="13208"/>
                  </a:lnTo>
                  <a:lnTo>
                    <a:pt x="3881" y="13110"/>
                  </a:lnTo>
                  <a:lnTo>
                    <a:pt x="3646" y="12973"/>
                  </a:lnTo>
                  <a:lnTo>
                    <a:pt x="3430" y="12816"/>
                  </a:lnTo>
                  <a:lnTo>
                    <a:pt x="3254" y="12620"/>
                  </a:lnTo>
                  <a:lnTo>
                    <a:pt x="3116" y="12385"/>
                  </a:lnTo>
                  <a:lnTo>
                    <a:pt x="2999" y="12150"/>
                  </a:lnTo>
                  <a:lnTo>
                    <a:pt x="2940" y="11895"/>
                  </a:lnTo>
                  <a:lnTo>
                    <a:pt x="2921" y="11621"/>
                  </a:lnTo>
                  <a:lnTo>
                    <a:pt x="2921" y="6624"/>
                  </a:lnTo>
                  <a:lnTo>
                    <a:pt x="2940" y="6350"/>
                  </a:lnTo>
                  <a:lnTo>
                    <a:pt x="2999" y="6075"/>
                  </a:lnTo>
                  <a:lnTo>
                    <a:pt x="3116" y="5840"/>
                  </a:lnTo>
                  <a:lnTo>
                    <a:pt x="3254" y="5625"/>
                  </a:lnTo>
                  <a:lnTo>
                    <a:pt x="3430" y="5429"/>
                  </a:lnTo>
                  <a:lnTo>
                    <a:pt x="3646" y="5252"/>
                  </a:lnTo>
                  <a:lnTo>
                    <a:pt x="3881" y="5115"/>
                  </a:lnTo>
                  <a:lnTo>
                    <a:pt x="4135" y="5037"/>
                  </a:lnTo>
                  <a:lnTo>
                    <a:pt x="4292" y="4978"/>
                  </a:lnTo>
                  <a:lnTo>
                    <a:pt x="4449" y="4900"/>
                  </a:lnTo>
                  <a:lnTo>
                    <a:pt x="4586" y="4802"/>
                  </a:lnTo>
                  <a:lnTo>
                    <a:pt x="4704" y="4704"/>
                  </a:lnTo>
                  <a:lnTo>
                    <a:pt x="4802" y="4586"/>
                  </a:lnTo>
                  <a:lnTo>
                    <a:pt x="4900" y="4449"/>
                  </a:lnTo>
                  <a:lnTo>
                    <a:pt x="4978" y="4292"/>
                  </a:lnTo>
                  <a:lnTo>
                    <a:pt x="5037" y="4135"/>
                  </a:lnTo>
                  <a:lnTo>
                    <a:pt x="5115" y="3881"/>
                  </a:lnTo>
                  <a:lnTo>
                    <a:pt x="5252" y="3646"/>
                  </a:lnTo>
                  <a:lnTo>
                    <a:pt x="5429" y="3430"/>
                  </a:lnTo>
                  <a:lnTo>
                    <a:pt x="5625" y="3254"/>
                  </a:lnTo>
                  <a:lnTo>
                    <a:pt x="5840" y="3117"/>
                  </a:lnTo>
                  <a:lnTo>
                    <a:pt x="6075" y="2999"/>
                  </a:lnTo>
                  <a:lnTo>
                    <a:pt x="6350" y="2940"/>
                  </a:lnTo>
                  <a:lnTo>
                    <a:pt x="6624" y="2921"/>
                  </a:lnTo>
                  <a:close/>
                  <a:moveTo>
                    <a:pt x="23495" y="2921"/>
                  </a:moveTo>
                  <a:lnTo>
                    <a:pt x="23770" y="2940"/>
                  </a:lnTo>
                  <a:lnTo>
                    <a:pt x="24024" y="2999"/>
                  </a:lnTo>
                  <a:lnTo>
                    <a:pt x="24259" y="3117"/>
                  </a:lnTo>
                  <a:lnTo>
                    <a:pt x="24495" y="3254"/>
                  </a:lnTo>
                  <a:lnTo>
                    <a:pt x="24691" y="3430"/>
                  </a:lnTo>
                  <a:lnTo>
                    <a:pt x="24847" y="3646"/>
                  </a:lnTo>
                  <a:lnTo>
                    <a:pt x="24985" y="3881"/>
                  </a:lnTo>
                  <a:lnTo>
                    <a:pt x="25082" y="4135"/>
                  </a:lnTo>
                  <a:lnTo>
                    <a:pt x="25122" y="4292"/>
                  </a:lnTo>
                  <a:lnTo>
                    <a:pt x="25200" y="4449"/>
                  </a:lnTo>
                  <a:lnTo>
                    <a:pt x="25298" y="4586"/>
                  </a:lnTo>
                  <a:lnTo>
                    <a:pt x="25396" y="4704"/>
                  </a:lnTo>
                  <a:lnTo>
                    <a:pt x="25533" y="4802"/>
                  </a:lnTo>
                  <a:lnTo>
                    <a:pt x="25670" y="4900"/>
                  </a:lnTo>
                  <a:lnTo>
                    <a:pt x="25808" y="4978"/>
                  </a:lnTo>
                  <a:lnTo>
                    <a:pt x="25964" y="5037"/>
                  </a:lnTo>
                  <a:lnTo>
                    <a:pt x="26239" y="5115"/>
                  </a:lnTo>
                  <a:lnTo>
                    <a:pt x="26474" y="5252"/>
                  </a:lnTo>
                  <a:lnTo>
                    <a:pt x="26670" y="5429"/>
                  </a:lnTo>
                  <a:lnTo>
                    <a:pt x="26846" y="5625"/>
                  </a:lnTo>
                  <a:lnTo>
                    <a:pt x="26983" y="5840"/>
                  </a:lnTo>
                  <a:lnTo>
                    <a:pt x="27101" y="6075"/>
                  </a:lnTo>
                  <a:lnTo>
                    <a:pt x="27160" y="6350"/>
                  </a:lnTo>
                  <a:lnTo>
                    <a:pt x="27179" y="6624"/>
                  </a:lnTo>
                  <a:lnTo>
                    <a:pt x="27179" y="11621"/>
                  </a:lnTo>
                  <a:lnTo>
                    <a:pt x="27160" y="11895"/>
                  </a:lnTo>
                  <a:lnTo>
                    <a:pt x="27101" y="12150"/>
                  </a:lnTo>
                  <a:lnTo>
                    <a:pt x="26983" y="12385"/>
                  </a:lnTo>
                  <a:lnTo>
                    <a:pt x="26846" y="12620"/>
                  </a:lnTo>
                  <a:lnTo>
                    <a:pt x="26670" y="12816"/>
                  </a:lnTo>
                  <a:lnTo>
                    <a:pt x="26474" y="12973"/>
                  </a:lnTo>
                  <a:lnTo>
                    <a:pt x="26239" y="13110"/>
                  </a:lnTo>
                  <a:lnTo>
                    <a:pt x="25964" y="13208"/>
                  </a:lnTo>
                  <a:lnTo>
                    <a:pt x="25808" y="13247"/>
                  </a:lnTo>
                  <a:lnTo>
                    <a:pt x="25670" y="13326"/>
                  </a:lnTo>
                  <a:lnTo>
                    <a:pt x="25533" y="13424"/>
                  </a:lnTo>
                  <a:lnTo>
                    <a:pt x="25396" y="13522"/>
                  </a:lnTo>
                  <a:lnTo>
                    <a:pt x="25298" y="13659"/>
                  </a:lnTo>
                  <a:lnTo>
                    <a:pt x="25200" y="13796"/>
                  </a:lnTo>
                  <a:lnTo>
                    <a:pt x="25122" y="13933"/>
                  </a:lnTo>
                  <a:lnTo>
                    <a:pt x="25082" y="14090"/>
                  </a:lnTo>
                  <a:lnTo>
                    <a:pt x="24985" y="14364"/>
                  </a:lnTo>
                  <a:lnTo>
                    <a:pt x="24847" y="14599"/>
                  </a:lnTo>
                  <a:lnTo>
                    <a:pt x="24691" y="14795"/>
                  </a:lnTo>
                  <a:lnTo>
                    <a:pt x="24495" y="14972"/>
                  </a:lnTo>
                  <a:lnTo>
                    <a:pt x="24259" y="15109"/>
                  </a:lnTo>
                  <a:lnTo>
                    <a:pt x="24024" y="15226"/>
                  </a:lnTo>
                  <a:lnTo>
                    <a:pt x="23770" y="15285"/>
                  </a:lnTo>
                  <a:lnTo>
                    <a:pt x="23495" y="15305"/>
                  </a:lnTo>
                  <a:lnTo>
                    <a:pt x="20164" y="15305"/>
                  </a:lnTo>
                  <a:lnTo>
                    <a:pt x="19988" y="15246"/>
                  </a:lnTo>
                  <a:lnTo>
                    <a:pt x="19851" y="15168"/>
                  </a:lnTo>
                  <a:lnTo>
                    <a:pt x="19713" y="15050"/>
                  </a:lnTo>
                  <a:lnTo>
                    <a:pt x="19615" y="14932"/>
                  </a:lnTo>
                  <a:lnTo>
                    <a:pt x="19537" y="14776"/>
                  </a:lnTo>
                  <a:lnTo>
                    <a:pt x="19478" y="14619"/>
                  </a:lnTo>
                  <a:lnTo>
                    <a:pt x="19459" y="14423"/>
                  </a:lnTo>
                  <a:lnTo>
                    <a:pt x="19478" y="14247"/>
                  </a:lnTo>
                  <a:lnTo>
                    <a:pt x="19537" y="14090"/>
                  </a:lnTo>
                  <a:lnTo>
                    <a:pt x="19615" y="13933"/>
                  </a:lnTo>
                  <a:lnTo>
                    <a:pt x="19713" y="13815"/>
                  </a:lnTo>
                  <a:lnTo>
                    <a:pt x="19851" y="13698"/>
                  </a:lnTo>
                  <a:lnTo>
                    <a:pt x="19988" y="13620"/>
                  </a:lnTo>
                  <a:lnTo>
                    <a:pt x="20164" y="13561"/>
                  </a:lnTo>
                  <a:lnTo>
                    <a:pt x="20340" y="13541"/>
                  </a:lnTo>
                  <a:lnTo>
                    <a:pt x="23397" y="13541"/>
                  </a:lnTo>
                  <a:lnTo>
                    <a:pt x="23456" y="13365"/>
                  </a:lnTo>
                  <a:lnTo>
                    <a:pt x="23534" y="13188"/>
                  </a:lnTo>
                  <a:lnTo>
                    <a:pt x="23711" y="12875"/>
                  </a:lnTo>
                  <a:lnTo>
                    <a:pt x="23907" y="12561"/>
                  </a:lnTo>
                  <a:lnTo>
                    <a:pt x="24162" y="12287"/>
                  </a:lnTo>
                  <a:lnTo>
                    <a:pt x="24436" y="12032"/>
                  </a:lnTo>
                  <a:lnTo>
                    <a:pt x="24749" y="11836"/>
                  </a:lnTo>
                  <a:lnTo>
                    <a:pt x="25063" y="11660"/>
                  </a:lnTo>
                  <a:lnTo>
                    <a:pt x="25239" y="11582"/>
                  </a:lnTo>
                  <a:lnTo>
                    <a:pt x="25416" y="11523"/>
                  </a:lnTo>
                  <a:lnTo>
                    <a:pt x="25416" y="6702"/>
                  </a:lnTo>
                  <a:lnTo>
                    <a:pt x="25239" y="6644"/>
                  </a:lnTo>
                  <a:lnTo>
                    <a:pt x="25063" y="6585"/>
                  </a:lnTo>
                  <a:lnTo>
                    <a:pt x="24749" y="6409"/>
                  </a:lnTo>
                  <a:lnTo>
                    <a:pt x="24436" y="6193"/>
                  </a:lnTo>
                  <a:lnTo>
                    <a:pt x="24162" y="5938"/>
                  </a:lnTo>
                  <a:lnTo>
                    <a:pt x="23907" y="5664"/>
                  </a:lnTo>
                  <a:lnTo>
                    <a:pt x="23711" y="5370"/>
                  </a:lnTo>
                  <a:lnTo>
                    <a:pt x="23534" y="5037"/>
                  </a:lnTo>
                  <a:lnTo>
                    <a:pt x="23456" y="4860"/>
                  </a:lnTo>
                  <a:lnTo>
                    <a:pt x="23397" y="4684"/>
                  </a:lnTo>
                  <a:lnTo>
                    <a:pt x="20340" y="4684"/>
                  </a:lnTo>
                  <a:lnTo>
                    <a:pt x="20164" y="4665"/>
                  </a:lnTo>
                  <a:lnTo>
                    <a:pt x="19988" y="4606"/>
                  </a:lnTo>
                  <a:lnTo>
                    <a:pt x="19851" y="4527"/>
                  </a:lnTo>
                  <a:lnTo>
                    <a:pt x="19713" y="4429"/>
                  </a:lnTo>
                  <a:lnTo>
                    <a:pt x="19615" y="4292"/>
                  </a:lnTo>
                  <a:lnTo>
                    <a:pt x="19537" y="4135"/>
                  </a:lnTo>
                  <a:lnTo>
                    <a:pt x="19478" y="3979"/>
                  </a:lnTo>
                  <a:lnTo>
                    <a:pt x="19459" y="3802"/>
                  </a:lnTo>
                  <a:lnTo>
                    <a:pt x="19478" y="3626"/>
                  </a:lnTo>
                  <a:lnTo>
                    <a:pt x="19537" y="3450"/>
                  </a:lnTo>
                  <a:lnTo>
                    <a:pt x="19615" y="3312"/>
                  </a:lnTo>
                  <a:lnTo>
                    <a:pt x="19713" y="3175"/>
                  </a:lnTo>
                  <a:lnTo>
                    <a:pt x="19851" y="3077"/>
                  </a:lnTo>
                  <a:lnTo>
                    <a:pt x="19988" y="2979"/>
                  </a:lnTo>
                  <a:lnTo>
                    <a:pt x="20164" y="2940"/>
                  </a:lnTo>
                  <a:lnTo>
                    <a:pt x="20340" y="2921"/>
                  </a:lnTo>
                  <a:close/>
                  <a:moveTo>
                    <a:pt x="3665" y="1"/>
                  </a:moveTo>
                  <a:lnTo>
                    <a:pt x="3293" y="21"/>
                  </a:lnTo>
                  <a:lnTo>
                    <a:pt x="2940" y="79"/>
                  </a:lnTo>
                  <a:lnTo>
                    <a:pt x="2587" y="177"/>
                  </a:lnTo>
                  <a:lnTo>
                    <a:pt x="2235" y="295"/>
                  </a:lnTo>
                  <a:lnTo>
                    <a:pt x="1921" y="452"/>
                  </a:lnTo>
                  <a:lnTo>
                    <a:pt x="1627" y="628"/>
                  </a:lnTo>
                  <a:lnTo>
                    <a:pt x="1333" y="844"/>
                  </a:lnTo>
                  <a:lnTo>
                    <a:pt x="1079" y="1079"/>
                  </a:lnTo>
                  <a:lnTo>
                    <a:pt x="843" y="1333"/>
                  </a:lnTo>
                  <a:lnTo>
                    <a:pt x="628" y="1627"/>
                  </a:lnTo>
                  <a:lnTo>
                    <a:pt x="452" y="1921"/>
                  </a:lnTo>
                  <a:lnTo>
                    <a:pt x="295" y="2235"/>
                  </a:lnTo>
                  <a:lnTo>
                    <a:pt x="177" y="2587"/>
                  </a:lnTo>
                  <a:lnTo>
                    <a:pt x="79" y="2940"/>
                  </a:lnTo>
                  <a:lnTo>
                    <a:pt x="20" y="3293"/>
                  </a:lnTo>
                  <a:lnTo>
                    <a:pt x="1" y="3665"/>
                  </a:lnTo>
                  <a:lnTo>
                    <a:pt x="1" y="14619"/>
                  </a:lnTo>
                  <a:lnTo>
                    <a:pt x="20" y="14991"/>
                  </a:lnTo>
                  <a:lnTo>
                    <a:pt x="79" y="15363"/>
                  </a:lnTo>
                  <a:lnTo>
                    <a:pt x="177" y="15716"/>
                  </a:lnTo>
                  <a:lnTo>
                    <a:pt x="295" y="16049"/>
                  </a:lnTo>
                  <a:lnTo>
                    <a:pt x="452" y="16363"/>
                  </a:lnTo>
                  <a:lnTo>
                    <a:pt x="628" y="16676"/>
                  </a:lnTo>
                  <a:lnTo>
                    <a:pt x="843" y="16951"/>
                  </a:lnTo>
                  <a:lnTo>
                    <a:pt x="1079" y="17205"/>
                  </a:lnTo>
                  <a:lnTo>
                    <a:pt x="1333" y="17441"/>
                  </a:lnTo>
                  <a:lnTo>
                    <a:pt x="1627" y="17656"/>
                  </a:lnTo>
                  <a:lnTo>
                    <a:pt x="1921" y="17852"/>
                  </a:lnTo>
                  <a:lnTo>
                    <a:pt x="2235" y="17989"/>
                  </a:lnTo>
                  <a:lnTo>
                    <a:pt x="2587" y="18126"/>
                  </a:lnTo>
                  <a:lnTo>
                    <a:pt x="2940" y="18205"/>
                  </a:lnTo>
                  <a:lnTo>
                    <a:pt x="3293" y="18264"/>
                  </a:lnTo>
                  <a:lnTo>
                    <a:pt x="3665" y="18283"/>
                  </a:lnTo>
                  <a:lnTo>
                    <a:pt x="26435" y="18283"/>
                  </a:lnTo>
                  <a:lnTo>
                    <a:pt x="26807" y="18264"/>
                  </a:lnTo>
                  <a:lnTo>
                    <a:pt x="27179" y="18205"/>
                  </a:lnTo>
                  <a:lnTo>
                    <a:pt x="27532" y="18126"/>
                  </a:lnTo>
                  <a:lnTo>
                    <a:pt x="27865" y="17989"/>
                  </a:lnTo>
                  <a:lnTo>
                    <a:pt x="28179" y="17852"/>
                  </a:lnTo>
                  <a:lnTo>
                    <a:pt x="28492" y="17656"/>
                  </a:lnTo>
                  <a:lnTo>
                    <a:pt x="28766" y="17441"/>
                  </a:lnTo>
                  <a:lnTo>
                    <a:pt x="29021" y="17205"/>
                  </a:lnTo>
                  <a:lnTo>
                    <a:pt x="29256" y="16951"/>
                  </a:lnTo>
                  <a:lnTo>
                    <a:pt x="29472" y="16676"/>
                  </a:lnTo>
                  <a:lnTo>
                    <a:pt x="29668" y="16363"/>
                  </a:lnTo>
                  <a:lnTo>
                    <a:pt x="29805" y="16049"/>
                  </a:lnTo>
                  <a:lnTo>
                    <a:pt x="29942" y="15716"/>
                  </a:lnTo>
                  <a:lnTo>
                    <a:pt x="30020" y="15363"/>
                  </a:lnTo>
                  <a:lnTo>
                    <a:pt x="30079" y="14991"/>
                  </a:lnTo>
                  <a:lnTo>
                    <a:pt x="30099" y="14619"/>
                  </a:lnTo>
                  <a:lnTo>
                    <a:pt x="30099" y="3665"/>
                  </a:lnTo>
                  <a:lnTo>
                    <a:pt x="30079" y="3293"/>
                  </a:lnTo>
                  <a:lnTo>
                    <a:pt x="30020" y="2940"/>
                  </a:lnTo>
                  <a:lnTo>
                    <a:pt x="29942" y="2587"/>
                  </a:lnTo>
                  <a:lnTo>
                    <a:pt x="29805" y="2235"/>
                  </a:lnTo>
                  <a:lnTo>
                    <a:pt x="29668" y="1921"/>
                  </a:lnTo>
                  <a:lnTo>
                    <a:pt x="29472" y="1627"/>
                  </a:lnTo>
                  <a:lnTo>
                    <a:pt x="29256" y="1333"/>
                  </a:lnTo>
                  <a:lnTo>
                    <a:pt x="29021" y="1079"/>
                  </a:lnTo>
                  <a:lnTo>
                    <a:pt x="28766" y="844"/>
                  </a:lnTo>
                  <a:lnTo>
                    <a:pt x="28492" y="628"/>
                  </a:lnTo>
                  <a:lnTo>
                    <a:pt x="28179" y="452"/>
                  </a:lnTo>
                  <a:lnTo>
                    <a:pt x="27865" y="295"/>
                  </a:lnTo>
                  <a:lnTo>
                    <a:pt x="27532" y="177"/>
                  </a:lnTo>
                  <a:lnTo>
                    <a:pt x="27179" y="79"/>
                  </a:lnTo>
                  <a:lnTo>
                    <a:pt x="26807" y="21"/>
                  </a:lnTo>
                  <a:lnTo>
                    <a:pt x="26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7">
              <a:extLst>
                <a:ext uri="{FF2B5EF4-FFF2-40B4-BE49-F238E27FC236}">
                  <a16:creationId xmlns:a16="http://schemas.microsoft.com/office/drawing/2014/main" id="{F74397F2-257A-FFDC-4093-3C124C0CA4F0}"/>
                </a:ext>
              </a:extLst>
            </p:cNvPr>
            <p:cNvSpPr/>
            <p:nvPr/>
          </p:nvSpPr>
          <p:spPr>
            <a:xfrm>
              <a:off x="5700443" y="1706313"/>
              <a:ext cx="50803" cy="50803"/>
            </a:xfrm>
            <a:custGeom>
              <a:avLst/>
              <a:gdLst/>
              <a:ahLst/>
              <a:cxnLst/>
              <a:rect l="l" t="t" r="r" b="b"/>
              <a:pathLst>
                <a:path w="3293" h="3293" extrusionOk="0">
                  <a:moveTo>
                    <a:pt x="1647" y="1"/>
                  </a:moveTo>
                  <a:lnTo>
                    <a:pt x="1490" y="20"/>
                  </a:lnTo>
                  <a:lnTo>
                    <a:pt x="1314" y="40"/>
                  </a:lnTo>
                  <a:lnTo>
                    <a:pt x="1157" y="79"/>
                  </a:lnTo>
                  <a:lnTo>
                    <a:pt x="1020" y="138"/>
                  </a:lnTo>
                  <a:lnTo>
                    <a:pt x="863" y="197"/>
                  </a:lnTo>
                  <a:lnTo>
                    <a:pt x="726" y="295"/>
                  </a:lnTo>
                  <a:lnTo>
                    <a:pt x="608" y="373"/>
                  </a:lnTo>
                  <a:lnTo>
                    <a:pt x="491" y="491"/>
                  </a:lnTo>
                  <a:lnTo>
                    <a:pt x="373" y="608"/>
                  </a:lnTo>
                  <a:lnTo>
                    <a:pt x="295" y="726"/>
                  </a:lnTo>
                  <a:lnTo>
                    <a:pt x="197" y="863"/>
                  </a:lnTo>
                  <a:lnTo>
                    <a:pt x="138" y="1020"/>
                  </a:lnTo>
                  <a:lnTo>
                    <a:pt x="79" y="1157"/>
                  </a:lnTo>
                  <a:lnTo>
                    <a:pt x="40" y="1314"/>
                  </a:lnTo>
                  <a:lnTo>
                    <a:pt x="20" y="1490"/>
                  </a:lnTo>
                  <a:lnTo>
                    <a:pt x="1" y="1647"/>
                  </a:lnTo>
                  <a:lnTo>
                    <a:pt x="20" y="1823"/>
                  </a:lnTo>
                  <a:lnTo>
                    <a:pt x="40" y="1980"/>
                  </a:lnTo>
                  <a:lnTo>
                    <a:pt x="79" y="2137"/>
                  </a:lnTo>
                  <a:lnTo>
                    <a:pt x="138" y="2293"/>
                  </a:lnTo>
                  <a:lnTo>
                    <a:pt x="197" y="2430"/>
                  </a:lnTo>
                  <a:lnTo>
                    <a:pt x="295" y="2568"/>
                  </a:lnTo>
                  <a:lnTo>
                    <a:pt x="373" y="2705"/>
                  </a:lnTo>
                  <a:lnTo>
                    <a:pt x="491" y="2803"/>
                  </a:lnTo>
                  <a:lnTo>
                    <a:pt x="608" y="2920"/>
                  </a:lnTo>
                  <a:lnTo>
                    <a:pt x="726" y="3018"/>
                  </a:lnTo>
                  <a:lnTo>
                    <a:pt x="863" y="3097"/>
                  </a:lnTo>
                  <a:lnTo>
                    <a:pt x="1020" y="3155"/>
                  </a:lnTo>
                  <a:lnTo>
                    <a:pt x="1157" y="3214"/>
                  </a:lnTo>
                  <a:lnTo>
                    <a:pt x="1314" y="3253"/>
                  </a:lnTo>
                  <a:lnTo>
                    <a:pt x="1490" y="3293"/>
                  </a:lnTo>
                  <a:lnTo>
                    <a:pt x="1823" y="3293"/>
                  </a:lnTo>
                  <a:lnTo>
                    <a:pt x="1980" y="3253"/>
                  </a:lnTo>
                  <a:lnTo>
                    <a:pt x="2137" y="3214"/>
                  </a:lnTo>
                  <a:lnTo>
                    <a:pt x="2293" y="3155"/>
                  </a:lnTo>
                  <a:lnTo>
                    <a:pt x="2431" y="3097"/>
                  </a:lnTo>
                  <a:lnTo>
                    <a:pt x="2568" y="3018"/>
                  </a:lnTo>
                  <a:lnTo>
                    <a:pt x="2705" y="2920"/>
                  </a:lnTo>
                  <a:lnTo>
                    <a:pt x="2803" y="2803"/>
                  </a:lnTo>
                  <a:lnTo>
                    <a:pt x="2921" y="2705"/>
                  </a:lnTo>
                  <a:lnTo>
                    <a:pt x="3018" y="2568"/>
                  </a:lnTo>
                  <a:lnTo>
                    <a:pt x="3097" y="2430"/>
                  </a:lnTo>
                  <a:lnTo>
                    <a:pt x="3156" y="2293"/>
                  </a:lnTo>
                  <a:lnTo>
                    <a:pt x="3214" y="2137"/>
                  </a:lnTo>
                  <a:lnTo>
                    <a:pt x="3254" y="1980"/>
                  </a:lnTo>
                  <a:lnTo>
                    <a:pt x="3293" y="1823"/>
                  </a:lnTo>
                  <a:lnTo>
                    <a:pt x="3293" y="1647"/>
                  </a:lnTo>
                  <a:lnTo>
                    <a:pt x="3293" y="1490"/>
                  </a:lnTo>
                  <a:lnTo>
                    <a:pt x="3254" y="1314"/>
                  </a:lnTo>
                  <a:lnTo>
                    <a:pt x="3214" y="1157"/>
                  </a:lnTo>
                  <a:lnTo>
                    <a:pt x="3156" y="1020"/>
                  </a:lnTo>
                  <a:lnTo>
                    <a:pt x="3097" y="863"/>
                  </a:lnTo>
                  <a:lnTo>
                    <a:pt x="3018" y="726"/>
                  </a:lnTo>
                  <a:lnTo>
                    <a:pt x="2921" y="608"/>
                  </a:lnTo>
                  <a:lnTo>
                    <a:pt x="2803" y="491"/>
                  </a:lnTo>
                  <a:lnTo>
                    <a:pt x="2705" y="373"/>
                  </a:lnTo>
                  <a:lnTo>
                    <a:pt x="2568" y="295"/>
                  </a:lnTo>
                  <a:lnTo>
                    <a:pt x="2431" y="197"/>
                  </a:lnTo>
                  <a:lnTo>
                    <a:pt x="2293" y="138"/>
                  </a:lnTo>
                  <a:lnTo>
                    <a:pt x="2137" y="79"/>
                  </a:lnTo>
                  <a:lnTo>
                    <a:pt x="1980" y="40"/>
                  </a:lnTo>
                  <a:lnTo>
                    <a:pt x="1823" y="20"/>
                  </a:lnTo>
                  <a:lnTo>
                    <a:pt x="16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38487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22"/>
        <p:cNvGrpSpPr/>
        <p:nvPr/>
      </p:nvGrpSpPr>
      <p:grpSpPr>
        <a:xfrm>
          <a:off x="0" y="0"/>
          <a:ext cx="0" cy="0"/>
          <a:chOff x="0" y="0"/>
          <a:chExt cx="0" cy="0"/>
        </a:xfrm>
      </p:grpSpPr>
      <p:sp>
        <p:nvSpPr>
          <p:cNvPr id="1523" name="Google Shape;1523;p31"/>
          <p:cNvSpPr/>
          <p:nvPr/>
        </p:nvSpPr>
        <p:spPr>
          <a:xfrm>
            <a:off x="457200" y="927199"/>
            <a:ext cx="1012500" cy="1012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1"/>
          <p:cNvSpPr/>
          <p:nvPr/>
        </p:nvSpPr>
        <p:spPr>
          <a:xfrm>
            <a:off x="7674300" y="927199"/>
            <a:ext cx="1012500" cy="1012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1"/>
          <p:cNvSpPr/>
          <p:nvPr/>
        </p:nvSpPr>
        <p:spPr>
          <a:xfrm>
            <a:off x="457200" y="3710050"/>
            <a:ext cx="1012500" cy="1012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1"/>
          <p:cNvSpPr/>
          <p:nvPr/>
        </p:nvSpPr>
        <p:spPr>
          <a:xfrm>
            <a:off x="7674300" y="3710050"/>
            <a:ext cx="1012500" cy="10125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31"/>
          <p:cNvSpPr txBox="1">
            <a:spLocks noGrp="1"/>
          </p:cNvSpPr>
          <p:nvPr>
            <p:ph type="title"/>
          </p:nvPr>
        </p:nvSpPr>
        <p:spPr>
          <a:xfrm>
            <a:off x="457200" y="235250"/>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de-DE" dirty="0"/>
              <a:t>Implications &amp; Future Scope</a:t>
            </a:r>
            <a:endParaRPr dirty="0"/>
          </a:p>
        </p:txBody>
      </p:sp>
      <p:grpSp>
        <p:nvGrpSpPr>
          <p:cNvPr id="1528" name="Google Shape;1528;p31"/>
          <p:cNvGrpSpPr/>
          <p:nvPr/>
        </p:nvGrpSpPr>
        <p:grpSpPr>
          <a:xfrm>
            <a:off x="3162071" y="1871649"/>
            <a:ext cx="2819858" cy="1568340"/>
            <a:chOff x="5424225" y="2881325"/>
            <a:chExt cx="2601825" cy="1447075"/>
          </a:xfrm>
        </p:grpSpPr>
        <p:sp>
          <p:nvSpPr>
            <p:cNvPr id="1529" name="Google Shape;1529;p31"/>
            <p:cNvSpPr/>
            <p:nvPr/>
          </p:nvSpPr>
          <p:spPr>
            <a:xfrm>
              <a:off x="5699075" y="3658825"/>
              <a:ext cx="2196325" cy="421025"/>
            </a:xfrm>
            <a:custGeom>
              <a:avLst/>
              <a:gdLst/>
              <a:ahLst/>
              <a:cxnLst/>
              <a:rect l="l" t="t" r="r" b="b"/>
              <a:pathLst>
                <a:path w="87853" h="16841" extrusionOk="0">
                  <a:moveTo>
                    <a:pt x="0" y="0"/>
                  </a:moveTo>
                  <a:lnTo>
                    <a:pt x="0" y="16841"/>
                  </a:lnTo>
                  <a:lnTo>
                    <a:pt x="87852" y="16841"/>
                  </a:lnTo>
                  <a:lnTo>
                    <a:pt x="87852" y="0"/>
                  </a:lnTo>
                  <a:close/>
                </a:path>
              </a:pathLst>
            </a:custGeom>
            <a:solidFill>
              <a:srgbClr val="916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1"/>
            <p:cNvSpPr/>
            <p:nvPr/>
          </p:nvSpPr>
          <p:spPr>
            <a:xfrm>
              <a:off x="5500325" y="2984075"/>
              <a:ext cx="2504200" cy="1096975"/>
            </a:xfrm>
            <a:custGeom>
              <a:avLst/>
              <a:gdLst/>
              <a:ahLst/>
              <a:cxnLst/>
              <a:rect l="l" t="t" r="r" b="b"/>
              <a:pathLst>
                <a:path w="100168" h="43879" extrusionOk="0">
                  <a:moveTo>
                    <a:pt x="30734" y="1"/>
                  </a:moveTo>
                  <a:lnTo>
                    <a:pt x="21366" y="17845"/>
                  </a:lnTo>
                  <a:lnTo>
                    <a:pt x="0" y="24648"/>
                  </a:lnTo>
                  <a:lnTo>
                    <a:pt x="0" y="43878"/>
                  </a:lnTo>
                  <a:lnTo>
                    <a:pt x="10229" y="43878"/>
                  </a:lnTo>
                  <a:lnTo>
                    <a:pt x="10229" y="43608"/>
                  </a:lnTo>
                  <a:lnTo>
                    <a:pt x="10245" y="43034"/>
                  </a:lnTo>
                  <a:lnTo>
                    <a:pt x="10277" y="42460"/>
                  </a:lnTo>
                  <a:lnTo>
                    <a:pt x="10356" y="41903"/>
                  </a:lnTo>
                  <a:lnTo>
                    <a:pt x="10452" y="41345"/>
                  </a:lnTo>
                  <a:lnTo>
                    <a:pt x="10579" y="40803"/>
                  </a:lnTo>
                  <a:lnTo>
                    <a:pt x="10723" y="40262"/>
                  </a:lnTo>
                  <a:lnTo>
                    <a:pt x="10898" y="39752"/>
                  </a:lnTo>
                  <a:lnTo>
                    <a:pt x="11105" y="39242"/>
                  </a:lnTo>
                  <a:lnTo>
                    <a:pt x="11328" y="38732"/>
                  </a:lnTo>
                  <a:lnTo>
                    <a:pt x="11583" y="38254"/>
                  </a:lnTo>
                  <a:lnTo>
                    <a:pt x="11854" y="37776"/>
                  </a:lnTo>
                  <a:lnTo>
                    <a:pt x="12141" y="37330"/>
                  </a:lnTo>
                  <a:lnTo>
                    <a:pt x="12459" y="36884"/>
                  </a:lnTo>
                  <a:lnTo>
                    <a:pt x="12794" y="36454"/>
                  </a:lnTo>
                  <a:lnTo>
                    <a:pt x="13144" y="36056"/>
                  </a:lnTo>
                  <a:lnTo>
                    <a:pt x="13511" y="35657"/>
                  </a:lnTo>
                  <a:lnTo>
                    <a:pt x="13909" y="35291"/>
                  </a:lnTo>
                  <a:lnTo>
                    <a:pt x="14308" y="34940"/>
                  </a:lnTo>
                  <a:lnTo>
                    <a:pt x="14738" y="34606"/>
                  </a:lnTo>
                  <a:lnTo>
                    <a:pt x="15184" y="34287"/>
                  </a:lnTo>
                  <a:lnTo>
                    <a:pt x="15630" y="34000"/>
                  </a:lnTo>
                  <a:lnTo>
                    <a:pt x="16108" y="33729"/>
                  </a:lnTo>
                  <a:lnTo>
                    <a:pt x="16586" y="33475"/>
                  </a:lnTo>
                  <a:lnTo>
                    <a:pt x="17096" y="33252"/>
                  </a:lnTo>
                  <a:lnTo>
                    <a:pt x="17606" y="33044"/>
                  </a:lnTo>
                  <a:lnTo>
                    <a:pt x="18115" y="32869"/>
                  </a:lnTo>
                  <a:lnTo>
                    <a:pt x="18657" y="32726"/>
                  </a:lnTo>
                  <a:lnTo>
                    <a:pt x="19199" y="32598"/>
                  </a:lnTo>
                  <a:lnTo>
                    <a:pt x="19756" y="32503"/>
                  </a:lnTo>
                  <a:lnTo>
                    <a:pt x="20314" y="32423"/>
                  </a:lnTo>
                  <a:lnTo>
                    <a:pt x="20888" y="32391"/>
                  </a:lnTo>
                  <a:lnTo>
                    <a:pt x="21461" y="32375"/>
                  </a:lnTo>
                  <a:lnTo>
                    <a:pt x="22051" y="32391"/>
                  </a:lnTo>
                  <a:lnTo>
                    <a:pt x="22608" y="32423"/>
                  </a:lnTo>
                  <a:lnTo>
                    <a:pt x="23182" y="32503"/>
                  </a:lnTo>
                  <a:lnTo>
                    <a:pt x="23740" y="32598"/>
                  </a:lnTo>
                  <a:lnTo>
                    <a:pt x="24281" y="32726"/>
                  </a:lnTo>
                  <a:lnTo>
                    <a:pt x="24807" y="32869"/>
                  </a:lnTo>
                  <a:lnTo>
                    <a:pt x="25333" y="33044"/>
                  </a:lnTo>
                  <a:lnTo>
                    <a:pt x="25843" y="33252"/>
                  </a:lnTo>
                  <a:lnTo>
                    <a:pt x="26337" y="33475"/>
                  </a:lnTo>
                  <a:lnTo>
                    <a:pt x="26830" y="33729"/>
                  </a:lnTo>
                  <a:lnTo>
                    <a:pt x="27293" y="34000"/>
                  </a:lnTo>
                  <a:lnTo>
                    <a:pt x="27755" y="34287"/>
                  </a:lnTo>
                  <a:lnTo>
                    <a:pt x="28201" y="34606"/>
                  </a:lnTo>
                  <a:lnTo>
                    <a:pt x="28615" y="34940"/>
                  </a:lnTo>
                  <a:lnTo>
                    <a:pt x="29029" y="35291"/>
                  </a:lnTo>
                  <a:lnTo>
                    <a:pt x="29412" y="35657"/>
                  </a:lnTo>
                  <a:lnTo>
                    <a:pt x="29794" y="36056"/>
                  </a:lnTo>
                  <a:lnTo>
                    <a:pt x="30144" y="36454"/>
                  </a:lnTo>
                  <a:lnTo>
                    <a:pt x="30479" y="36884"/>
                  </a:lnTo>
                  <a:lnTo>
                    <a:pt x="30782" y="37330"/>
                  </a:lnTo>
                  <a:lnTo>
                    <a:pt x="31084" y="37776"/>
                  </a:lnTo>
                  <a:lnTo>
                    <a:pt x="31355" y="38254"/>
                  </a:lnTo>
                  <a:lnTo>
                    <a:pt x="31594" y="38732"/>
                  </a:lnTo>
                  <a:lnTo>
                    <a:pt x="31833" y="39242"/>
                  </a:lnTo>
                  <a:lnTo>
                    <a:pt x="32025" y="39752"/>
                  </a:lnTo>
                  <a:lnTo>
                    <a:pt x="32200" y="40262"/>
                  </a:lnTo>
                  <a:lnTo>
                    <a:pt x="32359" y="40803"/>
                  </a:lnTo>
                  <a:lnTo>
                    <a:pt x="32487" y="41345"/>
                  </a:lnTo>
                  <a:lnTo>
                    <a:pt x="32582" y="41903"/>
                  </a:lnTo>
                  <a:lnTo>
                    <a:pt x="32646" y="42460"/>
                  </a:lnTo>
                  <a:lnTo>
                    <a:pt x="32694" y="43034"/>
                  </a:lnTo>
                  <a:lnTo>
                    <a:pt x="32710" y="43608"/>
                  </a:lnTo>
                  <a:lnTo>
                    <a:pt x="32710" y="43878"/>
                  </a:lnTo>
                  <a:lnTo>
                    <a:pt x="70597" y="43878"/>
                  </a:lnTo>
                  <a:lnTo>
                    <a:pt x="70581" y="43608"/>
                  </a:lnTo>
                  <a:lnTo>
                    <a:pt x="70597" y="43034"/>
                  </a:lnTo>
                  <a:lnTo>
                    <a:pt x="70645" y="42460"/>
                  </a:lnTo>
                  <a:lnTo>
                    <a:pt x="70709" y="41903"/>
                  </a:lnTo>
                  <a:lnTo>
                    <a:pt x="70820" y="41345"/>
                  </a:lnTo>
                  <a:lnTo>
                    <a:pt x="70932" y="40803"/>
                  </a:lnTo>
                  <a:lnTo>
                    <a:pt x="71091" y="40262"/>
                  </a:lnTo>
                  <a:lnTo>
                    <a:pt x="71266" y="39752"/>
                  </a:lnTo>
                  <a:lnTo>
                    <a:pt x="71473" y="39242"/>
                  </a:lnTo>
                  <a:lnTo>
                    <a:pt x="71697" y="38732"/>
                  </a:lnTo>
                  <a:lnTo>
                    <a:pt x="71936" y="38254"/>
                  </a:lnTo>
                  <a:lnTo>
                    <a:pt x="72206" y="37776"/>
                  </a:lnTo>
                  <a:lnTo>
                    <a:pt x="72509" y="37330"/>
                  </a:lnTo>
                  <a:lnTo>
                    <a:pt x="72812" y="36884"/>
                  </a:lnTo>
                  <a:lnTo>
                    <a:pt x="73146" y="36454"/>
                  </a:lnTo>
                  <a:lnTo>
                    <a:pt x="73513" y="36056"/>
                  </a:lnTo>
                  <a:lnTo>
                    <a:pt x="73879" y="35657"/>
                  </a:lnTo>
                  <a:lnTo>
                    <a:pt x="74262" y="35291"/>
                  </a:lnTo>
                  <a:lnTo>
                    <a:pt x="74676" y="34940"/>
                  </a:lnTo>
                  <a:lnTo>
                    <a:pt x="75106" y="34606"/>
                  </a:lnTo>
                  <a:lnTo>
                    <a:pt x="75536" y="34287"/>
                  </a:lnTo>
                  <a:lnTo>
                    <a:pt x="75998" y="34000"/>
                  </a:lnTo>
                  <a:lnTo>
                    <a:pt x="76476" y="33729"/>
                  </a:lnTo>
                  <a:lnTo>
                    <a:pt x="76954" y="33475"/>
                  </a:lnTo>
                  <a:lnTo>
                    <a:pt x="77448" y="33252"/>
                  </a:lnTo>
                  <a:lnTo>
                    <a:pt x="77958" y="33044"/>
                  </a:lnTo>
                  <a:lnTo>
                    <a:pt x="78484" y="32869"/>
                  </a:lnTo>
                  <a:lnTo>
                    <a:pt x="79025" y="32726"/>
                  </a:lnTo>
                  <a:lnTo>
                    <a:pt x="79567" y="32598"/>
                  </a:lnTo>
                  <a:lnTo>
                    <a:pt x="80109" y="32503"/>
                  </a:lnTo>
                  <a:lnTo>
                    <a:pt x="80682" y="32423"/>
                  </a:lnTo>
                  <a:lnTo>
                    <a:pt x="81256" y="32391"/>
                  </a:lnTo>
                  <a:lnTo>
                    <a:pt x="81830" y="32375"/>
                  </a:lnTo>
                  <a:lnTo>
                    <a:pt x="82403" y="32391"/>
                  </a:lnTo>
                  <a:lnTo>
                    <a:pt x="82977" y="32423"/>
                  </a:lnTo>
                  <a:lnTo>
                    <a:pt x="83534" y="32503"/>
                  </a:lnTo>
                  <a:lnTo>
                    <a:pt x="84092" y="32598"/>
                  </a:lnTo>
                  <a:lnTo>
                    <a:pt x="84634" y="32726"/>
                  </a:lnTo>
                  <a:lnTo>
                    <a:pt x="85175" y="32869"/>
                  </a:lnTo>
                  <a:lnTo>
                    <a:pt x="85701" y="33044"/>
                  </a:lnTo>
                  <a:lnTo>
                    <a:pt x="86211" y="33252"/>
                  </a:lnTo>
                  <a:lnTo>
                    <a:pt x="86705" y="33475"/>
                  </a:lnTo>
                  <a:lnTo>
                    <a:pt x="87183" y="33729"/>
                  </a:lnTo>
                  <a:lnTo>
                    <a:pt x="87661" y="34000"/>
                  </a:lnTo>
                  <a:lnTo>
                    <a:pt x="88107" y="34287"/>
                  </a:lnTo>
                  <a:lnTo>
                    <a:pt x="88553" y="34606"/>
                  </a:lnTo>
                  <a:lnTo>
                    <a:pt x="88983" y="34940"/>
                  </a:lnTo>
                  <a:lnTo>
                    <a:pt x="89382" y="35291"/>
                  </a:lnTo>
                  <a:lnTo>
                    <a:pt x="89780" y="35657"/>
                  </a:lnTo>
                  <a:lnTo>
                    <a:pt x="90146" y="36056"/>
                  </a:lnTo>
                  <a:lnTo>
                    <a:pt x="90497" y="36454"/>
                  </a:lnTo>
                  <a:lnTo>
                    <a:pt x="90831" y="36884"/>
                  </a:lnTo>
                  <a:lnTo>
                    <a:pt x="91150" y="37330"/>
                  </a:lnTo>
                  <a:lnTo>
                    <a:pt x="91437" y="37776"/>
                  </a:lnTo>
                  <a:lnTo>
                    <a:pt x="91708" y="38254"/>
                  </a:lnTo>
                  <a:lnTo>
                    <a:pt x="91963" y="38732"/>
                  </a:lnTo>
                  <a:lnTo>
                    <a:pt x="92186" y="39242"/>
                  </a:lnTo>
                  <a:lnTo>
                    <a:pt x="92393" y="39752"/>
                  </a:lnTo>
                  <a:lnTo>
                    <a:pt x="92568" y="40262"/>
                  </a:lnTo>
                  <a:lnTo>
                    <a:pt x="92712" y="40803"/>
                  </a:lnTo>
                  <a:lnTo>
                    <a:pt x="92839" y="41345"/>
                  </a:lnTo>
                  <a:lnTo>
                    <a:pt x="92935" y="41903"/>
                  </a:lnTo>
                  <a:lnTo>
                    <a:pt x="93014" y="42460"/>
                  </a:lnTo>
                  <a:lnTo>
                    <a:pt x="93062" y="43034"/>
                  </a:lnTo>
                  <a:lnTo>
                    <a:pt x="93078" y="43608"/>
                  </a:lnTo>
                  <a:lnTo>
                    <a:pt x="93062" y="43878"/>
                  </a:lnTo>
                  <a:lnTo>
                    <a:pt x="100168" y="43878"/>
                  </a:lnTo>
                  <a:lnTo>
                    <a:pt x="100168" y="24361"/>
                  </a:lnTo>
                  <a:lnTo>
                    <a:pt x="77130" y="18482"/>
                  </a:lnTo>
                  <a:lnTo>
                    <a:pt x="67682" y="1"/>
                  </a:lnTo>
                  <a:close/>
                </a:path>
              </a:pathLst>
            </a:custGeom>
            <a:solidFill>
              <a:srgbClr val="FBC8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1"/>
            <p:cNvSpPr/>
            <p:nvPr/>
          </p:nvSpPr>
          <p:spPr>
            <a:xfrm>
              <a:off x="5500325" y="2984075"/>
              <a:ext cx="2504200" cy="1096975"/>
            </a:xfrm>
            <a:custGeom>
              <a:avLst/>
              <a:gdLst/>
              <a:ahLst/>
              <a:cxnLst/>
              <a:rect l="l" t="t" r="r" b="b"/>
              <a:pathLst>
                <a:path w="100168" h="43879" fill="none" extrusionOk="0">
                  <a:moveTo>
                    <a:pt x="100168" y="24361"/>
                  </a:moveTo>
                  <a:lnTo>
                    <a:pt x="77130" y="18482"/>
                  </a:lnTo>
                  <a:lnTo>
                    <a:pt x="67682" y="1"/>
                  </a:lnTo>
                  <a:lnTo>
                    <a:pt x="30734" y="1"/>
                  </a:lnTo>
                  <a:lnTo>
                    <a:pt x="21366" y="17845"/>
                  </a:lnTo>
                  <a:lnTo>
                    <a:pt x="0" y="24648"/>
                  </a:lnTo>
                  <a:lnTo>
                    <a:pt x="0" y="43878"/>
                  </a:lnTo>
                  <a:lnTo>
                    <a:pt x="10229" y="43878"/>
                  </a:lnTo>
                  <a:lnTo>
                    <a:pt x="10229" y="43878"/>
                  </a:lnTo>
                  <a:lnTo>
                    <a:pt x="10229" y="43608"/>
                  </a:lnTo>
                  <a:lnTo>
                    <a:pt x="10229" y="43608"/>
                  </a:lnTo>
                  <a:lnTo>
                    <a:pt x="10245" y="43034"/>
                  </a:lnTo>
                  <a:lnTo>
                    <a:pt x="10277" y="42460"/>
                  </a:lnTo>
                  <a:lnTo>
                    <a:pt x="10356" y="41903"/>
                  </a:lnTo>
                  <a:lnTo>
                    <a:pt x="10452" y="41345"/>
                  </a:lnTo>
                  <a:lnTo>
                    <a:pt x="10579" y="40803"/>
                  </a:lnTo>
                  <a:lnTo>
                    <a:pt x="10723" y="40262"/>
                  </a:lnTo>
                  <a:lnTo>
                    <a:pt x="10898" y="39752"/>
                  </a:lnTo>
                  <a:lnTo>
                    <a:pt x="11105" y="39242"/>
                  </a:lnTo>
                  <a:lnTo>
                    <a:pt x="11328" y="38732"/>
                  </a:lnTo>
                  <a:lnTo>
                    <a:pt x="11583" y="38254"/>
                  </a:lnTo>
                  <a:lnTo>
                    <a:pt x="11854" y="37776"/>
                  </a:lnTo>
                  <a:lnTo>
                    <a:pt x="12141" y="37330"/>
                  </a:lnTo>
                  <a:lnTo>
                    <a:pt x="12459" y="36884"/>
                  </a:lnTo>
                  <a:lnTo>
                    <a:pt x="12794" y="36454"/>
                  </a:lnTo>
                  <a:lnTo>
                    <a:pt x="13144" y="36056"/>
                  </a:lnTo>
                  <a:lnTo>
                    <a:pt x="13511" y="35657"/>
                  </a:lnTo>
                  <a:lnTo>
                    <a:pt x="13909" y="35291"/>
                  </a:lnTo>
                  <a:lnTo>
                    <a:pt x="14308" y="34940"/>
                  </a:lnTo>
                  <a:lnTo>
                    <a:pt x="14738" y="34606"/>
                  </a:lnTo>
                  <a:lnTo>
                    <a:pt x="15184" y="34287"/>
                  </a:lnTo>
                  <a:lnTo>
                    <a:pt x="15630" y="34000"/>
                  </a:lnTo>
                  <a:lnTo>
                    <a:pt x="16108" y="33729"/>
                  </a:lnTo>
                  <a:lnTo>
                    <a:pt x="16586" y="33475"/>
                  </a:lnTo>
                  <a:lnTo>
                    <a:pt x="17096" y="33252"/>
                  </a:lnTo>
                  <a:lnTo>
                    <a:pt x="17606" y="33044"/>
                  </a:lnTo>
                  <a:lnTo>
                    <a:pt x="18115" y="32869"/>
                  </a:lnTo>
                  <a:lnTo>
                    <a:pt x="18657" y="32726"/>
                  </a:lnTo>
                  <a:lnTo>
                    <a:pt x="19199" y="32598"/>
                  </a:lnTo>
                  <a:lnTo>
                    <a:pt x="19756" y="32503"/>
                  </a:lnTo>
                  <a:lnTo>
                    <a:pt x="20314" y="32423"/>
                  </a:lnTo>
                  <a:lnTo>
                    <a:pt x="20888" y="32391"/>
                  </a:lnTo>
                  <a:lnTo>
                    <a:pt x="21461" y="32375"/>
                  </a:lnTo>
                  <a:lnTo>
                    <a:pt x="21461" y="32375"/>
                  </a:lnTo>
                  <a:lnTo>
                    <a:pt x="22051" y="32391"/>
                  </a:lnTo>
                  <a:lnTo>
                    <a:pt x="22608" y="32423"/>
                  </a:lnTo>
                  <a:lnTo>
                    <a:pt x="23182" y="32503"/>
                  </a:lnTo>
                  <a:lnTo>
                    <a:pt x="23740" y="32598"/>
                  </a:lnTo>
                  <a:lnTo>
                    <a:pt x="24281" y="32726"/>
                  </a:lnTo>
                  <a:lnTo>
                    <a:pt x="24807" y="32869"/>
                  </a:lnTo>
                  <a:lnTo>
                    <a:pt x="25333" y="33044"/>
                  </a:lnTo>
                  <a:lnTo>
                    <a:pt x="25843" y="33252"/>
                  </a:lnTo>
                  <a:lnTo>
                    <a:pt x="26337" y="33475"/>
                  </a:lnTo>
                  <a:lnTo>
                    <a:pt x="26830" y="33729"/>
                  </a:lnTo>
                  <a:lnTo>
                    <a:pt x="27293" y="34000"/>
                  </a:lnTo>
                  <a:lnTo>
                    <a:pt x="27755" y="34287"/>
                  </a:lnTo>
                  <a:lnTo>
                    <a:pt x="28201" y="34606"/>
                  </a:lnTo>
                  <a:lnTo>
                    <a:pt x="28615" y="34940"/>
                  </a:lnTo>
                  <a:lnTo>
                    <a:pt x="29029" y="35291"/>
                  </a:lnTo>
                  <a:lnTo>
                    <a:pt x="29412" y="35657"/>
                  </a:lnTo>
                  <a:lnTo>
                    <a:pt x="29794" y="36056"/>
                  </a:lnTo>
                  <a:lnTo>
                    <a:pt x="30144" y="36454"/>
                  </a:lnTo>
                  <a:lnTo>
                    <a:pt x="30479" y="36884"/>
                  </a:lnTo>
                  <a:lnTo>
                    <a:pt x="30782" y="37330"/>
                  </a:lnTo>
                  <a:lnTo>
                    <a:pt x="31084" y="37776"/>
                  </a:lnTo>
                  <a:lnTo>
                    <a:pt x="31355" y="38254"/>
                  </a:lnTo>
                  <a:lnTo>
                    <a:pt x="31594" y="38732"/>
                  </a:lnTo>
                  <a:lnTo>
                    <a:pt x="31833" y="39242"/>
                  </a:lnTo>
                  <a:lnTo>
                    <a:pt x="32025" y="39752"/>
                  </a:lnTo>
                  <a:lnTo>
                    <a:pt x="32200" y="40262"/>
                  </a:lnTo>
                  <a:lnTo>
                    <a:pt x="32359" y="40803"/>
                  </a:lnTo>
                  <a:lnTo>
                    <a:pt x="32487" y="41345"/>
                  </a:lnTo>
                  <a:lnTo>
                    <a:pt x="32582" y="41903"/>
                  </a:lnTo>
                  <a:lnTo>
                    <a:pt x="32646" y="42460"/>
                  </a:lnTo>
                  <a:lnTo>
                    <a:pt x="32694" y="43034"/>
                  </a:lnTo>
                  <a:lnTo>
                    <a:pt x="32710" y="43608"/>
                  </a:lnTo>
                  <a:lnTo>
                    <a:pt x="32710" y="43608"/>
                  </a:lnTo>
                  <a:lnTo>
                    <a:pt x="32710" y="43878"/>
                  </a:lnTo>
                  <a:lnTo>
                    <a:pt x="70597" y="43878"/>
                  </a:lnTo>
                  <a:lnTo>
                    <a:pt x="70597" y="43878"/>
                  </a:lnTo>
                  <a:lnTo>
                    <a:pt x="70581" y="43608"/>
                  </a:lnTo>
                  <a:lnTo>
                    <a:pt x="70581" y="43608"/>
                  </a:lnTo>
                  <a:lnTo>
                    <a:pt x="70597" y="43034"/>
                  </a:lnTo>
                  <a:lnTo>
                    <a:pt x="70645" y="42460"/>
                  </a:lnTo>
                  <a:lnTo>
                    <a:pt x="70709" y="41903"/>
                  </a:lnTo>
                  <a:lnTo>
                    <a:pt x="70820" y="41345"/>
                  </a:lnTo>
                  <a:lnTo>
                    <a:pt x="70932" y="40803"/>
                  </a:lnTo>
                  <a:lnTo>
                    <a:pt x="71091" y="40262"/>
                  </a:lnTo>
                  <a:lnTo>
                    <a:pt x="71266" y="39752"/>
                  </a:lnTo>
                  <a:lnTo>
                    <a:pt x="71473" y="39242"/>
                  </a:lnTo>
                  <a:lnTo>
                    <a:pt x="71697" y="38732"/>
                  </a:lnTo>
                  <a:lnTo>
                    <a:pt x="71936" y="38254"/>
                  </a:lnTo>
                  <a:lnTo>
                    <a:pt x="72206" y="37776"/>
                  </a:lnTo>
                  <a:lnTo>
                    <a:pt x="72509" y="37330"/>
                  </a:lnTo>
                  <a:lnTo>
                    <a:pt x="72812" y="36884"/>
                  </a:lnTo>
                  <a:lnTo>
                    <a:pt x="73146" y="36454"/>
                  </a:lnTo>
                  <a:lnTo>
                    <a:pt x="73513" y="36056"/>
                  </a:lnTo>
                  <a:lnTo>
                    <a:pt x="73879" y="35657"/>
                  </a:lnTo>
                  <a:lnTo>
                    <a:pt x="74262" y="35291"/>
                  </a:lnTo>
                  <a:lnTo>
                    <a:pt x="74676" y="34940"/>
                  </a:lnTo>
                  <a:lnTo>
                    <a:pt x="75106" y="34606"/>
                  </a:lnTo>
                  <a:lnTo>
                    <a:pt x="75536" y="34287"/>
                  </a:lnTo>
                  <a:lnTo>
                    <a:pt x="75998" y="34000"/>
                  </a:lnTo>
                  <a:lnTo>
                    <a:pt x="76476" y="33729"/>
                  </a:lnTo>
                  <a:lnTo>
                    <a:pt x="76954" y="33475"/>
                  </a:lnTo>
                  <a:lnTo>
                    <a:pt x="77448" y="33252"/>
                  </a:lnTo>
                  <a:lnTo>
                    <a:pt x="77958" y="33044"/>
                  </a:lnTo>
                  <a:lnTo>
                    <a:pt x="78484" y="32869"/>
                  </a:lnTo>
                  <a:lnTo>
                    <a:pt x="79025" y="32726"/>
                  </a:lnTo>
                  <a:lnTo>
                    <a:pt x="79567" y="32598"/>
                  </a:lnTo>
                  <a:lnTo>
                    <a:pt x="80109" y="32503"/>
                  </a:lnTo>
                  <a:lnTo>
                    <a:pt x="80682" y="32423"/>
                  </a:lnTo>
                  <a:lnTo>
                    <a:pt x="81256" y="32391"/>
                  </a:lnTo>
                  <a:lnTo>
                    <a:pt x="81830" y="32375"/>
                  </a:lnTo>
                  <a:lnTo>
                    <a:pt x="81830" y="32375"/>
                  </a:lnTo>
                  <a:lnTo>
                    <a:pt x="82403" y="32391"/>
                  </a:lnTo>
                  <a:lnTo>
                    <a:pt x="82977" y="32423"/>
                  </a:lnTo>
                  <a:lnTo>
                    <a:pt x="83534" y="32503"/>
                  </a:lnTo>
                  <a:lnTo>
                    <a:pt x="84092" y="32598"/>
                  </a:lnTo>
                  <a:lnTo>
                    <a:pt x="84634" y="32726"/>
                  </a:lnTo>
                  <a:lnTo>
                    <a:pt x="85175" y="32869"/>
                  </a:lnTo>
                  <a:lnTo>
                    <a:pt x="85701" y="33044"/>
                  </a:lnTo>
                  <a:lnTo>
                    <a:pt x="86211" y="33252"/>
                  </a:lnTo>
                  <a:lnTo>
                    <a:pt x="86705" y="33475"/>
                  </a:lnTo>
                  <a:lnTo>
                    <a:pt x="87183" y="33729"/>
                  </a:lnTo>
                  <a:lnTo>
                    <a:pt x="87661" y="34000"/>
                  </a:lnTo>
                  <a:lnTo>
                    <a:pt x="88107" y="34287"/>
                  </a:lnTo>
                  <a:lnTo>
                    <a:pt x="88553" y="34606"/>
                  </a:lnTo>
                  <a:lnTo>
                    <a:pt x="88983" y="34940"/>
                  </a:lnTo>
                  <a:lnTo>
                    <a:pt x="89382" y="35291"/>
                  </a:lnTo>
                  <a:lnTo>
                    <a:pt x="89780" y="35657"/>
                  </a:lnTo>
                  <a:lnTo>
                    <a:pt x="90146" y="36056"/>
                  </a:lnTo>
                  <a:lnTo>
                    <a:pt x="90497" y="36454"/>
                  </a:lnTo>
                  <a:lnTo>
                    <a:pt x="90831" y="36884"/>
                  </a:lnTo>
                  <a:lnTo>
                    <a:pt x="91150" y="37330"/>
                  </a:lnTo>
                  <a:lnTo>
                    <a:pt x="91437" y="37776"/>
                  </a:lnTo>
                  <a:lnTo>
                    <a:pt x="91708" y="38254"/>
                  </a:lnTo>
                  <a:lnTo>
                    <a:pt x="91963" y="38732"/>
                  </a:lnTo>
                  <a:lnTo>
                    <a:pt x="92186" y="39242"/>
                  </a:lnTo>
                  <a:lnTo>
                    <a:pt x="92393" y="39752"/>
                  </a:lnTo>
                  <a:lnTo>
                    <a:pt x="92568" y="40262"/>
                  </a:lnTo>
                  <a:lnTo>
                    <a:pt x="92712" y="40803"/>
                  </a:lnTo>
                  <a:lnTo>
                    <a:pt x="92839" y="41345"/>
                  </a:lnTo>
                  <a:lnTo>
                    <a:pt x="92935" y="41903"/>
                  </a:lnTo>
                  <a:lnTo>
                    <a:pt x="93014" y="42460"/>
                  </a:lnTo>
                  <a:lnTo>
                    <a:pt x="93062" y="43034"/>
                  </a:lnTo>
                  <a:lnTo>
                    <a:pt x="93078" y="43608"/>
                  </a:lnTo>
                  <a:lnTo>
                    <a:pt x="93078" y="43608"/>
                  </a:lnTo>
                  <a:lnTo>
                    <a:pt x="93062" y="43878"/>
                  </a:lnTo>
                  <a:lnTo>
                    <a:pt x="100168" y="43878"/>
                  </a:lnTo>
                  <a:lnTo>
                    <a:pt x="100168" y="2436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31"/>
            <p:cNvSpPr/>
            <p:nvPr/>
          </p:nvSpPr>
          <p:spPr>
            <a:xfrm>
              <a:off x="6751025" y="3072100"/>
              <a:ext cx="540925" cy="356925"/>
            </a:xfrm>
            <a:custGeom>
              <a:avLst/>
              <a:gdLst/>
              <a:ahLst/>
              <a:cxnLst/>
              <a:rect l="l" t="t" r="r" b="b"/>
              <a:pathLst>
                <a:path w="21637" h="14277" extrusionOk="0">
                  <a:moveTo>
                    <a:pt x="0" y="1"/>
                  </a:moveTo>
                  <a:lnTo>
                    <a:pt x="0" y="14276"/>
                  </a:lnTo>
                  <a:lnTo>
                    <a:pt x="21637" y="14276"/>
                  </a:lnTo>
                  <a:lnTo>
                    <a:pt x="14706" y="1"/>
                  </a:lnTo>
                  <a:close/>
                </a:path>
              </a:pathLst>
            </a:custGeom>
            <a:solidFill>
              <a:srgbClr val="E9EA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1"/>
            <p:cNvSpPr/>
            <p:nvPr/>
          </p:nvSpPr>
          <p:spPr>
            <a:xfrm>
              <a:off x="6751025" y="3072100"/>
              <a:ext cx="540925" cy="356925"/>
            </a:xfrm>
            <a:custGeom>
              <a:avLst/>
              <a:gdLst/>
              <a:ahLst/>
              <a:cxnLst/>
              <a:rect l="l" t="t" r="r" b="b"/>
              <a:pathLst>
                <a:path w="21637" h="14277" fill="none" extrusionOk="0">
                  <a:moveTo>
                    <a:pt x="21637" y="14276"/>
                  </a:moveTo>
                  <a:lnTo>
                    <a:pt x="14706" y="1"/>
                  </a:lnTo>
                  <a:lnTo>
                    <a:pt x="0" y="1"/>
                  </a:lnTo>
                  <a:lnTo>
                    <a:pt x="0" y="14276"/>
                  </a:lnTo>
                  <a:lnTo>
                    <a:pt x="21637" y="1427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1"/>
            <p:cNvSpPr/>
            <p:nvPr/>
          </p:nvSpPr>
          <p:spPr>
            <a:xfrm>
              <a:off x="6139600" y="3072100"/>
              <a:ext cx="535375" cy="356925"/>
            </a:xfrm>
            <a:custGeom>
              <a:avLst/>
              <a:gdLst/>
              <a:ahLst/>
              <a:cxnLst/>
              <a:rect l="l" t="t" r="r" b="b"/>
              <a:pathLst>
                <a:path w="21415" h="14277" extrusionOk="0">
                  <a:moveTo>
                    <a:pt x="6724" y="1"/>
                  </a:moveTo>
                  <a:lnTo>
                    <a:pt x="1" y="14276"/>
                  </a:lnTo>
                  <a:lnTo>
                    <a:pt x="21414" y="14276"/>
                  </a:lnTo>
                  <a:lnTo>
                    <a:pt x="21414" y="1"/>
                  </a:lnTo>
                  <a:close/>
                </a:path>
              </a:pathLst>
            </a:custGeom>
            <a:solidFill>
              <a:srgbClr val="E9EA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1"/>
            <p:cNvSpPr/>
            <p:nvPr/>
          </p:nvSpPr>
          <p:spPr>
            <a:xfrm>
              <a:off x="6139600" y="3072100"/>
              <a:ext cx="535375" cy="356925"/>
            </a:xfrm>
            <a:custGeom>
              <a:avLst/>
              <a:gdLst/>
              <a:ahLst/>
              <a:cxnLst/>
              <a:rect l="l" t="t" r="r" b="b"/>
              <a:pathLst>
                <a:path w="21415" h="14277" fill="none" extrusionOk="0">
                  <a:moveTo>
                    <a:pt x="21414" y="1"/>
                  </a:moveTo>
                  <a:lnTo>
                    <a:pt x="6724" y="1"/>
                  </a:lnTo>
                  <a:lnTo>
                    <a:pt x="1" y="14276"/>
                  </a:lnTo>
                  <a:lnTo>
                    <a:pt x="21414" y="14276"/>
                  </a:lnTo>
                  <a:lnTo>
                    <a:pt x="2141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1"/>
            <p:cNvSpPr/>
            <p:nvPr/>
          </p:nvSpPr>
          <p:spPr>
            <a:xfrm>
              <a:off x="7174025" y="3287600"/>
              <a:ext cx="156975" cy="213900"/>
            </a:xfrm>
            <a:custGeom>
              <a:avLst/>
              <a:gdLst/>
              <a:ahLst/>
              <a:cxnLst/>
              <a:rect l="l" t="t" r="r" b="b"/>
              <a:pathLst>
                <a:path w="6279" h="8556" extrusionOk="0">
                  <a:moveTo>
                    <a:pt x="1626" y="0"/>
                  </a:moveTo>
                  <a:lnTo>
                    <a:pt x="1466" y="16"/>
                  </a:lnTo>
                  <a:lnTo>
                    <a:pt x="1307" y="64"/>
                  </a:lnTo>
                  <a:lnTo>
                    <a:pt x="1148" y="143"/>
                  </a:lnTo>
                  <a:lnTo>
                    <a:pt x="1004" y="239"/>
                  </a:lnTo>
                  <a:lnTo>
                    <a:pt x="861" y="367"/>
                  </a:lnTo>
                  <a:lnTo>
                    <a:pt x="718" y="510"/>
                  </a:lnTo>
                  <a:lnTo>
                    <a:pt x="590" y="685"/>
                  </a:lnTo>
                  <a:lnTo>
                    <a:pt x="479" y="876"/>
                  </a:lnTo>
                  <a:lnTo>
                    <a:pt x="367" y="1083"/>
                  </a:lnTo>
                  <a:lnTo>
                    <a:pt x="287" y="1322"/>
                  </a:lnTo>
                  <a:lnTo>
                    <a:pt x="192" y="1561"/>
                  </a:lnTo>
                  <a:lnTo>
                    <a:pt x="128" y="1832"/>
                  </a:lnTo>
                  <a:lnTo>
                    <a:pt x="80" y="2103"/>
                  </a:lnTo>
                  <a:lnTo>
                    <a:pt x="32" y="2390"/>
                  </a:lnTo>
                  <a:lnTo>
                    <a:pt x="17" y="2677"/>
                  </a:lnTo>
                  <a:lnTo>
                    <a:pt x="1" y="2979"/>
                  </a:lnTo>
                  <a:lnTo>
                    <a:pt x="17" y="3298"/>
                  </a:lnTo>
                  <a:lnTo>
                    <a:pt x="32" y="3585"/>
                  </a:lnTo>
                  <a:lnTo>
                    <a:pt x="80" y="3872"/>
                  </a:lnTo>
                  <a:lnTo>
                    <a:pt x="128" y="4142"/>
                  </a:lnTo>
                  <a:lnTo>
                    <a:pt x="192" y="4413"/>
                  </a:lnTo>
                  <a:lnTo>
                    <a:pt x="287" y="4652"/>
                  </a:lnTo>
                  <a:lnTo>
                    <a:pt x="367" y="4875"/>
                  </a:lnTo>
                  <a:lnTo>
                    <a:pt x="479" y="5098"/>
                  </a:lnTo>
                  <a:lnTo>
                    <a:pt x="590" y="5290"/>
                  </a:lnTo>
                  <a:lnTo>
                    <a:pt x="718" y="5449"/>
                  </a:lnTo>
                  <a:lnTo>
                    <a:pt x="861" y="5608"/>
                  </a:lnTo>
                  <a:lnTo>
                    <a:pt x="1004" y="5736"/>
                  </a:lnTo>
                  <a:lnTo>
                    <a:pt x="1148" y="5831"/>
                  </a:lnTo>
                  <a:lnTo>
                    <a:pt x="1307" y="5911"/>
                  </a:lnTo>
                  <a:lnTo>
                    <a:pt x="1466" y="5943"/>
                  </a:lnTo>
                  <a:lnTo>
                    <a:pt x="1626" y="5959"/>
                  </a:lnTo>
                  <a:lnTo>
                    <a:pt x="1737" y="5959"/>
                  </a:lnTo>
                  <a:lnTo>
                    <a:pt x="1833" y="5943"/>
                  </a:lnTo>
                  <a:lnTo>
                    <a:pt x="1928" y="5911"/>
                  </a:lnTo>
                  <a:lnTo>
                    <a:pt x="2024" y="5879"/>
                  </a:lnTo>
                  <a:lnTo>
                    <a:pt x="2199" y="5784"/>
                  </a:lnTo>
                  <a:lnTo>
                    <a:pt x="2375" y="5640"/>
                  </a:lnTo>
                  <a:lnTo>
                    <a:pt x="2534" y="5465"/>
                  </a:lnTo>
                  <a:lnTo>
                    <a:pt x="2677" y="5258"/>
                  </a:lnTo>
                  <a:lnTo>
                    <a:pt x="2821" y="5035"/>
                  </a:lnTo>
                  <a:lnTo>
                    <a:pt x="2932" y="4780"/>
                  </a:lnTo>
                  <a:lnTo>
                    <a:pt x="6278" y="8556"/>
                  </a:lnTo>
                  <a:lnTo>
                    <a:pt x="6278" y="6389"/>
                  </a:lnTo>
                  <a:lnTo>
                    <a:pt x="3187" y="3904"/>
                  </a:lnTo>
                  <a:lnTo>
                    <a:pt x="3219" y="3696"/>
                  </a:lnTo>
                  <a:lnTo>
                    <a:pt x="3235" y="3457"/>
                  </a:lnTo>
                  <a:lnTo>
                    <a:pt x="3251" y="3218"/>
                  </a:lnTo>
                  <a:lnTo>
                    <a:pt x="3267" y="2979"/>
                  </a:lnTo>
                  <a:lnTo>
                    <a:pt x="3251" y="2677"/>
                  </a:lnTo>
                  <a:lnTo>
                    <a:pt x="3235" y="2390"/>
                  </a:lnTo>
                  <a:lnTo>
                    <a:pt x="3187" y="2103"/>
                  </a:lnTo>
                  <a:lnTo>
                    <a:pt x="3139" y="1832"/>
                  </a:lnTo>
                  <a:lnTo>
                    <a:pt x="3060" y="1561"/>
                  </a:lnTo>
                  <a:lnTo>
                    <a:pt x="2980" y="1322"/>
                  </a:lnTo>
                  <a:lnTo>
                    <a:pt x="2884" y="1083"/>
                  </a:lnTo>
                  <a:lnTo>
                    <a:pt x="2789" y="876"/>
                  </a:lnTo>
                  <a:lnTo>
                    <a:pt x="2661" y="685"/>
                  </a:lnTo>
                  <a:lnTo>
                    <a:pt x="2550" y="510"/>
                  </a:lnTo>
                  <a:lnTo>
                    <a:pt x="2406" y="367"/>
                  </a:lnTo>
                  <a:lnTo>
                    <a:pt x="2263" y="239"/>
                  </a:lnTo>
                  <a:lnTo>
                    <a:pt x="2120" y="143"/>
                  </a:lnTo>
                  <a:lnTo>
                    <a:pt x="1960" y="64"/>
                  </a:lnTo>
                  <a:lnTo>
                    <a:pt x="1801" y="16"/>
                  </a:lnTo>
                  <a:lnTo>
                    <a:pt x="1626" y="0"/>
                  </a:lnTo>
                  <a:close/>
                </a:path>
              </a:pathLst>
            </a:custGeom>
            <a:solidFill>
              <a:srgbClr val="8B88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1"/>
            <p:cNvSpPr/>
            <p:nvPr/>
          </p:nvSpPr>
          <p:spPr>
            <a:xfrm>
              <a:off x="7174025" y="3287600"/>
              <a:ext cx="156975" cy="213900"/>
            </a:xfrm>
            <a:custGeom>
              <a:avLst/>
              <a:gdLst/>
              <a:ahLst/>
              <a:cxnLst/>
              <a:rect l="l" t="t" r="r" b="b"/>
              <a:pathLst>
                <a:path w="6279" h="8556" fill="none" extrusionOk="0">
                  <a:moveTo>
                    <a:pt x="6278" y="6389"/>
                  </a:moveTo>
                  <a:lnTo>
                    <a:pt x="3187" y="3904"/>
                  </a:lnTo>
                  <a:lnTo>
                    <a:pt x="3187" y="3904"/>
                  </a:lnTo>
                  <a:lnTo>
                    <a:pt x="3219" y="3696"/>
                  </a:lnTo>
                  <a:lnTo>
                    <a:pt x="3235" y="3457"/>
                  </a:lnTo>
                  <a:lnTo>
                    <a:pt x="3251" y="3218"/>
                  </a:lnTo>
                  <a:lnTo>
                    <a:pt x="3267" y="2979"/>
                  </a:lnTo>
                  <a:lnTo>
                    <a:pt x="3267" y="2979"/>
                  </a:lnTo>
                  <a:lnTo>
                    <a:pt x="3251" y="2677"/>
                  </a:lnTo>
                  <a:lnTo>
                    <a:pt x="3235" y="2390"/>
                  </a:lnTo>
                  <a:lnTo>
                    <a:pt x="3187" y="2103"/>
                  </a:lnTo>
                  <a:lnTo>
                    <a:pt x="3139" y="1832"/>
                  </a:lnTo>
                  <a:lnTo>
                    <a:pt x="3060" y="1561"/>
                  </a:lnTo>
                  <a:lnTo>
                    <a:pt x="2980" y="1322"/>
                  </a:lnTo>
                  <a:lnTo>
                    <a:pt x="2884" y="1083"/>
                  </a:lnTo>
                  <a:lnTo>
                    <a:pt x="2789" y="876"/>
                  </a:lnTo>
                  <a:lnTo>
                    <a:pt x="2661" y="685"/>
                  </a:lnTo>
                  <a:lnTo>
                    <a:pt x="2550" y="510"/>
                  </a:lnTo>
                  <a:lnTo>
                    <a:pt x="2406" y="367"/>
                  </a:lnTo>
                  <a:lnTo>
                    <a:pt x="2263" y="239"/>
                  </a:lnTo>
                  <a:lnTo>
                    <a:pt x="2120" y="143"/>
                  </a:lnTo>
                  <a:lnTo>
                    <a:pt x="1960" y="64"/>
                  </a:lnTo>
                  <a:lnTo>
                    <a:pt x="1801" y="16"/>
                  </a:lnTo>
                  <a:lnTo>
                    <a:pt x="1626" y="0"/>
                  </a:lnTo>
                  <a:lnTo>
                    <a:pt x="1626" y="0"/>
                  </a:lnTo>
                  <a:lnTo>
                    <a:pt x="1466" y="16"/>
                  </a:lnTo>
                  <a:lnTo>
                    <a:pt x="1307" y="64"/>
                  </a:lnTo>
                  <a:lnTo>
                    <a:pt x="1148" y="143"/>
                  </a:lnTo>
                  <a:lnTo>
                    <a:pt x="1004" y="239"/>
                  </a:lnTo>
                  <a:lnTo>
                    <a:pt x="861" y="367"/>
                  </a:lnTo>
                  <a:lnTo>
                    <a:pt x="718" y="510"/>
                  </a:lnTo>
                  <a:lnTo>
                    <a:pt x="590" y="685"/>
                  </a:lnTo>
                  <a:lnTo>
                    <a:pt x="479" y="876"/>
                  </a:lnTo>
                  <a:lnTo>
                    <a:pt x="367" y="1083"/>
                  </a:lnTo>
                  <a:lnTo>
                    <a:pt x="287" y="1322"/>
                  </a:lnTo>
                  <a:lnTo>
                    <a:pt x="192" y="1561"/>
                  </a:lnTo>
                  <a:lnTo>
                    <a:pt x="128" y="1832"/>
                  </a:lnTo>
                  <a:lnTo>
                    <a:pt x="80" y="2103"/>
                  </a:lnTo>
                  <a:lnTo>
                    <a:pt x="32" y="2390"/>
                  </a:lnTo>
                  <a:lnTo>
                    <a:pt x="17" y="2677"/>
                  </a:lnTo>
                  <a:lnTo>
                    <a:pt x="1" y="2979"/>
                  </a:lnTo>
                  <a:lnTo>
                    <a:pt x="1" y="2979"/>
                  </a:lnTo>
                  <a:lnTo>
                    <a:pt x="17" y="3298"/>
                  </a:lnTo>
                  <a:lnTo>
                    <a:pt x="32" y="3585"/>
                  </a:lnTo>
                  <a:lnTo>
                    <a:pt x="80" y="3872"/>
                  </a:lnTo>
                  <a:lnTo>
                    <a:pt x="128" y="4142"/>
                  </a:lnTo>
                  <a:lnTo>
                    <a:pt x="192" y="4413"/>
                  </a:lnTo>
                  <a:lnTo>
                    <a:pt x="287" y="4652"/>
                  </a:lnTo>
                  <a:lnTo>
                    <a:pt x="367" y="4875"/>
                  </a:lnTo>
                  <a:lnTo>
                    <a:pt x="479" y="5098"/>
                  </a:lnTo>
                  <a:lnTo>
                    <a:pt x="590" y="5290"/>
                  </a:lnTo>
                  <a:lnTo>
                    <a:pt x="718" y="5449"/>
                  </a:lnTo>
                  <a:lnTo>
                    <a:pt x="861" y="5608"/>
                  </a:lnTo>
                  <a:lnTo>
                    <a:pt x="1004" y="5736"/>
                  </a:lnTo>
                  <a:lnTo>
                    <a:pt x="1148" y="5831"/>
                  </a:lnTo>
                  <a:lnTo>
                    <a:pt x="1307" y="5911"/>
                  </a:lnTo>
                  <a:lnTo>
                    <a:pt x="1466" y="5943"/>
                  </a:lnTo>
                  <a:lnTo>
                    <a:pt x="1626" y="5959"/>
                  </a:lnTo>
                  <a:lnTo>
                    <a:pt x="1626" y="5959"/>
                  </a:lnTo>
                  <a:lnTo>
                    <a:pt x="1737" y="5959"/>
                  </a:lnTo>
                  <a:lnTo>
                    <a:pt x="1833" y="5943"/>
                  </a:lnTo>
                  <a:lnTo>
                    <a:pt x="1928" y="5911"/>
                  </a:lnTo>
                  <a:lnTo>
                    <a:pt x="2024" y="5879"/>
                  </a:lnTo>
                  <a:lnTo>
                    <a:pt x="2199" y="5784"/>
                  </a:lnTo>
                  <a:lnTo>
                    <a:pt x="2375" y="5640"/>
                  </a:lnTo>
                  <a:lnTo>
                    <a:pt x="2534" y="5465"/>
                  </a:lnTo>
                  <a:lnTo>
                    <a:pt x="2677" y="5258"/>
                  </a:lnTo>
                  <a:lnTo>
                    <a:pt x="2821" y="5035"/>
                  </a:lnTo>
                  <a:lnTo>
                    <a:pt x="2932" y="4780"/>
                  </a:lnTo>
                  <a:lnTo>
                    <a:pt x="6278" y="8556"/>
                  </a:lnTo>
                  <a:lnTo>
                    <a:pt x="6278" y="638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31"/>
            <p:cNvSpPr/>
            <p:nvPr/>
          </p:nvSpPr>
          <p:spPr>
            <a:xfrm>
              <a:off x="6774525" y="3499100"/>
              <a:ext cx="163325" cy="33075"/>
            </a:xfrm>
            <a:custGeom>
              <a:avLst/>
              <a:gdLst/>
              <a:ahLst/>
              <a:cxnLst/>
              <a:rect l="l" t="t" r="r" b="b"/>
              <a:pathLst>
                <a:path w="6533" h="1323" extrusionOk="0">
                  <a:moveTo>
                    <a:pt x="0" y="0"/>
                  </a:moveTo>
                  <a:lnTo>
                    <a:pt x="0" y="1323"/>
                  </a:lnTo>
                  <a:lnTo>
                    <a:pt x="6533" y="1323"/>
                  </a:lnTo>
                  <a:lnTo>
                    <a:pt x="6533" y="0"/>
                  </a:lnTo>
                  <a:close/>
                </a:path>
              </a:pathLst>
            </a:custGeom>
            <a:solidFill>
              <a:srgbClr val="C386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31"/>
            <p:cNvSpPr/>
            <p:nvPr/>
          </p:nvSpPr>
          <p:spPr>
            <a:xfrm>
              <a:off x="6751025" y="3429000"/>
              <a:ext cx="23525" cy="650850"/>
            </a:xfrm>
            <a:custGeom>
              <a:avLst/>
              <a:gdLst/>
              <a:ahLst/>
              <a:cxnLst/>
              <a:rect l="l" t="t" r="r" b="b"/>
              <a:pathLst>
                <a:path w="941" h="26034" extrusionOk="0">
                  <a:moveTo>
                    <a:pt x="0" y="0"/>
                  </a:moveTo>
                  <a:lnTo>
                    <a:pt x="0" y="26034"/>
                  </a:lnTo>
                  <a:lnTo>
                    <a:pt x="940" y="26034"/>
                  </a:lnTo>
                  <a:lnTo>
                    <a:pt x="940" y="0"/>
                  </a:lnTo>
                  <a:close/>
                </a:path>
              </a:pathLst>
            </a:custGeom>
            <a:solidFill>
              <a:srgbClr val="E3A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1"/>
            <p:cNvSpPr/>
            <p:nvPr/>
          </p:nvSpPr>
          <p:spPr>
            <a:xfrm>
              <a:off x="7295900" y="3828900"/>
              <a:ext cx="499525" cy="499500"/>
            </a:xfrm>
            <a:custGeom>
              <a:avLst/>
              <a:gdLst/>
              <a:ahLst/>
              <a:cxnLst/>
              <a:rect l="l" t="t" r="r" b="b"/>
              <a:pathLst>
                <a:path w="19981" h="19980" extrusionOk="0">
                  <a:moveTo>
                    <a:pt x="9991" y="0"/>
                  </a:moveTo>
                  <a:lnTo>
                    <a:pt x="9481" y="16"/>
                  </a:lnTo>
                  <a:lnTo>
                    <a:pt x="8971" y="64"/>
                  </a:lnTo>
                  <a:lnTo>
                    <a:pt x="8477" y="128"/>
                  </a:lnTo>
                  <a:lnTo>
                    <a:pt x="7983" y="207"/>
                  </a:lnTo>
                  <a:lnTo>
                    <a:pt x="7505" y="319"/>
                  </a:lnTo>
                  <a:lnTo>
                    <a:pt x="7027" y="462"/>
                  </a:lnTo>
                  <a:lnTo>
                    <a:pt x="6565" y="606"/>
                  </a:lnTo>
                  <a:lnTo>
                    <a:pt x="6103" y="797"/>
                  </a:lnTo>
                  <a:lnTo>
                    <a:pt x="5657" y="988"/>
                  </a:lnTo>
                  <a:lnTo>
                    <a:pt x="5227" y="1211"/>
                  </a:lnTo>
                  <a:lnTo>
                    <a:pt x="4813" y="1450"/>
                  </a:lnTo>
                  <a:lnTo>
                    <a:pt x="4414" y="1705"/>
                  </a:lnTo>
                  <a:lnTo>
                    <a:pt x="4016" y="1992"/>
                  </a:lnTo>
                  <a:lnTo>
                    <a:pt x="3634" y="2294"/>
                  </a:lnTo>
                  <a:lnTo>
                    <a:pt x="3283" y="2597"/>
                  </a:lnTo>
                  <a:lnTo>
                    <a:pt x="2933" y="2932"/>
                  </a:lnTo>
                  <a:lnTo>
                    <a:pt x="2598" y="3282"/>
                  </a:lnTo>
                  <a:lnTo>
                    <a:pt x="2279" y="3649"/>
                  </a:lnTo>
                  <a:lnTo>
                    <a:pt x="1993" y="4015"/>
                  </a:lnTo>
                  <a:lnTo>
                    <a:pt x="1706" y="4414"/>
                  </a:lnTo>
                  <a:lnTo>
                    <a:pt x="1451" y="4812"/>
                  </a:lnTo>
                  <a:lnTo>
                    <a:pt x="1212" y="5226"/>
                  </a:lnTo>
                  <a:lnTo>
                    <a:pt x="989" y="5672"/>
                  </a:lnTo>
                  <a:lnTo>
                    <a:pt x="798" y="6102"/>
                  </a:lnTo>
                  <a:lnTo>
                    <a:pt x="606" y="6564"/>
                  </a:lnTo>
                  <a:lnTo>
                    <a:pt x="447" y="7026"/>
                  </a:lnTo>
                  <a:lnTo>
                    <a:pt x="320" y="7504"/>
                  </a:lnTo>
                  <a:lnTo>
                    <a:pt x="208" y="7982"/>
                  </a:lnTo>
                  <a:lnTo>
                    <a:pt x="128" y="8476"/>
                  </a:lnTo>
                  <a:lnTo>
                    <a:pt x="65" y="8970"/>
                  </a:lnTo>
                  <a:lnTo>
                    <a:pt x="17" y="9480"/>
                  </a:lnTo>
                  <a:lnTo>
                    <a:pt x="1" y="9990"/>
                  </a:lnTo>
                  <a:lnTo>
                    <a:pt x="17" y="10516"/>
                  </a:lnTo>
                  <a:lnTo>
                    <a:pt x="65" y="11010"/>
                  </a:lnTo>
                  <a:lnTo>
                    <a:pt x="128" y="11519"/>
                  </a:lnTo>
                  <a:lnTo>
                    <a:pt x="208" y="12013"/>
                  </a:lnTo>
                  <a:lnTo>
                    <a:pt x="320" y="12491"/>
                  </a:lnTo>
                  <a:lnTo>
                    <a:pt x="447" y="12969"/>
                  </a:lnTo>
                  <a:lnTo>
                    <a:pt x="606" y="13431"/>
                  </a:lnTo>
                  <a:lnTo>
                    <a:pt x="798" y="13877"/>
                  </a:lnTo>
                  <a:lnTo>
                    <a:pt x="989" y="14323"/>
                  </a:lnTo>
                  <a:lnTo>
                    <a:pt x="1212" y="14754"/>
                  </a:lnTo>
                  <a:lnTo>
                    <a:pt x="1451" y="15168"/>
                  </a:lnTo>
                  <a:lnTo>
                    <a:pt x="1706" y="15582"/>
                  </a:lnTo>
                  <a:lnTo>
                    <a:pt x="1993" y="15965"/>
                  </a:lnTo>
                  <a:lnTo>
                    <a:pt x="2279" y="16347"/>
                  </a:lnTo>
                  <a:lnTo>
                    <a:pt x="2598" y="16713"/>
                  </a:lnTo>
                  <a:lnTo>
                    <a:pt x="2933" y="17064"/>
                  </a:lnTo>
                  <a:lnTo>
                    <a:pt x="3283" y="17382"/>
                  </a:lnTo>
                  <a:lnTo>
                    <a:pt x="3634" y="17701"/>
                  </a:lnTo>
                  <a:lnTo>
                    <a:pt x="4016" y="18004"/>
                  </a:lnTo>
                  <a:lnTo>
                    <a:pt x="4414" y="18275"/>
                  </a:lnTo>
                  <a:lnTo>
                    <a:pt x="4813" y="18546"/>
                  </a:lnTo>
                  <a:lnTo>
                    <a:pt x="5227" y="18785"/>
                  </a:lnTo>
                  <a:lnTo>
                    <a:pt x="5657" y="18992"/>
                  </a:lnTo>
                  <a:lnTo>
                    <a:pt x="6103" y="19199"/>
                  </a:lnTo>
                  <a:lnTo>
                    <a:pt x="6565" y="19374"/>
                  </a:lnTo>
                  <a:lnTo>
                    <a:pt x="7027" y="19533"/>
                  </a:lnTo>
                  <a:lnTo>
                    <a:pt x="7505" y="19677"/>
                  </a:lnTo>
                  <a:lnTo>
                    <a:pt x="7983" y="19788"/>
                  </a:lnTo>
                  <a:lnTo>
                    <a:pt x="8477" y="19868"/>
                  </a:lnTo>
                  <a:lnTo>
                    <a:pt x="8971" y="19932"/>
                  </a:lnTo>
                  <a:lnTo>
                    <a:pt x="9481" y="19964"/>
                  </a:lnTo>
                  <a:lnTo>
                    <a:pt x="9991" y="19979"/>
                  </a:lnTo>
                  <a:lnTo>
                    <a:pt x="10516" y="19964"/>
                  </a:lnTo>
                  <a:lnTo>
                    <a:pt x="11010" y="19932"/>
                  </a:lnTo>
                  <a:lnTo>
                    <a:pt x="11520" y="19868"/>
                  </a:lnTo>
                  <a:lnTo>
                    <a:pt x="12014" y="19788"/>
                  </a:lnTo>
                  <a:lnTo>
                    <a:pt x="12492" y="19677"/>
                  </a:lnTo>
                  <a:lnTo>
                    <a:pt x="12970" y="19533"/>
                  </a:lnTo>
                  <a:lnTo>
                    <a:pt x="13432" y="19374"/>
                  </a:lnTo>
                  <a:lnTo>
                    <a:pt x="13878" y="19199"/>
                  </a:lnTo>
                  <a:lnTo>
                    <a:pt x="14324" y="18992"/>
                  </a:lnTo>
                  <a:lnTo>
                    <a:pt x="14755" y="18785"/>
                  </a:lnTo>
                  <a:lnTo>
                    <a:pt x="15169" y="18546"/>
                  </a:lnTo>
                  <a:lnTo>
                    <a:pt x="15583" y="18275"/>
                  </a:lnTo>
                  <a:lnTo>
                    <a:pt x="15965" y="18004"/>
                  </a:lnTo>
                  <a:lnTo>
                    <a:pt x="16348" y="17701"/>
                  </a:lnTo>
                  <a:lnTo>
                    <a:pt x="16714" y="17382"/>
                  </a:lnTo>
                  <a:lnTo>
                    <a:pt x="17065" y="17064"/>
                  </a:lnTo>
                  <a:lnTo>
                    <a:pt x="17383" y="16713"/>
                  </a:lnTo>
                  <a:lnTo>
                    <a:pt x="17702" y="16347"/>
                  </a:lnTo>
                  <a:lnTo>
                    <a:pt x="18005" y="15965"/>
                  </a:lnTo>
                  <a:lnTo>
                    <a:pt x="18276" y="15582"/>
                  </a:lnTo>
                  <a:lnTo>
                    <a:pt x="18531" y="15168"/>
                  </a:lnTo>
                  <a:lnTo>
                    <a:pt x="18785" y="14754"/>
                  </a:lnTo>
                  <a:lnTo>
                    <a:pt x="18993" y="14323"/>
                  </a:lnTo>
                  <a:lnTo>
                    <a:pt x="19200" y="13877"/>
                  </a:lnTo>
                  <a:lnTo>
                    <a:pt x="19375" y="13431"/>
                  </a:lnTo>
                  <a:lnTo>
                    <a:pt x="19534" y="12969"/>
                  </a:lnTo>
                  <a:lnTo>
                    <a:pt x="19662" y="12491"/>
                  </a:lnTo>
                  <a:lnTo>
                    <a:pt x="19773" y="12013"/>
                  </a:lnTo>
                  <a:lnTo>
                    <a:pt x="19869" y="11519"/>
                  </a:lnTo>
                  <a:lnTo>
                    <a:pt x="19933" y="11010"/>
                  </a:lnTo>
                  <a:lnTo>
                    <a:pt x="19964" y="10516"/>
                  </a:lnTo>
                  <a:lnTo>
                    <a:pt x="19980" y="9990"/>
                  </a:lnTo>
                  <a:lnTo>
                    <a:pt x="19964" y="9480"/>
                  </a:lnTo>
                  <a:lnTo>
                    <a:pt x="19933" y="8970"/>
                  </a:lnTo>
                  <a:lnTo>
                    <a:pt x="19869" y="8476"/>
                  </a:lnTo>
                  <a:lnTo>
                    <a:pt x="19773" y="7982"/>
                  </a:lnTo>
                  <a:lnTo>
                    <a:pt x="19662" y="7504"/>
                  </a:lnTo>
                  <a:lnTo>
                    <a:pt x="19534" y="7026"/>
                  </a:lnTo>
                  <a:lnTo>
                    <a:pt x="19375" y="6564"/>
                  </a:lnTo>
                  <a:lnTo>
                    <a:pt x="19200" y="6102"/>
                  </a:lnTo>
                  <a:lnTo>
                    <a:pt x="18993" y="5672"/>
                  </a:lnTo>
                  <a:lnTo>
                    <a:pt x="18785" y="5226"/>
                  </a:lnTo>
                  <a:lnTo>
                    <a:pt x="18531" y="4812"/>
                  </a:lnTo>
                  <a:lnTo>
                    <a:pt x="18276" y="4414"/>
                  </a:lnTo>
                  <a:lnTo>
                    <a:pt x="18005" y="4015"/>
                  </a:lnTo>
                  <a:lnTo>
                    <a:pt x="17702" y="3649"/>
                  </a:lnTo>
                  <a:lnTo>
                    <a:pt x="17383" y="3282"/>
                  </a:lnTo>
                  <a:lnTo>
                    <a:pt x="17065" y="2932"/>
                  </a:lnTo>
                  <a:lnTo>
                    <a:pt x="16714" y="2597"/>
                  </a:lnTo>
                  <a:lnTo>
                    <a:pt x="16348" y="2294"/>
                  </a:lnTo>
                  <a:lnTo>
                    <a:pt x="15965" y="1992"/>
                  </a:lnTo>
                  <a:lnTo>
                    <a:pt x="15583" y="1705"/>
                  </a:lnTo>
                  <a:lnTo>
                    <a:pt x="15169" y="1450"/>
                  </a:lnTo>
                  <a:lnTo>
                    <a:pt x="14755" y="1211"/>
                  </a:lnTo>
                  <a:lnTo>
                    <a:pt x="14324" y="988"/>
                  </a:lnTo>
                  <a:lnTo>
                    <a:pt x="13878" y="797"/>
                  </a:lnTo>
                  <a:lnTo>
                    <a:pt x="13432" y="606"/>
                  </a:lnTo>
                  <a:lnTo>
                    <a:pt x="12970" y="462"/>
                  </a:lnTo>
                  <a:lnTo>
                    <a:pt x="12492" y="319"/>
                  </a:lnTo>
                  <a:lnTo>
                    <a:pt x="12014" y="207"/>
                  </a:lnTo>
                  <a:lnTo>
                    <a:pt x="11520" y="128"/>
                  </a:lnTo>
                  <a:lnTo>
                    <a:pt x="11010" y="64"/>
                  </a:lnTo>
                  <a:lnTo>
                    <a:pt x="10516" y="16"/>
                  </a:lnTo>
                  <a:lnTo>
                    <a:pt x="9991"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1"/>
            <p:cNvSpPr/>
            <p:nvPr/>
          </p:nvSpPr>
          <p:spPr>
            <a:xfrm>
              <a:off x="7421375" y="3954750"/>
              <a:ext cx="248575" cy="248175"/>
            </a:xfrm>
            <a:custGeom>
              <a:avLst/>
              <a:gdLst/>
              <a:ahLst/>
              <a:cxnLst/>
              <a:rect l="l" t="t" r="r" b="b"/>
              <a:pathLst>
                <a:path w="9943" h="9927" extrusionOk="0">
                  <a:moveTo>
                    <a:pt x="4717" y="1"/>
                  </a:moveTo>
                  <a:lnTo>
                    <a:pt x="4462" y="17"/>
                  </a:lnTo>
                  <a:lnTo>
                    <a:pt x="4223" y="49"/>
                  </a:lnTo>
                  <a:lnTo>
                    <a:pt x="3968" y="96"/>
                  </a:lnTo>
                  <a:lnTo>
                    <a:pt x="3729" y="144"/>
                  </a:lnTo>
                  <a:lnTo>
                    <a:pt x="3506" y="224"/>
                  </a:lnTo>
                  <a:lnTo>
                    <a:pt x="3267" y="288"/>
                  </a:lnTo>
                  <a:lnTo>
                    <a:pt x="3044" y="383"/>
                  </a:lnTo>
                  <a:lnTo>
                    <a:pt x="2821" y="479"/>
                  </a:lnTo>
                  <a:lnTo>
                    <a:pt x="2614" y="590"/>
                  </a:lnTo>
                  <a:lnTo>
                    <a:pt x="2407" y="718"/>
                  </a:lnTo>
                  <a:lnTo>
                    <a:pt x="2199" y="845"/>
                  </a:lnTo>
                  <a:lnTo>
                    <a:pt x="2008" y="973"/>
                  </a:lnTo>
                  <a:lnTo>
                    <a:pt x="1817" y="1132"/>
                  </a:lnTo>
                  <a:lnTo>
                    <a:pt x="1642" y="1291"/>
                  </a:lnTo>
                  <a:lnTo>
                    <a:pt x="1467" y="1451"/>
                  </a:lnTo>
                  <a:lnTo>
                    <a:pt x="1291" y="1626"/>
                  </a:lnTo>
                  <a:lnTo>
                    <a:pt x="1148" y="1801"/>
                  </a:lnTo>
                  <a:lnTo>
                    <a:pt x="989" y="1992"/>
                  </a:lnTo>
                  <a:lnTo>
                    <a:pt x="861" y="2184"/>
                  </a:lnTo>
                  <a:lnTo>
                    <a:pt x="734" y="2391"/>
                  </a:lnTo>
                  <a:lnTo>
                    <a:pt x="606" y="2598"/>
                  </a:lnTo>
                  <a:lnTo>
                    <a:pt x="495" y="2805"/>
                  </a:lnTo>
                  <a:lnTo>
                    <a:pt x="399" y="3028"/>
                  </a:lnTo>
                  <a:lnTo>
                    <a:pt x="303" y="3251"/>
                  </a:lnTo>
                  <a:lnTo>
                    <a:pt x="224" y="3490"/>
                  </a:lnTo>
                  <a:lnTo>
                    <a:pt x="160" y="3713"/>
                  </a:lnTo>
                  <a:lnTo>
                    <a:pt x="112" y="3952"/>
                  </a:lnTo>
                  <a:lnTo>
                    <a:pt x="64" y="4207"/>
                  </a:lnTo>
                  <a:lnTo>
                    <a:pt x="33" y="4446"/>
                  </a:lnTo>
                  <a:lnTo>
                    <a:pt x="17" y="4701"/>
                  </a:lnTo>
                  <a:lnTo>
                    <a:pt x="1" y="4956"/>
                  </a:lnTo>
                  <a:lnTo>
                    <a:pt x="17" y="5211"/>
                  </a:lnTo>
                  <a:lnTo>
                    <a:pt x="33" y="5466"/>
                  </a:lnTo>
                  <a:lnTo>
                    <a:pt x="64" y="5721"/>
                  </a:lnTo>
                  <a:lnTo>
                    <a:pt x="112" y="5960"/>
                  </a:lnTo>
                  <a:lnTo>
                    <a:pt x="160" y="6199"/>
                  </a:lnTo>
                  <a:lnTo>
                    <a:pt x="224" y="6438"/>
                  </a:lnTo>
                  <a:lnTo>
                    <a:pt x="303" y="6677"/>
                  </a:lnTo>
                  <a:lnTo>
                    <a:pt x="399" y="6900"/>
                  </a:lnTo>
                  <a:lnTo>
                    <a:pt x="495" y="7107"/>
                  </a:lnTo>
                  <a:lnTo>
                    <a:pt x="606" y="7330"/>
                  </a:lnTo>
                  <a:lnTo>
                    <a:pt x="734" y="7537"/>
                  </a:lnTo>
                  <a:lnTo>
                    <a:pt x="861" y="7744"/>
                  </a:lnTo>
                  <a:lnTo>
                    <a:pt x="989" y="7935"/>
                  </a:lnTo>
                  <a:lnTo>
                    <a:pt x="1148" y="8126"/>
                  </a:lnTo>
                  <a:lnTo>
                    <a:pt x="1291" y="8302"/>
                  </a:lnTo>
                  <a:lnTo>
                    <a:pt x="1467" y="8477"/>
                  </a:lnTo>
                  <a:lnTo>
                    <a:pt x="1642" y="8636"/>
                  </a:lnTo>
                  <a:lnTo>
                    <a:pt x="1817" y="8796"/>
                  </a:lnTo>
                  <a:lnTo>
                    <a:pt x="2008" y="8939"/>
                  </a:lnTo>
                  <a:lnTo>
                    <a:pt x="2199" y="9082"/>
                  </a:lnTo>
                  <a:lnTo>
                    <a:pt x="2407" y="9210"/>
                  </a:lnTo>
                  <a:lnTo>
                    <a:pt x="2614" y="9321"/>
                  </a:lnTo>
                  <a:lnTo>
                    <a:pt x="2821" y="9433"/>
                  </a:lnTo>
                  <a:lnTo>
                    <a:pt x="3044" y="9544"/>
                  </a:lnTo>
                  <a:lnTo>
                    <a:pt x="3267" y="9624"/>
                  </a:lnTo>
                  <a:lnTo>
                    <a:pt x="3506" y="9704"/>
                  </a:lnTo>
                  <a:lnTo>
                    <a:pt x="3729" y="9767"/>
                  </a:lnTo>
                  <a:lnTo>
                    <a:pt x="3968" y="9831"/>
                  </a:lnTo>
                  <a:lnTo>
                    <a:pt x="4223" y="9863"/>
                  </a:lnTo>
                  <a:lnTo>
                    <a:pt x="4462" y="9895"/>
                  </a:lnTo>
                  <a:lnTo>
                    <a:pt x="4717" y="9927"/>
                  </a:lnTo>
                  <a:lnTo>
                    <a:pt x="5227" y="9927"/>
                  </a:lnTo>
                  <a:lnTo>
                    <a:pt x="5482" y="9895"/>
                  </a:lnTo>
                  <a:lnTo>
                    <a:pt x="5736" y="9863"/>
                  </a:lnTo>
                  <a:lnTo>
                    <a:pt x="5975" y="9831"/>
                  </a:lnTo>
                  <a:lnTo>
                    <a:pt x="6214" y="9767"/>
                  </a:lnTo>
                  <a:lnTo>
                    <a:pt x="6453" y="9704"/>
                  </a:lnTo>
                  <a:lnTo>
                    <a:pt x="6676" y="9624"/>
                  </a:lnTo>
                  <a:lnTo>
                    <a:pt x="6915" y="9544"/>
                  </a:lnTo>
                  <a:lnTo>
                    <a:pt x="7123" y="9433"/>
                  </a:lnTo>
                  <a:lnTo>
                    <a:pt x="7346" y="9321"/>
                  </a:lnTo>
                  <a:lnTo>
                    <a:pt x="7553" y="9210"/>
                  </a:lnTo>
                  <a:lnTo>
                    <a:pt x="7760" y="9082"/>
                  </a:lnTo>
                  <a:lnTo>
                    <a:pt x="7951" y="8939"/>
                  </a:lnTo>
                  <a:lnTo>
                    <a:pt x="8142" y="8796"/>
                  </a:lnTo>
                  <a:lnTo>
                    <a:pt x="8318" y="8636"/>
                  </a:lnTo>
                  <a:lnTo>
                    <a:pt x="8493" y="8477"/>
                  </a:lnTo>
                  <a:lnTo>
                    <a:pt x="8652" y="8302"/>
                  </a:lnTo>
                  <a:lnTo>
                    <a:pt x="8811" y="8126"/>
                  </a:lnTo>
                  <a:lnTo>
                    <a:pt x="8955" y="7935"/>
                  </a:lnTo>
                  <a:lnTo>
                    <a:pt x="9098" y="7744"/>
                  </a:lnTo>
                  <a:lnTo>
                    <a:pt x="9226" y="7537"/>
                  </a:lnTo>
                  <a:lnTo>
                    <a:pt x="9337" y="7330"/>
                  </a:lnTo>
                  <a:lnTo>
                    <a:pt x="9449" y="7107"/>
                  </a:lnTo>
                  <a:lnTo>
                    <a:pt x="9544" y="6900"/>
                  </a:lnTo>
                  <a:lnTo>
                    <a:pt x="9640" y="6677"/>
                  </a:lnTo>
                  <a:lnTo>
                    <a:pt x="9720" y="6438"/>
                  </a:lnTo>
                  <a:lnTo>
                    <a:pt x="9783" y="6199"/>
                  </a:lnTo>
                  <a:lnTo>
                    <a:pt x="9847" y="5960"/>
                  </a:lnTo>
                  <a:lnTo>
                    <a:pt x="9879" y="5721"/>
                  </a:lnTo>
                  <a:lnTo>
                    <a:pt x="9911" y="5466"/>
                  </a:lnTo>
                  <a:lnTo>
                    <a:pt x="9943" y="5211"/>
                  </a:lnTo>
                  <a:lnTo>
                    <a:pt x="9943" y="4956"/>
                  </a:lnTo>
                  <a:lnTo>
                    <a:pt x="9943" y="4701"/>
                  </a:lnTo>
                  <a:lnTo>
                    <a:pt x="9911" y="4446"/>
                  </a:lnTo>
                  <a:lnTo>
                    <a:pt x="9879" y="4207"/>
                  </a:lnTo>
                  <a:lnTo>
                    <a:pt x="9847" y="3952"/>
                  </a:lnTo>
                  <a:lnTo>
                    <a:pt x="9783" y="3713"/>
                  </a:lnTo>
                  <a:lnTo>
                    <a:pt x="9720" y="3490"/>
                  </a:lnTo>
                  <a:lnTo>
                    <a:pt x="9640" y="3251"/>
                  </a:lnTo>
                  <a:lnTo>
                    <a:pt x="9544" y="3028"/>
                  </a:lnTo>
                  <a:lnTo>
                    <a:pt x="9449" y="2805"/>
                  </a:lnTo>
                  <a:lnTo>
                    <a:pt x="9337" y="2598"/>
                  </a:lnTo>
                  <a:lnTo>
                    <a:pt x="9226" y="2391"/>
                  </a:lnTo>
                  <a:lnTo>
                    <a:pt x="9098" y="2184"/>
                  </a:lnTo>
                  <a:lnTo>
                    <a:pt x="8955" y="1992"/>
                  </a:lnTo>
                  <a:lnTo>
                    <a:pt x="8811" y="1801"/>
                  </a:lnTo>
                  <a:lnTo>
                    <a:pt x="8652" y="1626"/>
                  </a:lnTo>
                  <a:lnTo>
                    <a:pt x="8493" y="1451"/>
                  </a:lnTo>
                  <a:lnTo>
                    <a:pt x="8318" y="1291"/>
                  </a:lnTo>
                  <a:lnTo>
                    <a:pt x="8142" y="1132"/>
                  </a:lnTo>
                  <a:lnTo>
                    <a:pt x="7951" y="973"/>
                  </a:lnTo>
                  <a:lnTo>
                    <a:pt x="7760" y="845"/>
                  </a:lnTo>
                  <a:lnTo>
                    <a:pt x="7553" y="718"/>
                  </a:lnTo>
                  <a:lnTo>
                    <a:pt x="7346" y="590"/>
                  </a:lnTo>
                  <a:lnTo>
                    <a:pt x="7123" y="479"/>
                  </a:lnTo>
                  <a:lnTo>
                    <a:pt x="6915" y="383"/>
                  </a:lnTo>
                  <a:lnTo>
                    <a:pt x="6676" y="288"/>
                  </a:lnTo>
                  <a:lnTo>
                    <a:pt x="6453" y="224"/>
                  </a:lnTo>
                  <a:lnTo>
                    <a:pt x="6214" y="144"/>
                  </a:lnTo>
                  <a:lnTo>
                    <a:pt x="5975" y="96"/>
                  </a:lnTo>
                  <a:lnTo>
                    <a:pt x="5736" y="49"/>
                  </a:lnTo>
                  <a:lnTo>
                    <a:pt x="5482" y="17"/>
                  </a:lnTo>
                  <a:lnTo>
                    <a:pt x="5227" y="1"/>
                  </a:lnTo>
                  <a:close/>
                </a:path>
              </a:pathLst>
            </a:custGeom>
            <a:solidFill>
              <a:srgbClr val="D7D7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31"/>
            <p:cNvSpPr/>
            <p:nvPr/>
          </p:nvSpPr>
          <p:spPr>
            <a:xfrm>
              <a:off x="5785100" y="3828900"/>
              <a:ext cx="499525" cy="499500"/>
            </a:xfrm>
            <a:custGeom>
              <a:avLst/>
              <a:gdLst/>
              <a:ahLst/>
              <a:cxnLst/>
              <a:rect l="l" t="t" r="r" b="b"/>
              <a:pathLst>
                <a:path w="19981" h="19980" extrusionOk="0">
                  <a:moveTo>
                    <a:pt x="9991" y="0"/>
                  </a:moveTo>
                  <a:lnTo>
                    <a:pt x="9465" y="16"/>
                  </a:lnTo>
                  <a:lnTo>
                    <a:pt x="8971" y="64"/>
                  </a:lnTo>
                  <a:lnTo>
                    <a:pt x="8461" y="128"/>
                  </a:lnTo>
                  <a:lnTo>
                    <a:pt x="7967" y="207"/>
                  </a:lnTo>
                  <a:lnTo>
                    <a:pt x="7489" y="319"/>
                  </a:lnTo>
                  <a:lnTo>
                    <a:pt x="7011" y="462"/>
                  </a:lnTo>
                  <a:lnTo>
                    <a:pt x="6549" y="606"/>
                  </a:lnTo>
                  <a:lnTo>
                    <a:pt x="6103" y="797"/>
                  </a:lnTo>
                  <a:lnTo>
                    <a:pt x="5657" y="988"/>
                  </a:lnTo>
                  <a:lnTo>
                    <a:pt x="5227" y="1211"/>
                  </a:lnTo>
                  <a:lnTo>
                    <a:pt x="4812" y="1450"/>
                  </a:lnTo>
                  <a:lnTo>
                    <a:pt x="4398" y="1705"/>
                  </a:lnTo>
                  <a:lnTo>
                    <a:pt x="4000" y="1992"/>
                  </a:lnTo>
                  <a:lnTo>
                    <a:pt x="3633" y="2294"/>
                  </a:lnTo>
                  <a:lnTo>
                    <a:pt x="3267" y="2597"/>
                  </a:lnTo>
                  <a:lnTo>
                    <a:pt x="2917" y="2932"/>
                  </a:lnTo>
                  <a:lnTo>
                    <a:pt x="2598" y="3282"/>
                  </a:lnTo>
                  <a:lnTo>
                    <a:pt x="2279" y="3649"/>
                  </a:lnTo>
                  <a:lnTo>
                    <a:pt x="1977" y="4015"/>
                  </a:lnTo>
                  <a:lnTo>
                    <a:pt x="1706" y="4414"/>
                  </a:lnTo>
                  <a:lnTo>
                    <a:pt x="1435" y="4812"/>
                  </a:lnTo>
                  <a:lnTo>
                    <a:pt x="1196" y="5226"/>
                  </a:lnTo>
                  <a:lnTo>
                    <a:pt x="973" y="5672"/>
                  </a:lnTo>
                  <a:lnTo>
                    <a:pt x="782" y="6102"/>
                  </a:lnTo>
                  <a:lnTo>
                    <a:pt x="606" y="6564"/>
                  </a:lnTo>
                  <a:lnTo>
                    <a:pt x="447" y="7026"/>
                  </a:lnTo>
                  <a:lnTo>
                    <a:pt x="304" y="7504"/>
                  </a:lnTo>
                  <a:lnTo>
                    <a:pt x="192" y="7982"/>
                  </a:lnTo>
                  <a:lnTo>
                    <a:pt x="112" y="8476"/>
                  </a:lnTo>
                  <a:lnTo>
                    <a:pt x="49" y="8970"/>
                  </a:lnTo>
                  <a:lnTo>
                    <a:pt x="1" y="9480"/>
                  </a:lnTo>
                  <a:lnTo>
                    <a:pt x="1" y="9990"/>
                  </a:lnTo>
                  <a:lnTo>
                    <a:pt x="1" y="10516"/>
                  </a:lnTo>
                  <a:lnTo>
                    <a:pt x="49" y="11010"/>
                  </a:lnTo>
                  <a:lnTo>
                    <a:pt x="112" y="11519"/>
                  </a:lnTo>
                  <a:lnTo>
                    <a:pt x="192" y="12013"/>
                  </a:lnTo>
                  <a:lnTo>
                    <a:pt x="304" y="12491"/>
                  </a:lnTo>
                  <a:lnTo>
                    <a:pt x="447" y="12969"/>
                  </a:lnTo>
                  <a:lnTo>
                    <a:pt x="606" y="13431"/>
                  </a:lnTo>
                  <a:lnTo>
                    <a:pt x="782" y="13877"/>
                  </a:lnTo>
                  <a:lnTo>
                    <a:pt x="973" y="14323"/>
                  </a:lnTo>
                  <a:lnTo>
                    <a:pt x="1196" y="14754"/>
                  </a:lnTo>
                  <a:lnTo>
                    <a:pt x="1435" y="15168"/>
                  </a:lnTo>
                  <a:lnTo>
                    <a:pt x="1706" y="15582"/>
                  </a:lnTo>
                  <a:lnTo>
                    <a:pt x="1977" y="15965"/>
                  </a:lnTo>
                  <a:lnTo>
                    <a:pt x="2279" y="16347"/>
                  </a:lnTo>
                  <a:lnTo>
                    <a:pt x="2598" y="16713"/>
                  </a:lnTo>
                  <a:lnTo>
                    <a:pt x="2917" y="17064"/>
                  </a:lnTo>
                  <a:lnTo>
                    <a:pt x="3267" y="17382"/>
                  </a:lnTo>
                  <a:lnTo>
                    <a:pt x="3633" y="17701"/>
                  </a:lnTo>
                  <a:lnTo>
                    <a:pt x="4000" y="18004"/>
                  </a:lnTo>
                  <a:lnTo>
                    <a:pt x="4398" y="18275"/>
                  </a:lnTo>
                  <a:lnTo>
                    <a:pt x="4812" y="18546"/>
                  </a:lnTo>
                  <a:lnTo>
                    <a:pt x="5227" y="18785"/>
                  </a:lnTo>
                  <a:lnTo>
                    <a:pt x="5657" y="18992"/>
                  </a:lnTo>
                  <a:lnTo>
                    <a:pt x="6103" y="19199"/>
                  </a:lnTo>
                  <a:lnTo>
                    <a:pt x="6549" y="19374"/>
                  </a:lnTo>
                  <a:lnTo>
                    <a:pt x="7011" y="19533"/>
                  </a:lnTo>
                  <a:lnTo>
                    <a:pt x="7489" y="19677"/>
                  </a:lnTo>
                  <a:lnTo>
                    <a:pt x="7967" y="19788"/>
                  </a:lnTo>
                  <a:lnTo>
                    <a:pt x="8461" y="19868"/>
                  </a:lnTo>
                  <a:lnTo>
                    <a:pt x="8971" y="19932"/>
                  </a:lnTo>
                  <a:lnTo>
                    <a:pt x="9465" y="19964"/>
                  </a:lnTo>
                  <a:lnTo>
                    <a:pt x="9991" y="19979"/>
                  </a:lnTo>
                  <a:lnTo>
                    <a:pt x="10500" y="19964"/>
                  </a:lnTo>
                  <a:lnTo>
                    <a:pt x="11010" y="19932"/>
                  </a:lnTo>
                  <a:lnTo>
                    <a:pt x="11504" y="19868"/>
                  </a:lnTo>
                  <a:lnTo>
                    <a:pt x="11998" y="19788"/>
                  </a:lnTo>
                  <a:lnTo>
                    <a:pt x="12476" y="19677"/>
                  </a:lnTo>
                  <a:lnTo>
                    <a:pt x="12954" y="19533"/>
                  </a:lnTo>
                  <a:lnTo>
                    <a:pt x="13416" y="19374"/>
                  </a:lnTo>
                  <a:lnTo>
                    <a:pt x="13878" y="19199"/>
                  </a:lnTo>
                  <a:lnTo>
                    <a:pt x="14308" y="18992"/>
                  </a:lnTo>
                  <a:lnTo>
                    <a:pt x="14754" y="18785"/>
                  </a:lnTo>
                  <a:lnTo>
                    <a:pt x="15169" y="18546"/>
                  </a:lnTo>
                  <a:lnTo>
                    <a:pt x="15567" y="18275"/>
                  </a:lnTo>
                  <a:lnTo>
                    <a:pt x="15965" y="18004"/>
                  </a:lnTo>
                  <a:lnTo>
                    <a:pt x="16332" y="17701"/>
                  </a:lnTo>
                  <a:lnTo>
                    <a:pt x="16698" y="17382"/>
                  </a:lnTo>
                  <a:lnTo>
                    <a:pt x="17049" y="17064"/>
                  </a:lnTo>
                  <a:lnTo>
                    <a:pt x="17383" y="16713"/>
                  </a:lnTo>
                  <a:lnTo>
                    <a:pt x="17686" y="16347"/>
                  </a:lnTo>
                  <a:lnTo>
                    <a:pt x="17989" y="15965"/>
                  </a:lnTo>
                  <a:lnTo>
                    <a:pt x="18275" y="15582"/>
                  </a:lnTo>
                  <a:lnTo>
                    <a:pt x="18530" y="15168"/>
                  </a:lnTo>
                  <a:lnTo>
                    <a:pt x="18769" y="14754"/>
                  </a:lnTo>
                  <a:lnTo>
                    <a:pt x="18992" y="14323"/>
                  </a:lnTo>
                  <a:lnTo>
                    <a:pt x="19184" y="13877"/>
                  </a:lnTo>
                  <a:lnTo>
                    <a:pt x="19375" y="13431"/>
                  </a:lnTo>
                  <a:lnTo>
                    <a:pt x="19518" y="12969"/>
                  </a:lnTo>
                  <a:lnTo>
                    <a:pt x="19662" y="12491"/>
                  </a:lnTo>
                  <a:lnTo>
                    <a:pt x="19773" y="12013"/>
                  </a:lnTo>
                  <a:lnTo>
                    <a:pt x="19853" y="11519"/>
                  </a:lnTo>
                  <a:lnTo>
                    <a:pt x="19917" y="11010"/>
                  </a:lnTo>
                  <a:lnTo>
                    <a:pt x="19964" y="10516"/>
                  </a:lnTo>
                  <a:lnTo>
                    <a:pt x="19980" y="9990"/>
                  </a:lnTo>
                  <a:lnTo>
                    <a:pt x="19964" y="9480"/>
                  </a:lnTo>
                  <a:lnTo>
                    <a:pt x="19917" y="8970"/>
                  </a:lnTo>
                  <a:lnTo>
                    <a:pt x="19853" y="8476"/>
                  </a:lnTo>
                  <a:lnTo>
                    <a:pt x="19773" y="7982"/>
                  </a:lnTo>
                  <a:lnTo>
                    <a:pt x="19662" y="7504"/>
                  </a:lnTo>
                  <a:lnTo>
                    <a:pt x="19518" y="7026"/>
                  </a:lnTo>
                  <a:lnTo>
                    <a:pt x="19375" y="6564"/>
                  </a:lnTo>
                  <a:lnTo>
                    <a:pt x="19184" y="6102"/>
                  </a:lnTo>
                  <a:lnTo>
                    <a:pt x="18992" y="5672"/>
                  </a:lnTo>
                  <a:lnTo>
                    <a:pt x="18769" y="5226"/>
                  </a:lnTo>
                  <a:lnTo>
                    <a:pt x="18530" y="4812"/>
                  </a:lnTo>
                  <a:lnTo>
                    <a:pt x="18275" y="4414"/>
                  </a:lnTo>
                  <a:lnTo>
                    <a:pt x="17989" y="4015"/>
                  </a:lnTo>
                  <a:lnTo>
                    <a:pt x="17686" y="3649"/>
                  </a:lnTo>
                  <a:lnTo>
                    <a:pt x="17383" y="3282"/>
                  </a:lnTo>
                  <a:lnTo>
                    <a:pt x="17049" y="2932"/>
                  </a:lnTo>
                  <a:lnTo>
                    <a:pt x="16698" y="2597"/>
                  </a:lnTo>
                  <a:lnTo>
                    <a:pt x="16332" y="2294"/>
                  </a:lnTo>
                  <a:lnTo>
                    <a:pt x="15965" y="1992"/>
                  </a:lnTo>
                  <a:lnTo>
                    <a:pt x="15567" y="1705"/>
                  </a:lnTo>
                  <a:lnTo>
                    <a:pt x="15169" y="1450"/>
                  </a:lnTo>
                  <a:lnTo>
                    <a:pt x="14754" y="1211"/>
                  </a:lnTo>
                  <a:lnTo>
                    <a:pt x="14308" y="988"/>
                  </a:lnTo>
                  <a:lnTo>
                    <a:pt x="13878" y="797"/>
                  </a:lnTo>
                  <a:lnTo>
                    <a:pt x="13416" y="606"/>
                  </a:lnTo>
                  <a:lnTo>
                    <a:pt x="12954" y="462"/>
                  </a:lnTo>
                  <a:lnTo>
                    <a:pt x="12476" y="319"/>
                  </a:lnTo>
                  <a:lnTo>
                    <a:pt x="11998" y="207"/>
                  </a:lnTo>
                  <a:lnTo>
                    <a:pt x="11504" y="128"/>
                  </a:lnTo>
                  <a:lnTo>
                    <a:pt x="11010" y="64"/>
                  </a:lnTo>
                  <a:lnTo>
                    <a:pt x="10500" y="16"/>
                  </a:lnTo>
                  <a:lnTo>
                    <a:pt x="9991"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31"/>
            <p:cNvSpPr/>
            <p:nvPr/>
          </p:nvSpPr>
          <p:spPr>
            <a:xfrm>
              <a:off x="5910575" y="3954750"/>
              <a:ext cx="248175" cy="248175"/>
            </a:xfrm>
            <a:custGeom>
              <a:avLst/>
              <a:gdLst/>
              <a:ahLst/>
              <a:cxnLst/>
              <a:rect l="l" t="t" r="r" b="b"/>
              <a:pathLst>
                <a:path w="9927" h="9927" extrusionOk="0">
                  <a:moveTo>
                    <a:pt x="4717" y="1"/>
                  </a:moveTo>
                  <a:lnTo>
                    <a:pt x="4462" y="17"/>
                  </a:lnTo>
                  <a:lnTo>
                    <a:pt x="4207" y="49"/>
                  </a:lnTo>
                  <a:lnTo>
                    <a:pt x="3968" y="96"/>
                  </a:lnTo>
                  <a:lnTo>
                    <a:pt x="3729" y="144"/>
                  </a:lnTo>
                  <a:lnTo>
                    <a:pt x="3490" y="224"/>
                  </a:lnTo>
                  <a:lnTo>
                    <a:pt x="3251" y="288"/>
                  </a:lnTo>
                  <a:lnTo>
                    <a:pt x="3028" y="383"/>
                  </a:lnTo>
                  <a:lnTo>
                    <a:pt x="2805" y="479"/>
                  </a:lnTo>
                  <a:lnTo>
                    <a:pt x="2598" y="590"/>
                  </a:lnTo>
                  <a:lnTo>
                    <a:pt x="2391" y="718"/>
                  </a:lnTo>
                  <a:lnTo>
                    <a:pt x="2183" y="845"/>
                  </a:lnTo>
                  <a:lnTo>
                    <a:pt x="1992" y="973"/>
                  </a:lnTo>
                  <a:lnTo>
                    <a:pt x="1801" y="1132"/>
                  </a:lnTo>
                  <a:lnTo>
                    <a:pt x="1626" y="1291"/>
                  </a:lnTo>
                  <a:lnTo>
                    <a:pt x="1450" y="1451"/>
                  </a:lnTo>
                  <a:lnTo>
                    <a:pt x="1291" y="1626"/>
                  </a:lnTo>
                  <a:lnTo>
                    <a:pt x="1132" y="1801"/>
                  </a:lnTo>
                  <a:lnTo>
                    <a:pt x="988" y="1992"/>
                  </a:lnTo>
                  <a:lnTo>
                    <a:pt x="845" y="2184"/>
                  </a:lnTo>
                  <a:lnTo>
                    <a:pt x="718" y="2391"/>
                  </a:lnTo>
                  <a:lnTo>
                    <a:pt x="606" y="2598"/>
                  </a:lnTo>
                  <a:lnTo>
                    <a:pt x="495" y="2805"/>
                  </a:lnTo>
                  <a:lnTo>
                    <a:pt x="383" y="3028"/>
                  </a:lnTo>
                  <a:lnTo>
                    <a:pt x="303" y="3251"/>
                  </a:lnTo>
                  <a:lnTo>
                    <a:pt x="224" y="3490"/>
                  </a:lnTo>
                  <a:lnTo>
                    <a:pt x="160" y="3713"/>
                  </a:lnTo>
                  <a:lnTo>
                    <a:pt x="96" y="3952"/>
                  </a:lnTo>
                  <a:lnTo>
                    <a:pt x="48" y="4207"/>
                  </a:lnTo>
                  <a:lnTo>
                    <a:pt x="17" y="4446"/>
                  </a:lnTo>
                  <a:lnTo>
                    <a:pt x="1" y="4701"/>
                  </a:lnTo>
                  <a:lnTo>
                    <a:pt x="1" y="4956"/>
                  </a:lnTo>
                  <a:lnTo>
                    <a:pt x="1" y="5211"/>
                  </a:lnTo>
                  <a:lnTo>
                    <a:pt x="17" y="5466"/>
                  </a:lnTo>
                  <a:lnTo>
                    <a:pt x="48" y="5721"/>
                  </a:lnTo>
                  <a:lnTo>
                    <a:pt x="96" y="5960"/>
                  </a:lnTo>
                  <a:lnTo>
                    <a:pt x="160" y="6199"/>
                  </a:lnTo>
                  <a:lnTo>
                    <a:pt x="224" y="6438"/>
                  </a:lnTo>
                  <a:lnTo>
                    <a:pt x="303" y="6677"/>
                  </a:lnTo>
                  <a:lnTo>
                    <a:pt x="383" y="6900"/>
                  </a:lnTo>
                  <a:lnTo>
                    <a:pt x="495" y="7107"/>
                  </a:lnTo>
                  <a:lnTo>
                    <a:pt x="606" y="7330"/>
                  </a:lnTo>
                  <a:lnTo>
                    <a:pt x="718" y="7537"/>
                  </a:lnTo>
                  <a:lnTo>
                    <a:pt x="845" y="7744"/>
                  </a:lnTo>
                  <a:lnTo>
                    <a:pt x="988" y="7935"/>
                  </a:lnTo>
                  <a:lnTo>
                    <a:pt x="1132" y="8126"/>
                  </a:lnTo>
                  <a:lnTo>
                    <a:pt x="1291" y="8302"/>
                  </a:lnTo>
                  <a:lnTo>
                    <a:pt x="1450" y="8477"/>
                  </a:lnTo>
                  <a:lnTo>
                    <a:pt x="1626" y="8636"/>
                  </a:lnTo>
                  <a:lnTo>
                    <a:pt x="1801" y="8796"/>
                  </a:lnTo>
                  <a:lnTo>
                    <a:pt x="1992" y="8939"/>
                  </a:lnTo>
                  <a:lnTo>
                    <a:pt x="2183" y="9082"/>
                  </a:lnTo>
                  <a:lnTo>
                    <a:pt x="2391" y="9210"/>
                  </a:lnTo>
                  <a:lnTo>
                    <a:pt x="2598" y="9321"/>
                  </a:lnTo>
                  <a:lnTo>
                    <a:pt x="2805" y="9433"/>
                  </a:lnTo>
                  <a:lnTo>
                    <a:pt x="3028" y="9544"/>
                  </a:lnTo>
                  <a:lnTo>
                    <a:pt x="3251" y="9624"/>
                  </a:lnTo>
                  <a:lnTo>
                    <a:pt x="3490" y="9704"/>
                  </a:lnTo>
                  <a:lnTo>
                    <a:pt x="3729" y="9767"/>
                  </a:lnTo>
                  <a:lnTo>
                    <a:pt x="3968" y="9831"/>
                  </a:lnTo>
                  <a:lnTo>
                    <a:pt x="4207" y="9863"/>
                  </a:lnTo>
                  <a:lnTo>
                    <a:pt x="4462" y="9895"/>
                  </a:lnTo>
                  <a:lnTo>
                    <a:pt x="4717" y="9927"/>
                  </a:lnTo>
                  <a:lnTo>
                    <a:pt x="5226" y="9927"/>
                  </a:lnTo>
                  <a:lnTo>
                    <a:pt x="5481" y="9895"/>
                  </a:lnTo>
                  <a:lnTo>
                    <a:pt x="5720" y="9863"/>
                  </a:lnTo>
                  <a:lnTo>
                    <a:pt x="5975" y="9831"/>
                  </a:lnTo>
                  <a:lnTo>
                    <a:pt x="6214" y="9767"/>
                  </a:lnTo>
                  <a:lnTo>
                    <a:pt x="6437" y="9704"/>
                  </a:lnTo>
                  <a:lnTo>
                    <a:pt x="6676" y="9624"/>
                  </a:lnTo>
                  <a:lnTo>
                    <a:pt x="6899" y="9544"/>
                  </a:lnTo>
                  <a:lnTo>
                    <a:pt x="7122" y="9433"/>
                  </a:lnTo>
                  <a:lnTo>
                    <a:pt x="7330" y="9321"/>
                  </a:lnTo>
                  <a:lnTo>
                    <a:pt x="7537" y="9210"/>
                  </a:lnTo>
                  <a:lnTo>
                    <a:pt x="7744" y="9082"/>
                  </a:lnTo>
                  <a:lnTo>
                    <a:pt x="7935" y="8939"/>
                  </a:lnTo>
                  <a:lnTo>
                    <a:pt x="8126" y="8796"/>
                  </a:lnTo>
                  <a:lnTo>
                    <a:pt x="8301" y="8636"/>
                  </a:lnTo>
                  <a:lnTo>
                    <a:pt x="8477" y="8477"/>
                  </a:lnTo>
                  <a:lnTo>
                    <a:pt x="8636" y="8302"/>
                  </a:lnTo>
                  <a:lnTo>
                    <a:pt x="8795" y="8126"/>
                  </a:lnTo>
                  <a:lnTo>
                    <a:pt x="8939" y="7935"/>
                  </a:lnTo>
                  <a:lnTo>
                    <a:pt x="9082" y="7744"/>
                  </a:lnTo>
                  <a:lnTo>
                    <a:pt x="9210" y="7537"/>
                  </a:lnTo>
                  <a:lnTo>
                    <a:pt x="9337" y="7330"/>
                  </a:lnTo>
                  <a:lnTo>
                    <a:pt x="9449" y="7107"/>
                  </a:lnTo>
                  <a:lnTo>
                    <a:pt x="9544" y="6900"/>
                  </a:lnTo>
                  <a:lnTo>
                    <a:pt x="9624" y="6677"/>
                  </a:lnTo>
                  <a:lnTo>
                    <a:pt x="9704" y="6438"/>
                  </a:lnTo>
                  <a:lnTo>
                    <a:pt x="9783" y="6199"/>
                  </a:lnTo>
                  <a:lnTo>
                    <a:pt x="9831" y="5960"/>
                  </a:lnTo>
                  <a:lnTo>
                    <a:pt x="9879" y="5721"/>
                  </a:lnTo>
                  <a:lnTo>
                    <a:pt x="9911" y="5466"/>
                  </a:lnTo>
                  <a:lnTo>
                    <a:pt x="9927" y="5211"/>
                  </a:lnTo>
                  <a:lnTo>
                    <a:pt x="9927" y="4956"/>
                  </a:lnTo>
                  <a:lnTo>
                    <a:pt x="9927" y="4701"/>
                  </a:lnTo>
                  <a:lnTo>
                    <a:pt x="9911" y="4446"/>
                  </a:lnTo>
                  <a:lnTo>
                    <a:pt x="9879" y="4207"/>
                  </a:lnTo>
                  <a:lnTo>
                    <a:pt x="9831" y="3952"/>
                  </a:lnTo>
                  <a:lnTo>
                    <a:pt x="9783" y="3713"/>
                  </a:lnTo>
                  <a:lnTo>
                    <a:pt x="9704" y="3490"/>
                  </a:lnTo>
                  <a:lnTo>
                    <a:pt x="9624" y="3251"/>
                  </a:lnTo>
                  <a:lnTo>
                    <a:pt x="9544" y="3028"/>
                  </a:lnTo>
                  <a:lnTo>
                    <a:pt x="9449" y="2805"/>
                  </a:lnTo>
                  <a:lnTo>
                    <a:pt x="9337" y="2598"/>
                  </a:lnTo>
                  <a:lnTo>
                    <a:pt x="9210" y="2391"/>
                  </a:lnTo>
                  <a:lnTo>
                    <a:pt x="9082" y="2184"/>
                  </a:lnTo>
                  <a:lnTo>
                    <a:pt x="8939" y="1992"/>
                  </a:lnTo>
                  <a:lnTo>
                    <a:pt x="8795" y="1801"/>
                  </a:lnTo>
                  <a:lnTo>
                    <a:pt x="8636" y="1626"/>
                  </a:lnTo>
                  <a:lnTo>
                    <a:pt x="8477" y="1451"/>
                  </a:lnTo>
                  <a:lnTo>
                    <a:pt x="8301" y="1291"/>
                  </a:lnTo>
                  <a:lnTo>
                    <a:pt x="8126" y="1132"/>
                  </a:lnTo>
                  <a:lnTo>
                    <a:pt x="7935" y="973"/>
                  </a:lnTo>
                  <a:lnTo>
                    <a:pt x="7744" y="845"/>
                  </a:lnTo>
                  <a:lnTo>
                    <a:pt x="7537" y="718"/>
                  </a:lnTo>
                  <a:lnTo>
                    <a:pt x="7330" y="590"/>
                  </a:lnTo>
                  <a:lnTo>
                    <a:pt x="7122" y="479"/>
                  </a:lnTo>
                  <a:lnTo>
                    <a:pt x="6899" y="383"/>
                  </a:lnTo>
                  <a:lnTo>
                    <a:pt x="6676" y="288"/>
                  </a:lnTo>
                  <a:lnTo>
                    <a:pt x="6437" y="224"/>
                  </a:lnTo>
                  <a:lnTo>
                    <a:pt x="6214" y="144"/>
                  </a:lnTo>
                  <a:lnTo>
                    <a:pt x="5975" y="96"/>
                  </a:lnTo>
                  <a:lnTo>
                    <a:pt x="5720" y="49"/>
                  </a:lnTo>
                  <a:lnTo>
                    <a:pt x="5481" y="17"/>
                  </a:lnTo>
                  <a:lnTo>
                    <a:pt x="5226" y="1"/>
                  </a:lnTo>
                  <a:close/>
                </a:path>
              </a:pathLst>
            </a:custGeom>
            <a:solidFill>
              <a:srgbClr val="D7D7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1"/>
            <p:cNvSpPr/>
            <p:nvPr/>
          </p:nvSpPr>
          <p:spPr>
            <a:xfrm>
              <a:off x="7191950" y="2982875"/>
              <a:ext cx="353725" cy="491950"/>
            </a:xfrm>
            <a:custGeom>
              <a:avLst/>
              <a:gdLst/>
              <a:ahLst/>
              <a:cxnLst/>
              <a:rect l="l" t="t" r="r" b="b"/>
              <a:pathLst>
                <a:path w="14149" h="19678" extrusionOk="0">
                  <a:moveTo>
                    <a:pt x="1" y="1"/>
                  </a:moveTo>
                  <a:lnTo>
                    <a:pt x="9449" y="18482"/>
                  </a:lnTo>
                  <a:lnTo>
                    <a:pt x="14149" y="1967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1"/>
            <p:cNvSpPr/>
            <p:nvPr/>
          </p:nvSpPr>
          <p:spPr>
            <a:xfrm>
              <a:off x="5499925" y="3737675"/>
              <a:ext cx="94425" cy="182850"/>
            </a:xfrm>
            <a:custGeom>
              <a:avLst/>
              <a:gdLst/>
              <a:ahLst/>
              <a:cxnLst/>
              <a:rect l="l" t="t" r="r" b="b"/>
              <a:pathLst>
                <a:path w="3777" h="7314" extrusionOk="0">
                  <a:moveTo>
                    <a:pt x="0" y="1"/>
                  </a:moveTo>
                  <a:lnTo>
                    <a:pt x="0" y="7314"/>
                  </a:lnTo>
                  <a:lnTo>
                    <a:pt x="303" y="7314"/>
                  </a:lnTo>
                  <a:lnTo>
                    <a:pt x="494" y="7298"/>
                  </a:lnTo>
                  <a:lnTo>
                    <a:pt x="861" y="7234"/>
                  </a:lnTo>
                  <a:lnTo>
                    <a:pt x="1211" y="7154"/>
                  </a:lnTo>
                  <a:lnTo>
                    <a:pt x="1546" y="7027"/>
                  </a:lnTo>
                  <a:lnTo>
                    <a:pt x="1864" y="6868"/>
                  </a:lnTo>
                  <a:lnTo>
                    <a:pt x="2167" y="6692"/>
                  </a:lnTo>
                  <a:lnTo>
                    <a:pt x="2454" y="6485"/>
                  </a:lnTo>
                  <a:lnTo>
                    <a:pt x="2709" y="6246"/>
                  </a:lnTo>
                  <a:lnTo>
                    <a:pt x="2948" y="5975"/>
                  </a:lnTo>
                  <a:lnTo>
                    <a:pt x="3155" y="5705"/>
                  </a:lnTo>
                  <a:lnTo>
                    <a:pt x="3330" y="5402"/>
                  </a:lnTo>
                  <a:lnTo>
                    <a:pt x="3489" y="5083"/>
                  </a:lnTo>
                  <a:lnTo>
                    <a:pt x="3617" y="4749"/>
                  </a:lnTo>
                  <a:lnTo>
                    <a:pt x="3697" y="4398"/>
                  </a:lnTo>
                  <a:lnTo>
                    <a:pt x="3760" y="4032"/>
                  </a:lnTo>
                  <a:lnTo>
                    <a:pt x="3776" y="3840"/>
                  </a:lnTo>
                  <a:lnTo>
                    <a:pt x="3776" y="3649"/>
                  </a:lnTo>
                  <a:lnTo>
                    <a:pt x="3776" y="3458"/>
                  </a:lnTo>
                  <a:lnTo>
                    <a:pt x="3760" y="3283"/>
                  </a:lnTo>
                  <a:lnTo>
                    <a:pt x="3697" y="2916"/>
                  </a:lnTo>
                  <a:lnTo>
                    <a:pt x="3617" y="2566"/>
                  </a:lnTo>
                  <a:lnTo>
                    <a:pt x="3489" y="2231"/>
                  </a:lnTo>
                  <a:lnTo>
                    <a:pt x="3330" y="1913"/>
                  </a:lnTo>
                  <a:lnTo>
                    <a:pt x="3155" y="1610"/>
                  </a:lnTo>
                  <a:lnTo>
                    <a:pt x="2948" y="1323"/>
                  </a:lnTo>
                  <a:lnTo>
                    <a:pt x="2709" y="1068"/>
                  </a:lnTo>
                  <a:lnTo>
                    <a:pt x="2454" y="829"/>
                  </a:lnTo>
                  <a:lnTo>
                    <a:pt x="2167" y="622"/>
                  </a:lnTo>
                  <a:lnTo>
                    <a:pt x="1864" y="431"/>
                  </a:lnTo>
                  <a:lnTo>
                    <a:pt x="1546" y="287"/>
                  </a:lnTo>
                  <a:lnTo>
                    <a:pt x="1211" y="160"/>
                  </a:lnTo>
                  <a:lnTo>
                    <a:pt x="861" y="64"/>
                  </a:lnTo>
                  <a:lnTo>
                    <a:pt x="494" y="17"/>
                  </a:lnTo>
                  <a:lnTo>
                    <a:pt x="112" y="1"/>
                  </a:lnTo>
                  <a:close/>
                </a:path>
              </a:pathLst>
            </a:custGeom>
            <a:solidFill>
              <a:srgbClr val="F57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31"/>
            <p:cNvSpPr/>
            <p:nvPr/>
          </p:nvSpPr>
          <p:spPr>
            <a:xfrm>
              <a:off x="549992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31"/>
            <p:cNvSpPr/>
            <p:nvPr/>
          </p:nvSpPr>
          <p:spPr>
            <a:xfrm>
              <a:off x="5562450" y="3669575"/>
              <a:ext cx="62550" cy="62550"/>
            </a:xfrm>
            <a:custGeom>
              <a:avLst/>
              <a:gdLst/>
              <a:ahLst/>
              <a:cxnLst/>
              <a:rect l="l" t="t" r="r" b="b"/>
              <a:pathLst>
                <a:path w="2502"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31"/>
            <p:cNvSpPr/>
            <p:nvPr/>
          </p:nvSpPr>
          <p:spPr>
            <a:xfrm>
              <a:off x="5624975" y="3607025"/>
              <a:ext cx="62975" cy="62575"/>
            </a:xfrm>
            <a:custGeom>
              <a:avLst/>
              <a:gdLst/>
              <a:ahLst/>
              <a:cxnLst/>
              <a:rect l="l" t="t" r="r" b="b"/>
              <a:pathLst>
                <a:path w="2519" h="2503" extrusionOk="0">
                  <a:moveTo>
                    <a:pt x="1" y="1"/>
                  </a:moveTo>
                  <a:lnTo>
                    <a:pt x="1" y="2502"/>
                  </a:lnTo>
                  <a:lnTo>
                    <a:pt x="2518" y="2502"/>
                  </a:lnTo>
                  <a:lnTo>
                    <a:pt x="2518"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1"/>
            <p:cNvSpPr/>
            <p:nvPr/>
          </p:nvSpPr>
          <p:spPr>
            <a:xfrm>
              <a:off x="5687925"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31"/>
            <p:cNvSpPr/>
            <p:nvPr/>
          </p:nvSpPr>
          <p:spPr>
            <a:xfrm>
              <a:off x="5750450"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31"/>
            <p:cNvSpPr/>
            <p:nvPr/>
          </p:nvSpPr>
          <p:spPr>
            <a:xfrm>
              <a:off x="581300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31"/>
            <p:cNvSpPr/>
            <p:nvPr/>
          </p:nvSpPr>
          <p:spPr>
            <a:xfrm>
              <a:off x="5875525" y="3607025"/>
              <a:ext cx="62550" cy="62575"/>
            </a:xfrm>
            <a:custGeom>
              <a:avLst/>
              <a:gdLst/>
              <a:ahLst/>
              <a:cxnLst/>
              <a:rect l="l" t="t" r="r" b="b"/>
              <a:pathLst>
                <a:path w="2502"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31"/>
            <p:cNvSpPr/>
            <p:nvPr/>
          </p:nvSpPr>
          <p:spPr>
            <a:xfrm>
              <a:off x="5938050" y="3669575"/>
              <a:ext cx="62975" cy="62550"/>
            </a:xfrm>
            <a:custGeom>
              <a:avLst/>
              <a:gdLst/>
              <a:ahLst/>
              <a:cxnLst/>
              <a:rect l="l" t="t" r="r" b="b"/>
              <a:pathLst>
                <a:path w="2519" h="2502" extrusionOk="0">
                  <a:moveTo>
                    <a:pt x="1" y="0"/>
                  </a:moveTo>
                  <a:lnTo>
                    <a:pt x="1" y="2502"/>
                  </a:lnTo>
                  <a:lnTo>
                    <a:pt x="2518" y="2502"/>
                  </a:lnTo>
                  <a:lnTo>
                    <a:pt x="2518"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31"/>
            <p:cNvSpPr/>
            <p:nvPr/>
          </p:nvSpPr>
          <p:spPr>
            <a:xfrm>
              <a:off x="6001000"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31"/>
            <p:cNvSpPr/>
            <p:nvPr/>
          </p:nvSpPr>
          <p:spPr>
            <a:xfrm>
              <a:off x="6063525"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31"/>
            <p:cNvSpPr/>
            <p:nvPr/>
          </p:nvSpPr>
          <p:spPr>
            <a:xfrm>
              <a:off x="612607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31"/>
            <p:cNvSpPr/>
            <p:nvPr/>
          </p:nvSpPr>
          <p:spPr>
            <a:xfrm>
              <a:off x="6188600" y="3669575"/>
              <a:ext cx="62550" cy="62550"/>
            </a:xfrm>
            <a:custGeom>
              <a:avLst/>
              <a:gdLst/>
              <a:ahLst/>
              <a:cxnLst/>
              <a:rect l="l" t="t" r="r" b="b"/>
              <a:pathLst>
                <a:path w="2502"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1"/>
            <p:cNvSpPr/>
            <p:nvPr/>
          </p:nvSpPr>
          <p:spPr>
            <a:xfrm>
              <a:off x="6251125" y="3607025"/>
              <a:ext cx="62975" cy="62575"/>
            </a:xfrm>
            <a:custGeom>
              <a:avLst/>
              <a:gdLst/>
              <a:ahLst/>
              <a:cxnLst/>
              <a:rect l="l" t="t" r="r" b="b"/>
              <a:pathLst>
                <a:path w="2519" h="2503" extrusionOk="0">
                  <a:moveTo>
                    <a:pt x="1" y="1"/>
                  </a:moveTo>
                  <a:lnTo>
                    <a:pt x="1" y="2502"/>
                  </a:lnTo>
                  <a:lnTo>
                    <a:pt x="2518" y="2502"/>
                  </a:lnTo>
                  <a:lnTo>
                    <a:pt x="2518"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1"/>
            <p:cNvSpPr/>
            <p:nvPr/>
          </p:nvSpPr>
          <p:spPr>
            <a:xfrm>
              <a:off x="6314075"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6376600"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643915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6501675" y="3607025"/>
              <a:ext cx="62550" cy="62575"/>
            </a:xfrm>
            <a:custGeom>
              <a:avLst/>
              <a:gdLst/>
              <a:ahLst/>
              <a:cxnLst/>
              <a:rect l="l" t="t" r="r" b="b"/>
              <a:pathLst>
                <a:path w="2502"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31"/>
            <p:cNvSpPr/>
            <p:nvPr/>
          </p:nvSpPr>
          <p:spPr>
            <a:xfrm>
              <a:off x="6564200"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31"/>
            <p:cNvSpPr/>
            <p:nvPr/>
          </p:nvSpPr>
          <p:spPr>
            <a:xfrm>
              <a:off x="6626750" y="3607025"/>
              <a:ext cx="62950" cy="62575"/>
            </a:xfrm>
            <a:custGeom>
              <a:avLst/>
              <a:gdLst/>
              <a:ahLst/>
              <a:cxnLst/>
              <a:rect l="l" t="t" r="r" b="b"/>
              <a:pathLst>
                <a:path w="2518" h="2503" extrusionOk="0">
                  <a:moveTo>
                    <a:pt x="0" y="1"/>
                  </a:moveTo>
                  <a:lnTo>
                    <a:pt x="0" y="2502"/>
                  </a:lnTo>
                  <a:lnTo>
                    <a:pt x="2518" y="2502"/>
                  </a:lnTo>
                  <a:lnTo>
                    <a:pt x="2518"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6689675"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6752225" y="3607025"/>
              <a:ext cx="62550" cy="62575"/>
            </a:xfrm>
            <a:custGeom>
              <a:avLst/>
              <a:gdLst/>
              <a:ahLst/>
              <a:cxnLst/>
              <a:rect l="l" t="t" r="r" b="b"/>
              <a:pathLst>
                <a:path w="2502" h="2503" extrusionOk="0">
                  <a:moveTo>
                    <a:pt x="0" y="1"/>
                  </a:moveTo>
                  <a:lnTo>
                    <a:pt x="0" y="2502"/>
                  </a:lnTo>
                  <a:lnTo>
                    <a:pt x="2501" y="2502"/>
                  </a:lnTo>
                  <a:lnTo>
                    <a:pt x="2501"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681475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31"/>
            <p:cNvSpPr/>
            <p:nvPr/>
          </p:nvSpPr>
          <p:spPr>
            <a:xfrm>
              <a:off x="6877275"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31"/>
            <p:cNvSpPr/>
            <p:nvPr/>
          </p:nvSpPr>
          <p:spPr>
            <a:xfrm>
              <a:off x="6939825" y="3669575"/>
              <a:ext cx="62950" cy="62550"/>
            </a:xfrm>
            <a:custGeom>
              <a:avLst/>
              <a:gdLst/>
              <a:ahLst/>
              <a:cxnLst/>
              <a:rect l="l" t="t" r="r" b="b"/>
              <a:pathLst>
                <a:path w="2518" h="2502" extrusionOk="0">
                  <a:moveTo>
                    <a:pt x="0" y="0"/>
                  </a:moveTo>
                  <a:lnTo>
                    <a:pt x="0" y="2502"/>
                  </a:lnTo>
                  <a:lnTo>
                    <a:pt x="2518" y="2502"/>
                  </a:lnTo>
                  <a:lnTo>
                    <a:pt x="2518"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7002750"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7065300" y="3669575"/>
              <a:ext cx="62550" cy="62550"/>
            </a:xfrm>
            <a:custGeom>
              <a:avLst/>
              <a:gdLst/>
              <a:ahLst/>
              <a:cxnLst/>
              <a:rect l="l" t="t" r="r" b="b"/>
              <a:pathLst>
                <a:path w="2502" h="2502" extrusionOk="0">
                  <a:moveTo>
                    <a:pt x="0" y="0"/>
                  </a:moveTo>
                  <a:lnTo>
                    <a:pt x="0" y="2502"/>
                  </a:lnTo>
                  <a:lnTo>
                    <a:pt x="2501" y="2502"/>
                  </a:lnTo>
                  <a:lnTo>
                    <a:pt x="2501"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712782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31"/>
            <p:cNvSpPr/>
            <p:nvPr/>
          </p:nvSpPr>
          <p:spPr>
            <a:xfrm>
              <a:off x="7190350"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31"/>
            <p:cNvSpPr/>
            <p:nvPr/>
          </p:nvSpPr>
          <p:spPr>
            <a:xfrm>
              <a:off x="7252900"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a:off x="7315425" y="3669575"/>
              <a:ext cx="62975" cy="62550"/>
            </a:xfrm>
            <a:custGeom>
              <a:avLst/>
              <a:gdLst/>
              <a:ahLst/>
              <a:cxnLst/>
              <a:rect l="l" t="t" r="r" b="b"/>
              <a:pathLst>
                <a:path w="2519" h="2502" extrusionOk="0">
                  <a:moveTo>
                    <a:pt x="1" y="0"/>
                  </a:moveTo>
                  <a:lnTo>
                    <a:pt x="1" y="2502"/>
                  </a:lnTo>
                  <a:lnTo>
                    <a:pt x="2518" y="2502"/>
                  </a:lnTo>
                  <a:lnTo>
                    <a:pt x="2518"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a:off x="7378375" y="3607025"/>
              <a:ext cx="62550" cy="62575"/>
            </a:xfrm>
            <a:custGeom>
              <a:avLst/>
              <a:gdLst/>
              <a:ahLst/>
              <a:cxnLst/>
              <a:rect l="l" t="t" r="r" b="b"/>
              <a:pathLst>
                <a:path w="2502" h="2503" extrusionOk="0">
                  <a:moveTo>
                    <a:pt x="0" y="1"/>
                  </a:moveTo>
                  <a:lnTo>
                    <a:pt x="0" y="2502"/>
                  </a:lnTo>
                  <a:lnTo>
                    <a:pt x="2501" y="2502"/>
                  </a:lnTo>
                  <a:lnTo>
                    <a:pt x="2501"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a:off x="744090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1"/>
            <p:cNvSpPr/>
            <p:nvPr/>
          </p:nvSpPr>
          <p:spPr>
            <a:xfrm>
              <a:off x="7503425"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1"/>
            <p:cNvSpPr/>
            <p:nvPr/>
          </p:nvSpPr>
          <p:spPr>
            <a:xfrm>
              <a:off x="7565975"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31"/>
            <p:cNvSpPr/>
            <p:nvPr/>
          </p:nvSpPr>
          <p:spPr>
            <a:xfrm>
              <a:off x="7628500" y="3607025"/>
              <a:ext cx="62950" cy="62575"/>
            </a:xfrm>
            <a:custGeom>
              <a:avLst/>
              <a:gdLst/>
              <a:ahLst/>
              <a:cxnLst/>
              <a:rect l="l" t="t" r="r" b="b"/>
              <a:pathLst>
                <a:path w="2518" h="2503" extrusionOk="0">
                  <a:moveTo>
                    <a:pt x="1" y="1"/>
                  </a:moveTo>
                  <a:lnTo>
                    <a:pt x="1" y="2502"/>
                  </a:lnTo>
                  <a:lnTo>
                    <a:pt x="2518" y="2502"/>
                  </a:lnTo>
                  <a:lnTo>
                    <a:pt x="2518"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31"/>
            <p:cNvSpPr/>
            <p:nvPr/>
          </p:nvSpPr>
          <p:spPr>
            <a:xfrm>
              <a:off x="7691425"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775397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7816500"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31"/>
            <p:cNvSpPr/>
            <p:nvPr/>
          </p:nvSpPr>
          <p:spPr>
            <a:xfrm>
              <a:off x="7879050"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31"/>
            <p:cNvSpPr/>
            <p:nvPr/>
          </p:nvSpPr>
          <p:spPr>
            <a:xfrm>
              <a:off x="7941575" y="3669575"/>
              <a:ext cx="62950" cy="62550"/>
            </a:xfrm>
            <a:custGeom>
              <a:avLst/>
              <a:gdLst/>
              <a:ahLst/>
              <a:cxnLst/>
              <a:rect l="l" t="t" r="r" b="b"/>
              <a:pathLst>
                <a:path w="2518" h="2502" extrusionOk="0">
                  <a:moveTo>
                    <a:pt x="1" y="0"/>
                  </a:moveTo>
                  <a:lnTo>
                    <a:pt x="1" y="2502"/>
                  </a:lnTo>
                  <a:lnTo>
                    <a:pt x="2518" y="2502"/>
                  </a:lnTo>
                  <a:lnTo>
                    <a:pt x="2518"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31"/>
            <p:cNvSpPr/>
            <p:nvPr/>
          </p:nvSpPr>
          <p:spPr>
            <a:xfrm>
              <a:off x="7908525" y="3626150"/>
              <a:ext cx="96000" cy="191625"/>
            </a:xfrm>
            <a:custGeom>
              <a:avLst/>
              <a:gdLst/>
              <a:ahLst/>
              <a:cxnLst/>
              <a:rect l="l" t="t" r="r" b="b"/>
              <a:pathLst>
                <a:path w="3840" h="7665" extrusionOk="0">
                  <a:moveTo>
                    <a:pt x="3840" y="1"/>
                  </a:moveTo>
                  <a:lnTo>
                    <a:pt x="3633" y="17"/>
                  </a:lnTo>
                  <a:lnTo>
                    <a:pt x="3442" y="32"/>
                  </a:lnTo>
                  <a:lnTo>
                    <a:pt x="3250" y="48"/>
                  </a:lnTo>
                  <a:lnTo>
                    <a:pt x="3059" y="80"/>
                  </a:lnTo>
                  <a:lnTo>
                    <a:pt x="2693" y="176"/>
                  </a:lnTo>
                  <a:lnTo>
                    <a:pt x="2342" y="303"/>
                  </a:lnTo>
                  <a:lnTo>
                    <a:pt x="2008" y="463"/>
                  </a:lnTo>
                  <a:lnTo>
                    <a:pt x="1689" y="654"/>
                  </a:lnTo>
                  <a:lnTo>
                    <a:pt x="1402" y="877"/>
                  </a:lnTo>
                  <a:lnTo>
                    <a:pt x="1131" y="1132"/>
                  </a:lnTo>
                  <a:lnTo>
                    <a:pt x="877" y="1403"/>
                  </a:lnTo>
                  <a:lnTo>
                    <a:pt x="653" y="1689"/>
                  </a:lnTo>
                  <a:lnTo>
                    <a:pt x="462" y="2008"/>
                  </a:lnTo>
                  <a:lnTo>
                    <a:pt x="303" y="2343"/>
                  </a:lnTo>
                  <a:lnTo>
                    <a:pt x="175" y="2693"/>
                  </a:lnTo>
                  <a:lnTo>
                    <a:pt x="80" y="3060"/>
                  </a:lnTo>
                  <a:lnTo>
                    <a:pt x="48" y="3251"/>
                  </a:lnTo>
                  <a:lnTo>
                    <a:pt x="32" y="3442"/>
                  </a:lnTo>
                  <a:lnTo>
                    <a:pt x="16" y="3633"/>
                  </a:lnTo>
                  <a:lnTo>
                    <a:pt x="0" y="3824"/>
                  </a:lnTo>
                  <a:lnTo>
                    <a:pt x="16" y="4032"/>
                  </a:lnTo>
                  <a:lnTo>
                    <a:pt x="32" y="4223"/>
                  </a:lnTo>
                  <a:lnTo>
                    <a:pt x="48" y="4414"/>
                  </a:lnTo>
                  <a:lnTo>
                    <a:pt x="80" y="4605"/>
                  </a:lnTo>
                  <a:lnTo>
                    <a:pt x="175" y="4972"/>
                  </a:lnTo>
                  <a:lnTo>
                    <a:pt x="303" y="5322"/>
                  </a:lnTo>
                  <a:lnTo>
                    <a:pt x="462" y="5657"/>
                  </a:lnTo>
                  <a:lnTo>
                    <a:pt x="653" y="5975"/>
                  </a:lnTo>
                  <a:lnTo>
                    <a:pt x="877" y="6262"/>
                  </a:lnTo>
                  <a:lnTo>
                    <a:pt x="1131" y="6533"/>
                  </a:lnTo>
                  <a:lnTo>
                    <a:pt x="1402" y="6788"/>
                  </a:lnTo>
                  <a:lnTo>
                    <a:pt x="1689" y="7011"/>
                  </a:lnTo>
                  <a:lnTo>
                    <a:pt x="2008" y="7202"/>
                  </a:lnTo>
                  <a:lnTo>
                    <a:pt x="2342" y="7361"/>
                  </a:lnTo>
                  <a:lnTo>
                    <a:pt x="2693" y="7489"/>
                  </a:lnTo>
                  <a:lnTo>
                    <a:pt x="3059" y="7584"/>
                  </a:lnTo>
                  <a:lnTo>
                    <a:pt x="3250" y="7616"/>
                  </a:lnTo>
                  <a:lnTo>
                    <a:pt x="3442" y="7632"/>
                  </a:lnTo>
                  <a:lnTo>
                    <a:pt x="3633" y="7648"/>
                  </a:lnTo>
                  <a:lnTo>
                    <a:pt x="3840" y="7664"/>
                  </a:lnTo>
                  <a:lnTo>
                    <a:pt x="3840" y="1"/>
                  </a:lnTo>
                  <a:close/>
                </a:path>
              </a:pathLst>
            </a:custGeom>
            <a:solidFill>
              <a:srgbClr val="FCE7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31"/>
            <p:cNvSpPr/>
            <p:nvPr/>
          </p:nvSpPr>
          <p:spPr>
            <a:xfrm>
              <a:off x="5424225" y="3974675"/>
              <a:ext cx="350950" cy="106375"/>
            </a:xfrm>
            <a:custGeom>
              <a:avLst/>
              <a:gdLst/>
              <a:ahLst/>
              <a:cxnLst/>
              <a:rect l="l" t="t" r="r" b="b"/>
              <a:pathLst>
                <a:path w="14038" h="4255" extrusionOk="0">
                  <a:moveTo>
                    <a:pt x="1" y="0"/>
                  </a:moveTo>
                  <a:lnTo>
                    <a:pt x="1" y="4254"/>
                  </a:lnTo>
                  <a:lnTo>
                    <a:pt x="13273" y="4254"/>
                  </a:lnTo>
                  <a:lnTo>
                    <a:pt x="13273" y="4079"/>
                  </a:lnTo>
                  <a:lnTo>
                    <a:pt x="13273" y="3537"/>
                  </a:lnTo>
                  <a:lnTo>
                    <a:pt x="13321" y="3012"/>
                  </a:lnTo>
                  <a:lnTo>
                    <a:pt x="13384" y="2486"/>
                  </a:lnTo>
                  <a:lnTo>
                    <a:pt x="13464" y="1976"/>
                  </a:lnTo>
                  <a:lnTo>
                    <a:pt x="13576" y="1466"/>
                  </a:lnTo>
                  <a:lnTo>
                    <a:pt x="13703" y="972"/>
                  </a:lnTo>
                  <a:lnTo>
                    <a:pt x="13862" y="478"/>
                  </a:lnTo>
                  <a:lnTo>
                    <a:pt x="14038" y="0"/>
                  </a:lnTo>
                  <a:close/>
                </a:path>
              </a:pathLst>
            </a:custGeom>
            <a:solidFill>
              <a:srgbClr val="564F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31"/>
            <p:cNvSpPr/>
            <p:nvPr/>
          </p:nvSpPr>
          <p:spPr>
            <a:xfrm>
              <a:off x="7806150" y="3974675"/>
              <a:ext cx="219900" cy="106375"/>
            </a:xfrm>
            <a:custGeom>
              <a:avLst/>
              <a:gdLst/>
              <a:ahLst/>
              <a:cxnLst/>
              <a:rect l="l" t="t" r="r" b="b"/>
              <a:pathLst>
                <a:path w="8796" h="4255" extrusionOk="0">
                  <a:moveTo>
                    <a:pt x="1" y="0"/>
                  </a:moveTo>
                  <a:lnTo>
                    <a:pt x="176" y="478"/>
                  </a:lnTo>
                  <a:lnTo>
                    <a:pt x="335" y="972"/>
                  </a:lnTo>
                  <a:lnTo>
                    <a:pt x="463" y="1466"/>
                  </a:lnTo>
                  <a:lnTo>
                    <a:pt x="574" y="1976"/>
                  </a:lnTo>
                  <a:lnTo>
                    <a:pt x="654" y="2486"/>
                  </a:lnTo>
                  <a:lnTo>
                    <a:pt x="718" y="3012"/>
                  </a:lnTo>
                  <a:lnTo>
                    <a:pt x="765" y="3537"/>
                  </a:lnTo>
                  <a:lnTo>
                    <a:pt x="781" y="4079"/>
                  </a:lnTo>
                  <a:lnTo>
                    <a:pt x="765" y="4254"/>
                  </a:lnTo>
                  <a:lnTo>
                    <a:pt x="8795" y="4254"/>
                  </a:lnTo>
                  <a:lnTo>
                    <a:pt x="8795" y="0"/>
                  </a:lnTo>
                  <a:close/>
                </a:path>
              </a:pathLst>
            </a:custGeom>
            <a:solidFill>
              <a:srgbClr val="564F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6299725" y="3974675"/>
              <a:ext cx="983475" cy="103975"/>
            </a:xfrm>
            <a:custGeom>
              <a:avLst/>
              <a:gdLst/>
              <a:ahLst/>
              <a:cxnLst/>
              <a:rect l="l" t="t" r="r" b="b"/>
              <a:pathLst>
                <a:path w="39339" h="4159" extrusionOk="0">
                  <a:moveTo>
                    <a:pt x="1" y="0"/>
                  </a:moveTo>
                  <a:lnTo>
                    <a:pt x="176" y="463"/>
                  </a:lnTo>
                  <a:lnTo>
                    <a:pt x="319" y="941"/>
                  </a:lnTo>
                  <a:lnTo>
                    <a:pt x="447" y="1434"/>
                  </a:lnTo>
                  <a:lnTo>
                    <a:pt x="542" y="1928"/>
                  </a:lnTo>
                  <a:lnTo>
                    <a:pt x="622" y="2438"/>
                  </a:lnTo>
                  <a:lnTo>
                    <a:pt x="686" y="2948"/>
                  </a:lnTo>
                  <a:lnTo>
                    <a:pt x="718" y="3458"/>
                  </a:lnTo>
                  <a:lnTo>
                    <a:pt x="734" y="3984"/>
                  </a:lnTo>
                  <a:lnTo>
                    <a:pt x="734" y="4159"/>
                  </a:lnTo>
                  <a:lnTo>
                    <a:pt x="38605" y="4159"/>
                  </a:lnTo>
                  <a:lnTo>
                    <a:pt x="38605" y="3984"/>
                  </a:lnTo>
                  <a:lnTo>
                    <a:pt x="38621" y="3458"/>
                  </a:lnTo>
                  <a:lnTo>
                    <a:pt x="38653" y="2948"/>
                  </a:lnTo>
                  <a:lnTo>
                    <a:pt x="38717" y="2438"/>
                  </a:lnTo>
                  <a:lnTo>
                    <a:pt x="38796" y="1928"/>
                  </a:lnTo>
                  <a:lnTo>
                    <a:pt x="38908" y="1434"/>
                  </a:lnTo>
                  <a:lnTo>
                    <a:pt x="39019" y="941"/>
                  </a:lnTo>
                  <a:lnTo>
                    <a:pt x="39179" y="463"/>
                  </a:lnTo>
                  <a:lnTo>
                    <a:pt x="39338" y="0"/>
                  </a:lnTo>
                  <a:close/>
                </a:path>
              </a:pathLst>
            </a:custGeom>
            <a:solidFill>
              <a:srgbClr val="EDB1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6640300" y="2947825"/>
              <a:ext cx="170100" cy="36275"/>
            </a:xfrm>
            <a:custGeom>
              <a:avLst/>
              <a:gdLst/>
              <a:ahLst/>
              <a:cxnLst/>
              <a:rect l="l" t="t" r="r" b="b"/>
              <a:pathLst>
                <a:path w="6804" h="1451" extrusionOk="0">
                  <a:moveTo>
                    <a:pt x="0" y="1"/>
                  </a:moveTo>
                  <a:lnTo>
                    <a:pt x="0" y="1451"/>
                  </a:lnTo>
                  <a:lnTo>
                    <a:pt x="6803" y="1451"/>
                  </a:lnTo>
                  <a:lnTo>
                    <a:pt x="6803" y="1"/>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6658600" y="2881325"/>
              <a:ext cx="133075" cy="66525"/>
            </a:xfrm>
            <a:custGeom>
              <a:avLst/>
              <a:gdLst/>
              <a:ahLst/>
              <a:cxnLst/>
              <a:rect l="l" t="t" r="r" b="b"/>
              <a:pathLst>
                <a:path w="5323" h="2661" extrusionOk="0">
                  <a:moveTo>
                    <a:pt x="2662" y="0"/>
                  </a:moveTo>
                  <a:lnTo>
                    <a:pt x="2391" y="16"/>
                  </a:lnTo>
                  <a:lnTo>
                    <a:pt x="2136" y="64"/>
                  </a:lnTo>
                  <a:lnTo>
                    <a:pt x="1881" y="127"/>
                  </a:lnTo>
                  <a:lnTo>
                    <a:pt x="1626" y="207"/>
                  </a:lnTo>
                  <a:lnTo>
                    <a:pt x="1403" y="319"/>
                  </a:lnTo>
                  <a:lnTo>
                    <a:pt x="1180" y="462"/>
                  </a:lnTo>
                  <a:lnTo>
                    <a:pt x="973" y="605"/>
                  </a:lnTo>
                  <a:lnTo>
                    <a:pt x="782" y="781"/>
                  </a:lnTo>
                  <a:lnTo>
                    <a:pt x="622" y="972"/>
                  </a:lnTo>
                  <a:lnTo>
                    <a:pt x="463" y="1179"/>
                  </a:lnTo>
                  <a:lnTo>
                    <a:pt x="336" y="1402"/>
                  </a:lnTo>
                  <a:lnTo>
                    <a:pt x="224" y="1625"/>
                  </a:lnTo>
                  <a:lnTo>
                    <a:pt x="128" y="1864"/>
                  </a:lnTo>
                  <a:lnTo>
                    <a:pt x="65" y="2119"/>
                  </a:lnTo>
                  <a:lnTo>
                    <a:pt x="17" y="2390"/>
                  </a:lnTo>
                  <a:lnTo>
                    <a:pt x="1" y="2661"/>
                  </a:lnTo>
                  <a:lnTo>
                    <a:pt x="5322" y="2661"/>
                  </a:lnTo>
                  <a:lnTo>
                    <a:pt x="5306" y="2390"/>
                  </a:lnTo>
                  <a:lnTo>
                    <a:pt x="5275" y="2119"/>
                  </a:lnTo>
                  <a:lnTo>
                    <a:pt x="5211" y="1864"/>
                  </a:lnTo>
                  <a:lnTo>
                    <a:pt x="5115" y="1625"/>
                  </a:lnTo>
                  <a:lnTo>
                    <a:pt x="5004" y="1402"/>
                  </a:lnTo>
                  <a:lnTo>
                    <a:pt x="4876" y="1179"/>
                  </a:lnTo>
                  <a:lnTo>
                    <a:pt x="4717" y="972"/>
                  </a:lnTo>
                  <a:lnTo>
                    <a:pt x="4542" y="781"/>
                  </a:lnTo>
                  <a:lnTo>
                    <a:pt x="4351" y="605"/>
                  </a:lnTo>
                  <a:lnTo>
                    <a:pt x="4159" y="462"/>
                  </a:lnTo>
                  <a:lnTo>
                    <a:pt x="3936" y="319"/>
                  </a:lnTo>
                  <a:lnTo>
                    <a:pt x="3697" y="207"/>
                  </a:lnTo>
                  <a:lnTo>
                    <a:pt x="3458" y="127"/>
                  </a:lnTo>
                  <a:lnTo>
                    <a:pt x="3203" y="64"/>
                  </a:lnTo>
                  <a:lnTo>
                    <a:pt x="2933" y="16"/>
                  </a:lnTo>
                  <a:lnTo>
                    <a:pt x="2662" y="0"/>
                  </a:lnTo>
                  <a:close/>
                </a:path>
              </a:pathLst>
            </a:custGeom>
            <a:solidFill>
              <a:srgbClr val="FBC8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5699075" y="3658825"/>
              <a:ext cx="2196325" cy="421025"/>
            </a:xfrm>
            <a:custGeom>
              <a:avLst/>
              <a:gdLst/>
              <a:ahLst/>
              <a:cxnLst/>
              <a:rect l="l" t="t" r="r" b="b"/>
              <a:pathLst>
                <a:path w="87853" h="16841" extrusionOk="0">
                  <a:moveTo>
                    <a:pt x="0" y="0"/>
                  </a:moveTo>
                  <a:lnTo>
                    <a:pt x="0" y="16841"/>
                  </a:lnTo>
                  <a:lnTo>
                    <a:pt x="87852" y="16841"/>
                  </a:lnTo>
                  <a:lnTo>
                    <a:pt x="878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5500325" y="2984075"/>
              <a:ext cx="2504200" cy="1096975"/>
            </a:xfrm>
            <a:custGeom>
              <a:avLst/>
              <a:gdLst/>
              <a:ahLst/>
              <a:cxnLst/>
              <a:rect l="l" t="t" r="r" b="b"/>
              <a:pathLst>
                <a:path w="100168" h="43879" extrusionOk="0">
                  <a:moveTo>
                    <a:pt x="30734" y="1"/>
                  </a:moveTo>
                  <a:lnTo>
                    <a:pt x="21366" y="17845"/>
                  </a:lnTo>
                  <a:lnTo>
                    <a:pt x="0" y="24648"/>
                  </a:lnTo>
                  <a:lnTo>
                    <a:pt x="0" y="43878"/>
                  </a:lnTo>
                  <a:lnTo>
                    <a:pt x="10229" y="43878"/>
                  </a:lnTo>
                  <a:lnTo>
                    <a:pt x="10229" y="43608"/>
                  </a:lnTo>
                  <a:lnTo>
                    <a:pt x="10245" y="43034"/>
                  </a:lnTo>
                  <a:lnTo>
                    <a:pt x="10277" y="42460"/>
                  </a:lnTo>
                  <a:lnTo>
                    <a:pt x="10356" y="41903"/>
                  </a:lnTo>
                  <a:lnTo>
                    <a:pt x="10452" y="41345"/>
                  </a:lnTo>
                  <a:lnTo>
                    <a:pt x="10579" y="40803"/>
                  </a:lnTo>
                  <a:lnTo>
                    <a:pt x="10723" y="40262"/>
                  </a:lnTo>
                  <a:lnTo>
                    <a:pt x="10898" y="39752"/>
                  </a:lnTo>
                  <a:lnTo>
                    <a:pt x="11105" y="39242"/>
                  </a:lnTo>
                  <a:lnTo>
                    <a:pt x="11328" y="38732"/>
                  </a:lnTo>
                  <a:lnTo>
                    <a:pt x="11583" y="38254"/>
                  </a:lnTo>
                  <a:lnTo>
                    <a:pt x="11854" y="37776"/>
                  </a:lnTo>
                  <a:lnTo>
                    <a:pt x="12141" y="37330"/>
                  </a:lnTo>
                  <a:lnTo>
                    <a:pt x="12459" y="36884"/>
                  </a:lnTo>
                  <a:lnTo>
                    <a:pt x="12794" y="36454"/>
                  </a:lnTo>
                  <a:lnTo>
                    <a:pt x="13144" y="36056"/>
                  </a:lnTo>
                  <a:lnTo>
                    <a:pt x="13511" y="35657"/>
                  </a:lnTo>
                  <a:lnTo>
                    <a:pt x="13909" y="35291"/>
                  </a:lnTo>
                  <a:lnTo>
                    <a:pt x="14308" y="34940"/>
                  </a:lnTo>
                  <a:lnTo>
                    <a:pt x="14738" y="34606"/>
                  </a:lnTo>
                  <a:lnTo>
                    <a:pt x="15184" y="34287"/>
                  </a:lnTo>
                  <a:lnTo>
                    <a:pt x="15630" y="34000"/>
                  </a:lnTo>
                  <a:lnTo>
                    <a:pt x="16108" y="33729"/>
                  </a:lnTo>
                  <a:lnTo>
                    <a:pt x="16586" y="33475"/>
                  </a:lnTo>
                  <a:lnTo>
                    <a:pt x="17096" y="33252"/>
                  </a:lnTo>
                  <a:lnTo>
                    <a:pt x="17606" y="33044"/>
                  </a:lnTo>
                  <a:lnTo>
                    <a:pt x="18115" y="32869"/>
                  </a:lnTo>
                  <a:lnTo>
                    <a:pt x="18657" y="32726"/>
                  </a:lnTo>
                  <a:lnTo>
                    <a:pt x="19199" y="32598"/>
                  </a:lnTo>
                  <a:lnTo>
                    <a:pt x="19756" y="32503"/>
                  </a:lnTo>
                  <a:lnTo>
                    <a:pt x="20314" y="32423"/>
                  </a:lnTo>
                  <a:lnTo>
                    <a:pt x="20888" y="32391"/>
                  </a:lnTo>
                  <a:lnTo>
                    <a:pt x="21461" y="32375"/>
                  </a:lnTo>
                  <a:lnTo>
                    <a:pt x="22051" y="32391"/>
                  </a:lnTo>
                  <a:lnTo>
                    <a:pt x="22608" y="32423"/>
                  </a:lnTo>
                  <a:lnTo>
                    <a:pt x="23182" y="32503"/>
                  </a:lnTo>
                  <a:lnTo>
                    <a:pt x="23740" y="32598"/>
                  </a:lnTo>
                  <a:lnTo>
                    <a:pt x="24281" y="32726"/>
                  </a:lnTo>
                  <a:lnTo>
                    <a:pt x="24807" y="32869"/>
                  </a:lnTo>
                  <a:lnTo>
                    <a:pt x="25333" y="33044"/>
                  </a:lnTo>
                  <a:lnTo>
                    <a:pt x="25843" y="33252"/>
                  </a:lnTo>
                  <a:lnTo>
                    <a:pt x="26337" y="33475"/>
                  </a:lnTo>
                  <a:lnTo>
                    <a:pt x="26830" y="33729"/>
                  </a:lnTo>
                  <a:lnTo>
                    <a:pt x="27293" y="34000"/>
                  </a:lnTo>
                  <a:lnTo>
                    <a:pt x="27755" y="34287"/>
                  </a:lnTo>
                  <a:lnTo>
                    <a:pt x="28201" y="34606"/>
                  </a:lnTo>
                  <a:lnTo>
                    <a:pt x="28615" y="34940"/>
                  </a:lnTo>
                  <a:lnTo>
                    <a:pt x="29029" y="35291"/>
                  </a:lnTo>
                  <a:lnTo>
                    <a:pt x="29412" y="35657"/>
                  </a:lnTo>
                  <a:lnTo>
                    <a:pt x="29794" y="36056"/>
                  </a:lnTo>
                  <a:lnTo>
                    <a:pt x="30144" y="36454"/>
                  </a:lnTo>
                  <a:lnTo>
                    <a:pt x="30479" y="36884"/>
                  </a:lnTo>
                  <a:lnTo>
                    <a:pt x="30782" y="37330"/>
                  </a:lnTo>
                  <a:lnTo>
                    <a:pt x="31084" y="37776"/>
                  </a:lnTo>
                  <a:lnTo>
                    <a:pt x="31355" y="38254"/>
                  </a:lnTo>
                  <a:lnTo>
                    <a:pt x="31594" y="38732"/>
                  </a:lnTo>
                  <a:lnTo>
                    <a:pt x="31833" y="39242"/>
                  </a:lnTo>
                  <a:lnTo>
                    <a:pt x="32025" y="39752"/>
                  </a:lnTo>
                  <a:lnTo>
                    <a:pt x="32200" y="40262"/>
                  </a:lnTo>
                  <a:lnTo>
                    <a:pt x="32359" y="40803"/>
                  </a:lnTo>
                  <a:lnTo>
                    <a:pt x="32487" y="41345"/>
                  </a:lnTo>
                  <a:lnTo>
                    <a:pt x="32582" y="41903"/>
                  </a:lnTo>
                  <a:lnTo>
                    <a:pt x="32646" y="42460"/>
                  </a:lnTo>
                  <a:lnTo>
                    <a:pt x="32694" y="43034"/>
                  </a:lnTo>
                  <a:lnTo>
                    <a:pt x="32710" y="43608"/>
                  </a:lnTo>
                  <a:lnTo>
                    <a:pt x="32710" y="43878"/>
                  </a:lnTo>
                  <a:lnTo>
                    <a:pt x="70597" y="43878"/>
                  </a:lnTo>
                  <a:lnTo>
                    <a:pt x="70581" y="43608"/>
                  </a:lnTo>
                  <a:lnTo>
                    <a:pt x="70597" y="43034"/>
                  </a:lnTo>
                  <a:lnTo>
                    <a:pt x="70645" y="42460"/>
                  </a:lnTo>
                  <a:lnTo>
                    <a:pt x="70709" y="41903"/>
                  </a:lnTo>
                  <a:lnTo>
                    <a:pt x="70820" y="41345"/>
                  </a:lnTo>
                  <a:lnTo>
                    <a:pt x="70932" y="40803"/>
                  </a:lnTo>
                  <a:lnTo>
                    <a:pt x="71091" y="40262"/>
                  </a:lnTo>
                  <a:lnTo>
                    <a:pt x="71266" y="39752"/>
                  </a:lnTo>
                  <a:lnTo>
                    <a:pt x="71473" y="39242"/>
                  </a:lnTo>
                  <a:lnTo>
                    <a:pt x="71697" y="38732"/>
                  </a:lnTo>
                  <a:lnTo>
                    <a:pt x="71936" y="38254"/>
                  </a:lnTo>
                  <a:lnTo>
                    <a:pt x="72206" y="37776"/>
                  </a:lnTo>
                  <a:lnTo>
                    <a:pt x="72509" y="37330"/>
                  </a:lnTo>
                  <a:lnTo>
                    <a:pt x="72812" y="36884"/>
                  </a:lnTo>
                  <a:lnTo>
                    <a:pt x="73146" y="36454"/>
                  </a:lnTo>
                  <a:lnTo>
                    <a:pt x="73513" y="36056"/>
                  </a:lnTo>
                  <a:lnTo>
                    <a:pt x="73879" y="35657"/>
                  </a:lnTo>
                  <a:lnTo>
                    <a:pt x="74262" y="35291"/>
                  </a:lnTo>
                  <a:lnTo>
                    <a:pt x="74676" y="34940"/>
                  </a:lnTo>
                  <a:lnTo>
                    <a:pt x="75106" y="34606"/>
                  </a:lnTo>
                  <a:lnTo>
                    <a:pt x="75536" y="34287"/>
                  </a:lnTo>
                  <a:lnTo>
                    <a:pt x="75998" y="34000"/>
                  </a:lnTo>
                  <a:lnTo>
                    <a:pt x="76476" y="33729"/>
                  </a:lnTo>
                  <a:lnTo>
                    <a:pt x="76954" y="33475"/>
                  </a:lnTo>
                  <a:lnTo>
                    <a:pt x="77448" y="33252"/>
                  </a:lnTo>
                  <a:lnTo>
                    <a:pt x="77958" y="33044"/>
                  </a:lnTo>
                  <a:lnTo>
                    <a:pt x="78484" y="32869"/>
                  </a:lnTo>
                  <a:lnTo>
                    <a:pt x="79025" y="32726"/>
                  </a:lnTo>
                  <a:lnTo>
                    <a:pt x="79567" y="32598"/>
                  </a:lnTo>
                  <a:lnTo>
                    <a:pt x="80109" y="32503"/>
                  </a:lnTo>
                  <a:lnTo>
                    <a:pt x="80682" y="32423"/>
                  </a:lnTo>
                  <a:lnTo>
                    <a:pt x="81256" y="32391"/>
                  </a:lnTo>
                  <a:lnTo>
                    <a:pt x="81830" y="32375"/>
                  </a:lnTo>
                  <a:lnTo>
                    <a:pt x="82403" y="32391"/>
                  </a:lnTo>
                  <a:lnTo>
                    <a:pt x="82977" y="32423"/>
                  </a:lnTo>
                  <a:lnTo>
                    <a:pt x="83534" y="32503"/>
                  </a:lnTo>
                  <a:lnTo>
                    <a:pt x="84092" y="32598"/>
                  </a:lnTo>
                  <a:lnTo>
                    <a:pt x="84634" y="32726"/>
                  </a:lnTo>
                  <a:lnTo>
                    <a:pt x="85175" y="32869"/>
                  </a:lnTo>
                  <a:lnTo>
                    <a:pt x="85701" y="33044"/>
                  </a:lnTo>
                  <a:lnTo>
                    <a:pt x="86211" y="33252"/>
                  </a:lnTo>
                  <a:lnTo>
                    <a:pt x="86705" y="33475"/>
                  </a:lnTo>
                  <a:lnTo>
                    <a:pt x="87183" y="33729"/>
                  </a:lnTo>
                  <a:lnTo>
                    <a:pt x="87661" y="34000"/>
                  </a:lnTo>
                  <a:lnTo>
                    <a:pt x="88107" y="34287"/>
                  </a:lnTo>
                  <a:lnTo>
                    <a:pt x="88553" y="34606"/>
                  </a:lnTo>
                  <a:lnTo>
                    <a:pt x="88983" y="34940"/>
                  </a:lnTo>
                  <a:lnTo>
                    <a:pt x="89382" y="35291"/>
                  </a:lnTo>
                  <a:lnTo>
                    <a:pt x="89780" y="35657"/>
                  </a:lnTo>
                  <a:lnTo>
                    <a:pt x="90146" y="36056"/>
                  </a:lnTo>
                  <a:lnTo>
                    <a:pt x="90497" y="36454"/>
                  </a:lnTo>
                  <a:lnTo>
                    <a:pt x="90831" y="36884"/>
                  </a:lnTo>
                  <a:lnTo>
                    <a:pt x="91150" y="37330"/>
                  </a:lnTo>
                  <a:lnTo>
                    <a:pt x="91437" y="37776"/>
                  </a:lnTo>
                  <a:lnTo>
                    <a:pt x="91708" y="38254"/>
                  </a:lnTo>
                  <a:lnTo>
                    <a:pt x="91963" y="38732"/>
                  </a:lnTo>
                  <a:lnTo>
                    <a:pt x="92186" y="39242"/>
                  </a:lnTo>
                  <a:lnTo>
                    <a:pt x="92393" y="39752"/>
                  </a:lnTo>
                  <a:lnTo>
                    <a:pt x="92568" y="40262"/>
                  </a:lnTo>
                  <a:lnTo>
                    <a:pt x="92712" y="40803"/>
                  </a:lnTo>
                  <a:lnTo>
                    <a:pt x="92839" y="41345"/>
                  </a:lnTo>
                  <a:lnTo>
                    <a:pt x="92935" y="41903"/>
                  </a:lnTo>
                  <a:lnTo>
                    <a:pt x="93014" y="42460"/>
                  </a:lnTo>
                  <a:lnTo>
                    <a:pt x="93062" y="43034"/>
                  </a:lnTo>
                  <a:lnTo>
                    <a:pt x="93078" y="43608"/>
                  </a:lnTo>
                  <a:lnTo>
                    <a:pt x="93062" y="43878"/>
                  </a:lnTo>
                  <a:lnTo>
                    <a:pt x="100168" y="43878"/>
                  </a:lnTo>
                  <a:lnTo>
                    <a:pt x="100168" y="24361"/>
                  </a:lnTo>
                  <a:lnTo>
                    <a:pt x="77130" y="18482"/>
                  </a:lnTo>
                  <a:lnTo>
                    <a:pt x="676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31"/>
            <p:cNvSpPr/>
            <p:nvPr/>
          </p:nvSpPr>
          <p:spPr>
            <a:xfrm>
              <a:off x="5500325" y="2984075"/>
              <a:ext cx="2504200" cy="1096975"/>
            </a:xfrm>
            <a:custGeom>
              <a:avLst/>
              <a:gdLst/>
              <a:ahLst/>
              <a:cxnLst/>
              <a:rect l="l" t="t" r="r" b="b"/>
              <a:pathLst>
                <a:path w="100168" h="43879" fill="none" extrusionOk="0">
                  <a:moveTo>
                    <a:pt x="100168" y="24361"/>
                  </a:moveTo>
                  <a:lnTo>
                    <a:pt x="77130" y="18482"/>
                  </a:lnTo>
                  <a:lnTo>
                    <a:pt x="67682" y="1"/>
                  </a:lnTo>
                  <a:lnTo>
                    <a:pt x="30734" y="1"/>
                  </a:lnTo>
                  <a:lnTo>
                    <a:pt x="21366" y="17845"/>
                  </a:lnTo>
                  <a:lnTo>
                    <a:pt x="0" y="24648"/>
                  </a:lnTo>
                  <a:lnTo>
                    <a:pt x="0" y="43878"/>
                  </a:lnTo>
                  <a:lnTo>
                    <a:pt x="10229" y="43878"/>
                  </a:lnTo>
                  <a:lnTo>
                    <a:pt x="10229" y="43878"/>
                  </a:lnTo>
                  <a:lnTo>
                    <a:pt x="10229" y="43608"/>
                  </a:lnTo>
                  <a:lnTo>
                    <a:pt x="10229" y="43608"/>
                  </a:lnTo>
                  <a:lnTo>
                    <a:pt x="10245" y="43034"/>
                  </a:lnTo>
                  <a:lnTo>
                    <a:pt x="10277" y="42460"/>
                  </a:lnTo>
                  <a:lnTo>
                    <a:pt x="10356" y="41903"/>
                  </a:lnTo>
                  <a:lnTo>
                    <a:pt x="10452" y="41345"/>
                  </a:lnTo>
                  <a:lnTo>
                    <a:pt x="10579" y="40803"/>
                  </a:lnTo>
                  <a:lnTo>
                    <a:pt x="10723" y="40262"/>
                  </a:lnTo>
                  <a:lnTo>
                    <a:pt x="10898" y="39752"/>
                  </a:lnTo>
                  <a:lnTo>
                    <a:pt x="11105" y="39242"/>
                  </a:lnTo>
                  <a:lnTo>
                    <a:pt x="11328" y="38732"/>
                  </a:lnTo>
                  <a:lnTo>
                    <a:pt x="11583" y="38254"/>
                  </a:lnTo>
                  <a:lnTo>
                    <a:pt x="11854" y="37776"/>
                  </a:lnTo>
                  <a:lnTo>
                    <a:pt x="12141" y="37330"/>
                  </a:lnTo>
                  <a:lnTo>
                    <a:pt x="12459" y="36884"/>
                  </a:lnTo>
                  <a:lnTo>
                    <a:pt x="12794" y="36454"/>
                  </a:lnTo>
                  <a:lnTo>
                    <a:pt x="13144" y="36056"/>
                  </a:lnTo>
                  <a:lnTo>
                    <a:pt x="13511" y="35657"/>
                  </a:lnTo>
                  <a:lnTo>
                    <a:pt x="13909" y="35291"/>
                  </a:lnTo>
                  <a:lnTo>
                    <a:pt x="14308" y="34940"/>
                  </a:lnTo>
                  <a:lnTo>
                    <a:pt x="14738" y="34606"/>
                  </a:lnTo>
                  <a:lnTo>
                    <a:pt x="15184" y="34287"/>
                  </a:lnTo>
                  <a:lnTo>
                    <a:pt x="15630" y="34000"/>
                  </a:lnTo>
                  <a:lnTo>
                    <a:pt x="16108" y="33729"/>
                  </a:lnTo>
                  <a:lnTo>
                    <a:pt x="16586" y="33475"/>
                  </a:lnTo>
                  <a:lnTo>
                    <a:pt x="17096" y="33252"/>
                  </a:lnTo>
                  <a:lnTo>
                    <a:pt x="17606" y="33044"/>
                  </a:lnTo>
                  <a:lnTo>
                    <a:pt x="18115" y="32869"/>
                  </a:lnTo>
                  <a:lnTo>
                    <a:pt x="18657" y="32726"/>
                  </a:lnTo>
                  <a:lnTo>
                    <a:pt x="19199" y="32598"/>
                  </a:lnTo>
                  <a:lnTo>
                    <a:pt x="19756" y="32503"/>
                  </a:lnTo>
                  <a:lnTo>
                    <a:pt x="20314" y="32423"/>
                  </a:lnTo>
                  <a:lnTo>
                    <a:pt x="20888" y="32391"/>
                  </a:lnTo>
                  <a:lnTo>
                    <a:pt x="21461" y="32375"/>
                  </a:lnTo>
                  <a:lnTo>
                    <a:pt x="21461" y="32375"/>
                  </a:lnTo>
                  <a:lnTo>
                    <a:pt x="22051" y="32391"/>
                  </a:lnTo>
                  <a:lnTo>
                    <a:pt x="22608" y="32423"/>
                  </a:lnTo>
                  <a:lnTo>
                    <a:pt x="23182" y="32503"/>
                  </a:lnTo>
                  <a:lnTo>
                    <a:pt x="23740" y="32598"/>
                  </a:lnTo>
                  <a:lnTo>
                    <a:pt x="24281" y="32726"/>
                  </a:lnTo>
                  <a:lnTo>
                    <a:pt x="24807" y="32869"/>
                  </a:lnTo>
                  <a:lnTo>
                    <a:pt x="25333" y="33044"/>
                  </a:lnTo>
                  <a:lnTo>
                    <a:pt x="25843" y="33252"/>
                  </a:lnTo>
                  <a:lnTo>
                    <a:pt x="26337" y="33475"/>
                  </a:lnTo>
                  <a:lnTo>
                    <a:pt x="26830" y="33729"/>
                  </a:lnTo>
                  <a:lnTo>
                    <a:pt x="27293" y="34000"/>
                  </a:lnTo>
                  <a:lnTo>
                    <a:pt x="27755" y="34287"/>
                  </a:lnTo>
                  <a:lnTo>
                    <a:pt x="28201" y="34606"/>
                  </a:lnTo>
                  <a:lnTo>
                    <a:pt x="28615" y="34940"/>
                  </a:lnTo>
                  <a:lnTo>
                    <a:pt x="29029" y="35291"/>
                  </a:lnTo>
                  <a:lnTo>
                    <a:pt x="29412" y="35657"/>
                  </a:lnTo>
                  <a:lnTo>
                    <a:pt x="29794" y="36056"/>
                  </a:lnTo>
                  <a:lnTo>
                    <a:pt x="30144" y="36454"/>
                  </a:lnTo>
                  <a:lnTo>
                    <a:pt x="30479" y="36884"/>
                  </a:lnTo>
                  <a:lnTo>
                    <a:pt x="30782" y="37330"/>
                  </a:lnTo>
                  <a:lnTo>
                    <a:pt x="31084" y="37776"/>
                  </a:lnTo>
                  <a:lnTo>
                    <a:pt x="31355" y="38254"/>
                  </a:lnTo>
                  <a:lnTo>
                    <a:pt x="31594" y="38732"/>
                  </a:lnTo>
                  <a:lnTo>
                    <a:pt x="31833" y="39242"/>
                  </a:lnTo>
                  <a:lnTo>
                    <a:pt x="32025" y="39752"/>
                  </a:lnTo>
                  <a:lnTo>
                    <a:pt x="32200" y="40262"/>
                  </a:lnTo>
                  <a:lnTo>
                    <a:pt x="32359" y="40803"/>
                  </a:lnTo>
                  <a:lnTo>
                    <a:pt x="32487" y="41345"/>
                  </a:lnTo>
                  <a:lnTo>
                    <a:pt x="32582" y="41903"/>
                  </a:lnTo>
                  <a:lnTo>
                    <a:pt x="32646" y="42460"/>
                  </a:lnTo>
                  <a:lnTo>
                    <a:pt x="32694" y="43034"/>
                  </a:lnTo>
                  <a:lnTo>
                    <a:pt x="32710" y="43608"/>
                  </a:lnTo>
                  <a:lnTo>
                    <a:pt x="32710" y="43608"/>
                  </a:lnTo>
                  <a:lnTo>
                    <a:pt x="32710" y="43878"/>
                  </a:lnTo>
                  <a:lnTo>
                    <a:pt x="70597" y="43878"/>
                  </a:lnTo>
                  <a:lnTo>
                    <a:pt x="70597" y="43878"/>
                  </a:lnTo>
                  <a:lnTo>
                    <a:pt x="70581" y="43608"/>
                  </a:lnTo>
                  <a:lnTo>
                    <a:pt x="70581" y="43608"/>
                  </a:lnTo>
                  <a:lnTo>
                    <a:pt x="70597" y="43034"/>
                  </a:lnTo>
                  <a:lnTo>
                    <a:pt x="70645" y="42460"/>
                  </a:lnTo>
                  <a:lnTo>
                    <a:pt x="70709" y="41903"/>
                  </a:lnTo>
                  <a:lnTo>
                    <a:pt x="70820" y="41345"/>
                  </a:lnTo>
                  <a:lnTo>
                    <a:pt x="70932" y="40803"/>
                  </a:lnTo>
                  <a:lnTo>
                    <a:pt x="71091" y="40262"/>
                  </a:lnTo>
                  <a:lnTo>
                    <a:pt x="71266" y="39752"/>
                  </a:lnTo>
                  <a:lnTo>
                    <a:pt x="71473" y="39242"/>
                  </a:lnTo>
                  <a:lnTo>
                    <a:pt x="71697" y="38732"/>
                  </a:lnTo>
                  <a:lnTo>
                    <a:pt x="71936" y="38254"/>
                  </a:lnTo>
                  <a:lnTo>
                    <a:pt x="72206" y="37776"/>
                  </a:lnTo>
                  <a:lnTo>
                    <a:pt x="72509" y="37330"/>
                  </a:lnTo>
                  <a:lnTo>
                    <a:pt x="72812" y="36884"/>
                  </a:lnTo>
                  <a:lnTo>
                    <a:pt x="73146" y="36454"/>
                  </a:lnTo>
                  <a:lnTo>
                    <a:pt x="73513" y="36056"/>
                  </a:lnTo>
                  <a:lnTo>
                    <a:pt x="73879" y="35657"/>
                  </a:lnTo>
                  <a:lnTo>
                    <a:pt x="74262" y="35291"/>
                  </a:lnTo>
                  <a:lnTo>
                    <a:pt x="74676" y="34940"/>
                  </a:lnTo>
                  <a:lnTo>
                    <a:pt x="75106" y="34606"/>
                  </a:lnTo>
                  <a:lnTo>
                    <a:pt x="75536" y="34287"/>
                  </a:lnTo>
                  <a:lnTo>
                    <a:pt x="75998" y="34000"/>
                  </a:lnTo>
                  <a:lnTo>
                    <a:pt x="76476" y="33729"/>
                  </a:lnTo>
                  <a:lnTo>
                    <a:pt x="76954" y="33475"/>
                  </a:lnTo>
                  <a:lnTo>
                    <a:pt x="77448" y="33252"/>
                  </a:lnTo>
                  <a:lnTo>
                    <a:pt x="77958" y="33044"/>
                  </a:lnTo>
                  <a:lnTo>
                    <a:pt x="78484" y="32869"/>
                  </a:lnTo>
                  <a:lnTo>
                    <a:pt x="79025" y="32726"/>
                  </a:lnTo>
                  <a:lnTo>
                    <a:pt x="79567" y="32598"/>
                  </a:lnTo>
                  <a:lnTo>
                    <a:pt x="80109" y="32503"/>
                  </a:lnTo>
                  <a:lnTo>
                    <a:pt x="80682" y="32423"/>
                  </a:lnTo>
                  <a:lnTo>
                    <a:pt x="81256" y="32391"/>
                  </a:lnTo>
                  <a:lnTo>
                    <a:pt x="81830" y="32375"/>
                  </a:lnTo>
                  <a:lnTo>
                    <a:pt x="81830" y="32375"/>
                  </a:lnTo>
                  <a:lnTo>
                    <a:pt x="82403" y="32391"/>
                  </a:lnTo>
                  <a:lnTo>
                    <a:pt x="82977" y="32423"/>
                  </a:lnTo>
                  <a:lnTo>
                    <a:pt x="83534" y="32503"/>
                  </a:lnTo>
                  <a:lnTo>
                    <a:pt x="84092" y="32598"/>
                  </a:lnTo>
                  <a:lnTo>
                    <a:pt x="84634" y="32726"/>
                  </a:lnTo>
                  <a:lnTo>
                    <a:pt x="85175" y="32869"/>
                  </a:lnTo>
                  <a:lnTo>
                    <a:pt x="85701" y="33044"/>
                  </a:lnTo>
                  <a:lnTo>
                    <a:pt x="86211" y="33252"/>
                  </a:lnTo>
                  <a:lnTo>
                    <a:pt x="86705" y="33475"/>
                  </a:lnTo>
                  <a:lnTo>
                    <a:pt x="87183" y="33729"/>
                  </a:lnTo>
                  <a:lnTo>
                    <a:pt x="87661" y="34000"/>
                  </a:lnTo>
                  <a:lnTo>
                    <a:pt x="88107" y="34287"/>
                  </a:lnTo>
                  <a:lnTo>
                    <a:pt x="88553" y="34606"/>
                  </a:lnTo>
                  <a:lnTo>
                    <a:pt x="88983" y="34940"/>
                  </a:lnTo>
                  <a:lnTo>
                    <a:pt x="89382" y="35291"/>
                  </a:lnTo>
                  <a:lnTo>
                    <a:pt x="89780" y="35657"/>
                  </a:lnTo>
                  <a:lnTo>
                    <a:pt x="90146" y="36056"/>
                  </a:lnTo>
                  <a:lnTo>
                    <a:pt x="90497" y="36454"/>
                  </a:lnTo>
                  <a:lnTo>
                    <a:pt x="90831" y="36884"/>
                  </a:lnTo>
                  <a:lnTo>
                    <a:pt x="91150" y="37330"/>
                  </a:lnTo>
                  <a:lnTo>
                    <a:pt x="91437" y="37776"/>
                  </a:lnTo>
                  <a:lnTo>
                    <a:pt x="91708" y="38254"/>
                  </a:lnTo>
                  <a:lnTo>
                    <a:pt x="91963" y="38732"/>
                  </a:lnTo>
                  <a:lnTo>
                    <a:pt x="92186" y="39242"/>
                  </a:lnTo>
                  <a:lnTo>
                    <a:pt x="92393" y="39752"/>
                  </a:lnTo>
                  <a:lnTo>
                    <a:pt x="92568" y="40262"/>
                  </a:lnTo>
                  <a:lnTo>
                    <a:pt x="92712" y="40803"/>
                  </a:lnTo>
                  <a:lnTo>
                    <a:pt x="92839" y="41345"/>
                  </a:lnTo>
                  <a:lnTo>
                    <a:pt x="92935" y="41903"/>
                  </a:lnTo>
                  <a:lnTo>
                    <a:pt x="93014" y="42460"/>
                  </a:lnTo>
                  <a:lnTo>
                    <a:pt x="93062" y="43034"/>
                  </a:lnTo>
                  <a:lnTo>
                    <a:pt x="93078" y="43608"/>
                  </a:lnTo>
                  <a:lnTo>
                    <a:pt x="93078" y="43608"/>
                  </a:lnTo>
                  <a:lnTo>
                    <a:pt x="93062" y="43878"/>
                  </a:lnTo>
                  <a:lnTo>
                    <a:pt x="100168" y="43878"/>
                  </a:lnTo>
                  <a:lnTo>
                    <a:pt x="100168" y="2436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31"/>
            <p:cNvSpPr/>
            <p:nvPr/>
          </p:nvSpPr>
          <p:spPr>
            <a:xfrm>
              <a:off x="6751025" y="3072100"/>
              <a:ext cx="540925" cy="356925"/>
            </a:xfrm>
            <a:custGeom>
              <a:avLst/>
              <a:gdLst/>
              <a:ahLst/>
              <a:cxnLst/>
              <a:rect l="l" t="t" r="r" b="b"/>
              <a:pathLst>
                <a:path w="21637" h="14277" extrusionOk="0">
                  <a:moveTo>
                    <a:pt x="0" y="1"/>
                  </a:moveTo>
                  <a:lnTo>
                    <a:pt x="0" y="14276"/>
                  </a:lnTo>
                  <a:lnTo>
                    <a:pt x="21637" y="14276"/>
                  </a:lnTo>
                  <a:lnTo>
                    <a:pt x="1470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6751025" y="3072100"/>
              <a:ext cx="540925" cy="356925"/>
            </a:xfrm>
            <a:custGeom>
              <a:avLst/>
              <a:gdLst/>
              <a:ahLst/>
              <a:cxnLst/>
              <a:rect l="l" t="t" r="r" b="b"/>
              <a:pathLst>
                <a:path w="21637" h="14277" fill="none" extrusionOk="0">
                  <a:moveTo>
                    <a:pt x="21637" y="14276"/>
                  </a:moveTo>
                  <a:lnTo>
                    <a:pt x="14706" y="1"/>
                  </a:lnTo>
                  <a:lnTo>
                    <a:pt x="0" y="1"/>
                  </a:lnTo>
                  <a:lnTo>
                    <a:pt x="0" y="14276"/>
                  </a:lnTo>
                  <a:lnTo>
                    <a:pt x="21637" y="1427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7169250" y="3176850"/>
              <a:ext cx="34675" cy="70925"/>
            </a:xfrm>
            <a:custGeom>
              <a:avLst/>
              <a:gdLst/>
              <a:ahLst/>
              <a:cxnLst/>
              <a:rect l="l" t="t" r="r" b="b"/>
              <a:pathLst>
                <a:path w="1387" h="2837" extrusionOk="0">
                  <a:moveTo>
                    <a:pt x="0" y="1"/>
                  </a:moveTo>
                  <a:lnTo>
                    <a:pt x="1387" y="2837"/>
                  </a:lnTo>
                  <a:lnTo>
                    <a:pt x="1387" y="2837"/>
                  </a:lnTo>
                  <a:lnTo>
                    <a:pt x="0" y="1"/>
                  </a:lnTo>
                  <a:lnTo>
                    <a:pt x="0" y="1"/>
                  </a:lnTo>
                  <a:close/>
                </a:path>
              </a:pathLst>
            </a:custGeom>
            <a:solidFill>
              <a:srgbClr val="FEEF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1"/>
            <p:cNvSpPr/>
            <p:nvPr/>
          </p:nvSpPr>
          <p:spPr>
            <a:xfrm>
              <a:off x="7169250" y="3176850"/>
              <a:ext cx="34675" cy="70925"/>
            </a:xfrm>
            <a:custGeom>
              <a:avLst/>
              <a:gdLst/>
              <a:ahLst/>
              <a:cxnLst/>
              <a:rect l="l" t="t" r="r" b="b"/>
              <a:pathLst>
                <a:path w="1387" h="2837" fill="none" extrusionOk="0">
                  <a:moveTo>
                    <a:pt x="0" y="1"/>
                  </a:moveTo>
                  <a:lnTo>
                    <a:pt x="1387" y="2837"/>
                  </a:lnTo>
                  <a:lnTo>
                    <a:pt x="1387" y="2837"/>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31"/>
            <p:cNvSpPr/>
            <p:nvPr/>
          </p:nvSpPr>
          <p:spPr>
            <a:xfrm>
              <a:off x="6931450" y="3072100"/>
              <a:ext cx="272475" cy="175675"/>
            </a:xfrm>
            <a:custGeom>
              <a:avLst/>
              <a:gdLst/>
              <a:ahLst/>
              <a:cxnLst/>
              <a:rect l="l" t="t" r="r" b="b"/>
              <a:pathLst>
                <a:path w="10899" h="7027" extrusionOk="0">
                  <a:moveTo>
                    <a:pt x="1" y="1"/>
                  </a:moveTo>
                  <a:lnTo>
                    <a:pt x="10899" y="7027"/>
                  </a:lnTo>
                  <a:lnTo>
                    <a:pt x="9512" y="4191"/>
                  </a:lnTo>
                  <a:lnTo>
                    <a:pt x="3060"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1"/>
            <p:cNvSpPr/>
            <p:nvPr/>
          </p:nvSpPr>
          <p:spPr>
            <a:xfrm>
              <a:off x="6931450" y="3072100"/>
              <a:ext cx="272475" cy="175675"/>
            </a:xfrm>
            <a:custGeom>
              <a:avLst/>
              <a:gdLst/>
              <a:ahLst/>
              <a:cxnLst/>
              <a:rect l="l" t="t" r="r" b="b"/>
              <a:pathLst>
                <a:path w="10899" h="7027" fill="none" extrusionOk="0">
                  <a:moveTo>
                    <a:pt x="3060" y="1"/>
                  </a:moveTo>
                  <a:lnTo>
                    <a:pt x="1" y="1"/>
                  </a:lnTo>
                  <a:lnTo>
                    <a:pt x="10899" y="7027"/>
                  </a:lnTo>
                  <a:lnTo>
                    <a:pt x="9512" y="4191"/>
                  </a:lnTo>
                  <a:lnTo>
                    <a:pt x="306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6751025" y="3072100"/>
              <a:ext cx="540925" cy="356925"/>
            </a:xfrm>
            <a:custGeom>
              <a:avLst/>
              <a:gdLst/>
              <a:ahLst/>
              <a:cxnLst/>
              <a:rect l="l" t="t" r="r" b="b"/>
              <a:pathLst>
                <a:path w="21637" h="14277" extrusionOk="0">
                  <a:moveTo>
                    <a:pt x="0" y="1"/>
                  </a:moveTo>
                  <a:lnTo>
                    <a:pt x="21637" y="14276"/>
                  </a:lnTo>
                  <a:lnTo>
                    <a:pt x="20059" y="11042"/>
                  </a:lnTo>
                  <a:lnTo>
                    <a:pt x="3314"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6751025" y="3072100"/>
              <a:ext cx="540925" cy="356925"/>
            </a:xfrm>
            <a:custGeom>
              <a:avLst/>
              <a:gdLst/>
              <a:ahLst/>
              <a:cxnLst/>
              <a:rect l="l" t="t" r="r" b="b"/>
              <a:pathLst>
                <a:path w="21637" h="14277" fill="none" extrusionOk="0">
                  <a:moveTo>
                    <a:pt x="3314" y="1"/>
                  </a:moveTo>
                  <a:lnTo>
                    <a:pt x="0" y="1"/>
                  </a:lnTo>
                  <a:lnTo>
                    <a:pt x="21637" y="14276"/>
                  </a:lnTo>
                  <a:lnTo>
                    <a:pt x="20059" y="11042"/>
                  </a:lnTo>
                  <a:lnTo>
                    <a:pt x="331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6751025" y="3178050"/>
              <a:ext cx="426625" cy="250975"/>
            </a:xfrm>
            <a:custGeom>
              <a:avLst/>
              <a:gdLst/>
              <a:ahLst/>
              <a:cxnLst/>
              <a:rect l="l" t="t" r="r" b="b"/>
              <a:pathLst>
                <a:path w="17065" h="10039" extrusionOk="0">
                  <a:moveTo>
                    <a:pt x="0" y="1"/>
                  </a:moveTo>
                  <a:lnTo>
                    <a:pt x="0" y="909"/>
                  </a:lnTo>
                  <a:lnTo>
                    <a:pt x="15216" y="10038"/>
                  </a:lnTo>
                  <a:lnTo>
                    <a:pt x="17064" y="10038"/>
                  </a:lnTo>
                  <a:lnTo>
                    <a:pt x="0"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1"/>
            <p:cNvSpPr/>
            <p:nvPr/>
          </p:nvSpPr>
          <p:spPr>
            <a:xfrm>
              <a:off x="6751025" y="3250550"/>
              <a:ext cx="309100" cy="178475"/>
            </a:xfrm>
            <a:custGeom>
              <a:avLst/>
              <a:gdLst/>
              <a:ahLst/>
              <a:cxnLst/>
              <a:rect l="l" t="t" r="r" b="b"/>
              <a:pathLst>
                <a:path w="12364" h="7139" extrusionOk="0">
                  <a:moveTo>
                    <a:pt x="0" y="0"/>
                  </a:moveTo>
                  <a:lnTo>
                    <a:pt x="0" y="2358"/>
                  </a:lnTo>
                  <a:lnTo>
                    <a:pt x="8540" y="7138"/>
                  </a:lnTo>
                  <a:lnTo>
                    <a:pt x="12364" y="7138"/>
                  </a:lnTo>
                  <a:lnTo>
                    <a:pt x="0"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6139600" y="3072100"/>
              <a:ext cx="535375" cy="356925"/>
            </a:xfrm>
            <a:custGeom>
              <a:avLst/>
              <a:gdLst/>
              <a:ahLst/>
              <a:cxnLst/>
              <a:rect l="l" t="t" r="r" b="b"/>
              <a:pathLst>
                <a:path w="21415" h="14277" extrusionOk="0">
                  <a:moveTo>
                    <a:pt x="6724" y="1"/>
                  </a:moveTo>
                  <a:lnTo>
                    <a:pt x="1" y="14276"/>
                  </a:lnTo>
                  <a:lnTo>
                    <a:pt x="21414" y="14276"/>
                  </a:lnTo>
                  <a:lnTo>
                    <a:pt x="214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6139600" y="3072100"/>
              <a:ext cx="535375" cy="356925"/>
            </a:xfrm>
            <a:custGeom>
              <a:avLst/>
              <a:gdLst/>
              <a:ahLst/>
              <a:cxnLst/>
              <a:rect l="l" t="t" r="r" b="b"/>
              <a:pathLst>
                <a:path w="21415" h="14277" fill="none" extrusionOk="0">
                  <a:moveTo>
                    <a:pt x="21414" y="1"/>
                  </a:moveTo>
                  <a:lnTo>
                    <a:pt x="6724" y="1"/>
                  </a:lnTo>
                  <a:lnTo>
                    <a:pt x="1" y="14276"/>
                  </a:lnTo>
                  <a:lnTo>
                    <a:pt x="21414" y="14276"/>
                  </a:lnTo>
                  <a:lnTo>
                    <a:pt x="2141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6501275" y="3072100"/>
              <a:ext cx="173700" cy="105975"/>
            </a:xfrm>
            <a:custGeom>
              <a:avLst/>
              <a:gdLst/>
              <a:ahLst/>
              <a:cxnLst/>
              <a:rect l="l" t="t" r="r" b="b"/>
              <a:pathLst>
                <a:path w="6948" h="4239" extrusionOk="0">
                  <a:moveTo>
                    <a:pt x="1" y="1"/>
                  </a:moveTo>
                  <a:lnTo>
                    <a:pt x="6947" y="4239"/>
                  </a:lnTo>
                  <a:lnTo>
                    <a:pt x="6947" y="2645"/>
                  </a:lnTo>
                  <a:lnTo>
                    <a:pt x="2709" y="1"/>
                  </a:lnTo>
                  <a:close/>
                </a:path>
              </a:pathLst>
            </a:custGeom>
            <a:solidFill>
              <a:srgbClr val="F8F9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1"/>
            <p:cNvSpPr/>
            <p:nvPr/>
          </p:nvSpPr>
          <p:spPr>
            <a:xfrm>
              <a:off x="6501275" y="3072100"/>
              <a:ext cx="173700" cy="105975"/>
            </a:xfrm>
            <a:custGeom>
              <a:avLst/>
              <a:gdLst/>
              <a:ahLst/>
              <a:cxnLst/>
              <a:rect l="l" t="t" r="r" b="b"/>
              <a:pathLst>
                <a:path w="6948" h="4239" fill="none" extrusionOk="0">
                  <a:moveTo>
                    <a:pt x="2709" y="1"/>
                  </a:moveTo>
                  <a:lnTo>
                    <a:pt x="1" y="1"/>
                  </a:lnTo>
                  <a:lnTo>
                    <a:pt x="6947" y="4239"/>
                  </a:lnTo>
                  <a:lnTo>
                    <a:pt x="6947" y="2645"/>
                  </a:lnTo>
                  <a:lnTo>
                    <a:pt x="2709" y="1"/>
                  </a:lnTo>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1"/>
            <p:cNvSpPr/>
            <p:nvPr/>
          </p:nvSpPr>
          <p:spPr>
            <a:xfrm>
              <a:off x="6335975" y="3072100"/>
              <a:ext cx="339000" cy="231450"/>
            </a:xfrm>
            <a:custGeom>
              <a:avLst/>
              <a:gdLst/>
              <a:ahLst/>
              <a:cxnLst/>
              <a:rect l="l" t="t" r="r" b="b"/>
              <a:pathLst>
                <a:path w="13560" h="9258" extrusionOk="0">
                  <a:moveTo>
                    <a:pt x="1" y="1"/>
                  </a:moveTo>
                  <a:lnTo>
                    <a:pt x="13559" y="9257"/>
                  </a:lnTo>
                  <a:lnTo>
                    <a:pt x="13559" y="6613"/>
                  </a:lnTo>
                  <a:lnTo>
                    <a:pt x="3474"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31"/>
            <p:cNvSpPr/>
            <p:nvPr/>
          </p:nvSpPr>
          <p:spPr>
            <a:xfrm>
              <a:off x="6335975" y="3072100"/>
              <a:ext cx="339000" cy="231450"/>
            </a:xfrm>
            <a:custGeom>
              <a:avLst/>
              <a:gdLst/>
              <a:ahLst/>
              <a:cxnLst/>
              <a:rect l="l" t="t" r="r" b="b"/>
              <a:pathLst>
                <a:path w="13560" h="9258" fill="none" extrusionOk="0">
                  <a:moveTo>
                    <a:pt x="3474" y="1"/>
                  </a:moveTo>
                  <a:lnTo>
                    <a:pt x="1" y="1"/>
                  </a:lnTo>
                  <a:lnTo>
                    <a:pt x="13559" y="9257"/>
                  </a:lnTo>
                  <a:lnTo>
                    <a:pt x="13559" y="6613"/>
                  </a:lnTo>
                  <a:lnTo>
                    <a:pt x="347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31"/>
            <p:cNvSpPr/>
            <p:nvPr/>
          </p:nvSpPr>
          <p:spPr>
            <a:xfrm>
              <a:off x="6288575" y="3101575"/>
              <a:ext cx="5200" cy="11175"/>
            </a:xfrm>
            <a:custGeom>
              <a:avLst/>
              <a:gdLst/>
              <a:ahLst/>
              <a:cxnLst/>
              <a:rect l="l" t="t" r="r" b="b"/>
              <a:pathLst>
                <a:path w="208" h="447" extrusionOk="0">
                  <a:moveTo>
                    <a:pt x="208" y="1"/>
                  </a:moveTo>
                  <a:lnTo>
                    <a:pt x="1" y="447"/>
                  </a:lnTo>
                  <a:lnTo>
                    <a:pt x="208" y="1"/>
                  </a:lnTo>
                  <a:lnTo>
                    <a:pt x="208" y="1"/>
                  </a:lnTo>
                  <a:close/>
                </a:path>
              </a:pathLst>
            </a:custGeom>
            <a:solidFill>
              <a:srgbClr val="FEEF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6288575" y="3101575"/>
              <a:ext cx="5200" cy="11175"/>
            </a:xfrm>
            <a:custGeom>
              <a:avLst/>
              <a:gdLst/>
              <a:ahLst/>
              <a:cxnLst/>
              <a:rect l="l" t="t" r="r" b="b"/>
              <a:pathLst>
                <a:path w="208" h="447" fill="none" extrusionOk="0">
                  <a:moveTo>
                    <a:pt x="208" y="1"/>
                  </a:moveTo>
                  <a:lnTo>
                    <a:pt x="1" y="447"/>
                  </a:lnTo>
                  <a:lnTo>
                    <a:pt x="208" y="1"/>
                  </a:lnTo>
                  <a:lnTo>
                    <a:pt x="20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6282600" y="3101575"/>
              <a:ext cx="392375" cy="294375"/>
            </a:xfrm>
            <a:custGeom>
              <a:avLst/>
              <a:gdLst/>
              <a:ahLst/>
              <a:cxnLst/>
              <a:rect l="l" t="t" r="r" b="b"/>
              <a:pathLst>
                <a:path w="15695" h="11775" extrusionOk="0">
                  <a:moveTo>
                    <a:pt x="447" y="1"/>
                  </a:moveTo>
                  <a:lnTo>
                    <a:pt x="240" y="447"/>
                  </a:lnTo>
                  <a:lnTo>
                    <a:pt x="1" y="941"/>
                  </a:lnTo>
                  <a:lnTo>
                    <a:pt x="15694" y="11775"/>
                  </a:lnTo>
                  <a:lnTo>
                    <a:pt x="15694" y="10723"/>
                  </a:lnTo>
                  <a:lnTo>
                    <a:pt x="447"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31"/>
            <p:cNvSpPr/>
            <p:nvPr/>
          </p:nvSpPr>
          <p:spPr>
            <a:xfrm>
              <a:off x="6238400" y="3178050"/>
              <a:ext cx="436575" cy="250975"/>
            </a:xfrm>
            <a:custGeom>
              <a:avLst/>
              <a:gdLst/>
              <a:ahLst/>
              <a:cxnLst/>
              <a:rect l="l" t="t" r="r" b="b"/>
              <a:pathLst>
                <a:path w="17463" h="10039" extrusionOk="0">
                  <a:moveTo>
                    <a:pt x="781" y="1"/>
                  </a:moveTo>
                  <a:lnTo>
                    <a:pt x="0" y="1658"/>
                  </a:lnTo>
                  <a:lnTo>
                    <a:pt x="13160" y="10038"/>
                  </a:lnTo>
                  <a:lnTo>
                    <a:pt x="17462" y="10038"/>
                  </a:lnTo>
                  <a:lnTo>
                    <a:pt x="781"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31"/>
            <p:cNvSpPr/>
            <p:nvPr/>
          </p:nvSpPr>
          <p:spPr>
            <a:xfrm>
              <a:off x="6238400" y="3178050"/>
              <a:ext cx="436575" cy="250975"/>
            </a:xfrm>
            <a:custGeom>
              <a:avLst/>
              <a:gdLst/>
              <a:ahLst/>
              <a:cxnLst/>
              <a:rect l="l" t="t" r="r" b="b"/>
              <a:pathLst>
                <a:path w="17463" h="10039" fill="none" extrusionOk="0">
                  <a:moveTo>
                    <a:pt x="781" y="1"/>
                  </a:moveTo>
                  <a:lnTo>
                    <a:pt x="0" y="1658"/>
                  </a:lnTo>
                  <a:lnTo>
                    <a:pt x="13160" y="10038"/>
                  </a:lnTo>
                  <a:lnTo>
                    <a:pt x="17462" y="10038"/>
                  </a:lnTo>
                  <a:lnTo>
                    <a:pt x="78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6205725" y="3273650"/>
              <a:ext cx="7200" cy="15150"/>
            </a:xfrm>
            <a:custGeom>
              <a:avLst/>
              <a:gdLst/>
              <a:ahLst/>
              <a:cxnLst/>
              <a:rect l="l" t="t" r="r" b="b"/>
              <a:pathLst>
                <a:path w="288" h="606" extrusionOk="0">
                  <a:moveTo>
                    <a:pt x="287" y="0"/>
                  </a:moveTo>
                  <a:lnTo>
                    <a:pt x="1" y="606"/>
                  </a:lnTo>
                  <a:lnTo>
                    <a:pt x="287" y="0"/>
                  </a:lnTo>
                  <a:lnTo>
                    <a:pt x="287" y="0"/>
                  </a:lnTo>
                  <a:lnTo>
                    <a:pt x="287" y="0"/>
                  </a:lnTo>
                  <a:close/>
                </a:path>
              </a:pathLst>
            </a:custGeom>
            <a:solidFill>
              <a:srgbClr val="FEEF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6205725" y="3273650"/>
              <a:ext cx="7200" cy="15150"/>
            </a:xfrm>
            <a:custGeom>
              <a:avLst/>
              <a:gdLst/>
              <a:ahLst/>
              <a:cxnLst/>
              <a:rect l="l" t="t" r="r" b="b"/>
              <a:pathLst>
                <a:path w="288" h="606" fill="none" extrusionOk="0">
                  <a:moveTo>
                    <a:pt x="287" y="0"/>
                  </a:moveTo>
                  <a:lnTo>
                    <a:pt x="1" y="606"/>
                  </a:lnTo>
                  <a:lnTo>
                    <a:pt x="287" y="0"/>
                  </a:lnTo>
                  <a:lnTo>
                    <a:pt x="287" y="0"/>
                  </a:lnTo>
                  <a:lnTo>
                    <a:pt x="28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31"/>
            <p:cNvSpPr/>
            <p:nvPr/>
          </p:nvSpPr>
          <p:spPr>
            <a:xfrm>
              <a:off x="6198950" y="3273650"/>
              <a:ext cx="257750" cy="155375"/>
            </a:xfrm>
            <a:custGeom>
              <a:avLst/>
              <a:gdLst/>
              <a:ahLst/>
              <a:cxnLst/>
              <a:rect l="l" t="t" r="r" b="b"/>
              <a:pathLst>
                <a:path w="10310" h="6215" extrusionOk="0">
                  <a:moveTo>
                    <a:pt x="558" y="0"/>
                  </a:moveTo>
                  <a:lnTo>
                    <a:pt x="272" y="606"/>
                  </a:lnTo>
                  <a:lnTo>
                    <a:pt x="1" y="1195"/>
                  </a:lnTo>
                  <a:lnTo>
                    <a:pt x="8333" y="6214"/>
                  </a:lnTo>
                  <a:lnTo>
                    <a:pt x="10309" y="6214"/>
                  </a:lnTo>
                  <a:lnTo>
                    <a:pt x="10245" y="6198"/>
                  </a:lnTo>
                  <a:lnTo>
                    <a:pt x="10150" y="6150"/>
                  </a:lnTo>
                  <a:lnTo>
                    <a:pt x="9783" y="5959"/>
                  </a:lnTo>
                  <a:lnTo>
                    <a:pt x="9274" y="5641"/>
                  </a:lnTo>
                  <a:lnTo>
                    <a:pt x="8636" y="5258"/>
                  </a:lnTo>
                  <a:lnTo>
                    <a:pt x="7075" y="4254"/>
                  </a:lnTo>
                  <a:lnTo>
                    <a:pt x="5322" y="3123"/>
                  </a:lnTo>
                  <a:lnTo>
                    <a:pt x="2056" y="988"/>
                  </a:lnTo>
                  <a:lnTo>
                    <a:pt x="558" y="0"/>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31"/>
            <p:cNvSpPr/>
            <p:nvPr/>
          </p:nvSpPr>
          <p:spPr>
            <a:xfrm>
              <a:off x="6198950" y="3273650"/>
              <a:ext cx="257750" cy="155375"/>
            </a:xfrm>
            <a:custGeom>
              <a:avLst/>
              <a:gdLst/>
              <a:ahLst/>
              <a:cxnLst/>
              <a:rect l="l" t="t" r="r" b="b"/>
              <a:pathLst>
                <a:path w="10310" h="6215" fill="none" extrusionOk="0">
                  <a:moveTo>
                    <a:pt x="558" y="0"/>
                  </a:moveTo>
                  <a:lnTo>
                    <a:pt x="272" y="606"/>
                  </a:lnTo>
                  <a:lnTo>
                    <a:pt x="1" y="1195"/>
                  </a:lnTo>
                  <a:lnTo>
                    <a:pt x="8333" y="6214"/>
                  </a:lnTo>
                  <a:lnTo>
                    <a:pt x="10309" y="6214"/>
                  </a:lnTo>
                  <a:lnTo>
                    <a:pt x="10309" y="6214"/>
                  </a:lnTo>
                  <a:lnTo>
                    <a:pt x="10245" y="6198"/>
                  </a:lnTo>
                  <a:lnTo>
                    <a:pt x="10150" y="6150"/>
                  </a:lnTo>
                  <a:lnTo>
                    <a:pt x="9783" y="5959"/>
                  </a:lnTo>
                  <a:lnTo>
                    <a:pt x="9274" y="5641"/>
                  </a:lnTo>
                  <a:lnTo>
                    <a:pt x="8636" y="5258"/>
                  </a:lnTo>
                  <a:lnTo>
                    <a:pt x="7075" y="4254"/>
                  </a:lnTo>
                  <a:lnTo>
                    <a:pt x="5322" y="3123"/>
                  </a:lnTo>
                  <a:lnTo>
                    <a:pt x="2056" y="988"/>
                  </a:lnTo>
                  <a:lnTo>
                    <a:pt x="5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31"/>
            <p:cNvSpPr/>
            <p:nvPr/>
          </p:nvSpPr>
          <p:spPr>
            <a:xfrm>
              <a:off x="7174025" y="3287600"/>
              <a:ext cx="156575" cy="213900"/>
            </a:xfrm>
            <a:custGeom>
              <a:avLst/>
              <a:gdLst/>
              <a:ahLst/>
              <a:cxnLst/>
              <a:rect l="l" t="t" r="r" b="b"/>
              <a:pathLst>
                <a:path w="6263" h="8556" extrusionOk="0">
                  <a:moveTo>
                    <a:pt x="1626" y="0"/>
                  </a:moveTo>
                  <a:lnTo>
                    <a:pt x="1466" y="16"/>
                  </a:lnTo>
                  <a:lnTo>
                    <a:pt x="1307" y="64"/>
                  </a:lnTo>
                  <a:lnTo>
                    <a:pt x="1148" y="143"/>
                  </a:lnTo>
                  <a:lnTo>
                    <a:pt x="1004" y="239"/>
                  </a:lnTo>
                  <a:lnTo>
                    <a:pt x="861" y="367"/>
                  </a:lnTo>
                  <a:lnTo>
                    <a:pt x="718" y="510"/>
                  </a:lnTo>
                  <a:lnTo>
                    <a:pt x="590" y="685"/>
                  </a:lnTo>
                  <a:lnTo>
                    <a:pt x="479" y="876"/>
                  </a:lnTo>
                  <a:lnTo>
                    <a:pt x="367" y="1083"/>
                  </a:lnTo>
                  <a:lnTo>
                    <a:pt x="287" y="1322"/>
                  </a:lnTo>
                  <a:lnTo>
                    <a:pt x="192" y="1561"/>
                  </a:lnTo>
                  <a:lnTo>
                    <a:pt x="128" y="1832"/>
                  </a:lnTo>
                  <a:lnTo>
                    <a:pt x="80" y="2103"/>
                  </a:lnTo>
                  <a:lnTo>
                    <a:pt x="32" y="2390"/>
                  </a:lnTo>
                  <a:lnTo>
                    <a:pt x="17" y="2677"/>
                  </a:lnTo>
                  <a:lnTo>
                    <a:pt x="1" y="2979"/>
                  </a:lnTo>
                  <a:lnTo>
                    <a:pt x="17" y="3298"/>
                  </a:lnTo>
                  <a:lnTo>
                    <a:pt x="32" y="3585"/>
                  </a:lnTo>
                  <a:lnTo>
                    <a:pt x="80" y="3872"/>
                  </a:lnTo>
                  <a:lnTo>
                    <a:pt x="128" y="4142"/>
                  </a:lnTo>
                  <a:lnTo>
                    <a:pt x="192" y="4413"/>
                  </a:lnTo>
                  <a:lnTo>
                    <a:pt x="287" y="4652"/>
                  </a:lnTo>
                  <a:lnTo>
                    <a:pt x="367" y="4875"/>
                  </a:lnTo>
                  <a:lnTo>
                    <a:pt x="479" y="5098"/>
                  </a:lnTo>
                  <a:lnTo>
                    <a:pt x="590" y="5290"/>
                  </a:lnTo>
                  <a:lnTo>
                    <a:pt x="718" y="5449"/>
                  </a:lnTo>
                  <a:lnTo>
                    <a:pt x="861" y="5608"/>
                  </a:lnTo>
                  <a:lnTo>
                    <a:pt x="1004" y="5736"/>
                  </a:lnTo>
                  <a:lnTo>
                    <a:pt x="1148" y="5831"/>
                  </a:lnTo>
                  <a:lnTo>
                    <a:pt x="1307" y="5911"/>
                  </a:lnTo>
                  <a:lnTo>
                    <a:pt x="1466" y="5943"/>
                  </a:lnTo>
                  <a:lnTo>
                    <a:pt x="1626" y="5959"/>
                  </a:lnTo>
                  <a:lnTo>
                    <a:pt x="1737" y="5959"/>
                  </a:lnTo>
                  <a:lnTo>
                    <a:pt x="1833" y="5943"/>
                  </a:lnTo>
                  <a:lnTo>
                    <a:pt x="1928" y="5911"/>
                  </a:lnTo>
                  <a:lnTo>
                    <a:pt x="2024" y="5879"/>
                  </a:lnTo>
                  <a:lnTo>
                    <a:pt x="2199" y="5784"/>
                  </a:lnTo>
                  <a:lnTo>
                    <a:pt x="2375" y="5640"/>
                  </a:lnTo>
                  <a:lnTo>
                    <a:pt x="2534" y="5465"/>
                  </a:lnTo>
                  <a:lnTo>
                    <a:pt x="2677" y="5258"/>
                  </a:lnTo>
                  <a:lnTo>
                    <a:pt x="2821" y="5035"/>
                  </a:lnTo>
                  <a:lnTo>
                    <a:pt x="2932" y="4780"/>
                  </a:lnTo>
                  <a:lnTo>
                    <a:pt x="6262" y="8556"/>
                  </a:lnTo>
                  <a:lnTo>
                    <a:pt x="6262" y="6389"/>
                  </a:lnTo>
                  <a:lnTo>
                    <a:pt x="3187" y="3904"/>
                  </a:lnTo>
                  <a:lnTo>
                    <a:pt x="3219" y="3696"/>
                  </a:lnTo>
                  <a:lnTo>
                    <a:pt x="3235" y="3457"/>
                  </a:lnTo>
                  <a:lnTo>
                    <a:pt x="3251" y="3218"/>
                  </a:lnTo>
                  <a:lnTo>
                    <a:pt x="3267" y="2979"/>
                  </a:lnTo>
                  <a:lnTo>
                    <a:pt x="3251" y="2677"/>
                  </a:lnTo>
                  <a:lnTo>
                    <a:pt x="3235" y="2390"/>
                  </a:lnTo>
                  <a:lnTo>
                    <a:pt x="3187" y="2103"/>
                  </a:lnTo>
                  <a:lnTo>
                    <a:pt x="3139" y="1832"/>
                  </a:lnTo>
                  <a:lnTo>
                    <a:pt x="3060" y="1561"/>
                  </a:lnTo>
                  <a:lnTo>
                    <a:pt x="2980" y="1322"/>
                  </a:lnTo>
                  <a:lnTo>
                    <a:pt x="2884" y="1083"/>
                  </a:lnTo>
                  <a:lnTo>
                    <a:pt x="2789" y="876"/>
                  </a:lnTo>
                  <a:lnTo>
                    <a:pt x="2661" y="685"/>
                  </a:lnTo>
                  <a:lnTo>
                    <a:pt x="2550" y="510"/>
                  </a:lnTo>
                  <a:lnTo>
                    <a:pt x="2406" y="367"/>
                  </a:lnTo>
                  <a:lnTo>
                    <a:pt x="2263" y="239"/>
                  </a:lnTo>
                  <a:lnTo>
                    <a:pt x="2120" y="143"/>
                  </a:lnTo>
                  <a:lnTo>
                    <a:pt x="1960" y="64"/>
                  </a:lnTo>
                  <a:lnTo>
                    <a:pt x="1801" y="16"/>
                  </a:lnTo>
                  <a:lnTo>
                    <a:pt x="16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31"/>
            <p:cNvSpPr/>
            <p:nvPr/>
          </p:nvSpPr>
          <p:spPr>
            <a:xfrm>
              <a:off x="6774525" y="3499100"/>
              <a:ext cx="163325" cy="33075"/>
            </a:xfrm>
            <a:custGeom>
              <a:avLst/>
              <a:gdLst/>
              <a:ahLst/>
              <a:cxnLst/>
              <a:rect l="l" t="t" r="r" b="b"/>
              <a:pathLst>
                <a:path w="6533" h="1323" extrusionOk="0">
                  <a:moveTo>
                    <a:pt x="0" y="0"/>
                  </a:moveTo>
                  <a:lnTo>
                    <a:pt x="0" y="1323"/>
                  </a:lnTo>
                  <a:lnTo>
                    <a:pt x="6533" y="1323"/>
                  </a:lnTo>
                  <a:lnTo>
                    <a:pt x="653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31"/>
            <p:cNvSpPr/>
            <p:nvPr/>
          </p:nvSpPr>
          <p:spPr>
            <a:xfrm>
              <a:off x="6751025" y="3429000"/>
              <a:ext cx="23525" cy="650850"/>
            </a:xfrm>
            <a:custGeom>
              <a:avLst/>
              <a:gdLst/>
              <a:ahLst/>
              <a:cxnLst/>
              <a:rect l="l" t="t" r="r" b="b"/>
              <a:pathLst>
                <a:path w="941" h="26034" extrusionOk="0">
                  <a:moveTo>
                    <a:pt x="0" y="0"/>
                  </a:moveTo>
                  <a:lnTo>
                    <a:pt x="0" y="26034"/>
                  </a:lnTo>
                  <a:lnTo>
                    <a:pt x="940" y="26034"/>
                  </a:lnTo>
                  <a:lnTo>
                    <a:pt x="9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31"/>
            <p:cNvSpPr/>
            <p:nvPr/>
          </p:nvSpPr>
          <p:spPr>
            <a:xfrm>
              <a:off x="7295900" y="3828900"/>
              <a:ext cx="499525" cy="499500"/>
            </a:xfrm>
            <a:custGeom>
              <a:avLst/>
              <a:gdLst/>
              <a:ahLst/>
              <a:cxnLst/>
              <a:rect l="l" t="t" r="r" b="b"/>
              <a:pathLst>
                <a:path w="19981" h="19980" extrusionOk="0">
                  <a:moveTo>
                    <a:pt x="9991" y="0"/>
                  </a:moveTo>
                  <a:lnTo>
                    <a:pt x="9481" y="16"/>
                  </a:lnTo>
                  <a:lnTo>
                    <a:pt x="8971" y="64"/>
                  </a:lnTo>
                  <a:lnTo>
                    <a:pt x="8477" y="128"/>
                  </a:lnTo>
                  <a:lnTo>
                    <a:pt x="7983" y="207"/>
                  </a:lnTo>
                  <a:lnTo>
                    <a:pt x="7505" y="319"/>
                  </a:lnTo>
                  <a:lnTo>
                    <a:pt x="7027" y="462"/>
                  </a:lnTo>
                  <a:lnTo>
                    <a:pt x="6565" y="606"/>
                  </a:lnTo>
                  <a:lnTo>
                    <a:pt x="6103" y="797"/>
                  </a:lnTo>
                  <a:lnTo>
                    <a:pt x="5657" y="988"/>
                  </a:lnTo>
                  <a:lnTo>
                    <a:pt x="5227" y="1211"/>
                  </a:lnTo>
                  <a:lnTo>
                    <a:pt x="4813" y="1450"/>
                  </a:lnTo>
                  <a:lnTo>
                    <a:pt x="4414" y="1705"/>
                  </a:lnTo>
                  <a:lnTo>
                    <a:pt x="4016" y="1992"/>
                  </a:lnTo>
                  <a:lnTo>
                    <a:pt x="3634" y="2294"/>
                  </a:lnTo>
                  <a:lnTo>
                    <a:pt x="3283" y="2597"/>
                  </a:lnTo>
                  <a:lnTo>
                    <a:pt x="2933" y="2932"/>
                  </a:lnTo>
                  <a:lnTo>
                    <a:pt x="2598" y="3282"/>
                  </a:lnTo>
                  <a:lnTo>
                    <a:pt x="2279" y="3649"/>
                  </a:lnTo>
                  <a:lnTo>
                    <a:pt x="1993" y="4015"/>
                  </a:lnTo>
                  <a:lnTo>
                    <a:pt x="1706" y="4414"/>
                  </a:lnTo>
                  <a:lnTo>
                    <a:pt x="1451" y="4812"/>
                  </a:lnTo>
                  <a:lnTo>
                    <a:pt x="1212" y="5226"/>
                  </a:lnTo>
                  <a:lnTo>
                    <a:pt x="989" y="5672"/>
                  </a:lnTo>
                  <a:lnTo>
                    <a:pt x="798" y="6102"/>
                  </a:lnTo>
                  <a:lnTo>
                    <a:pt x="606" y="6564"/>
                  </a:lnTo>
                  <a:lnTo>
                    <a:pt x="447" y="7026"/>
                  </a:lnTo>
                  <a:lnTo>
                    <a:pt x="320" y="7504"/>
                  </a:lnTo>
                  <a:lnTo>
                    <a:pt x="208" y="7982"/>
                  </a:lnTo>
                  <a:lnTo>
                    <a:pt x="128" y="8476"/>
                  </a:lnTo>
                  <a:lnTo>
                    <a:pt x="65" y="8970"/>
                  </a:lnTo>
                  <a:lnTo>
                    <a:pt x="17" y="9480"/>
                  </a:lnTo>
                  <a:lnTo>
                    <a:pt x="1" y="9990"/>
                  </a:lnTo>
                  <a:lnTo>
                    <a:pt x="17" y="10516"/>
                  </a:lnTo>
                  <a:lnTo>
                    <a:pt x="65" y="11010"/>
                  </a:lnTo>
                  <a:lnTo>
                    <a:pt x="128" y="11519"/>
                  </a:lnTo>
                  <a:lnTo>
                    <a:pt x="208" y="12013"/>
                  </a:lnTo>
                  <a:lnTo>
                    <a:pt x="320" y="12491"/>
                  </a:lnTo>
                  <a:lnTo>
                    <a:pt x="447" y="12969"/>
                  </a:lnTo>
                  <a:lnTo>
                    <a:pt x="606" y="13431"/>
                  </a:lnTo>
                  <a:lnTo>
                    <a:pt x="798" y="13877"/>
                  </a:lnTo>
                  <a:lnTo>
                    <a:pt x="989" y="14323"/>
                  </a:lnTo>
                  <a:lnTo>
                    <a:pt x="1212" y="14754"/>
                  </a:lnTo>
                  <a:lnTo>
                    <a:pt x="1451" y="15168"/>
                  </a:lnTo>
                  <a:lnTo>
                    <a:pt x="1706" y="15582"/>
                  </a:lnTo>
                  <a:lnTo>
                    <a:pt x="1993" y="15965"/>
                  </a:lnTo>
                  <a:lnTo>
                    <a:pt x="2279" y="16347"/>
                  </a:lnTo>
                  <a:lnTo>
                    <a:pt x="2598" y="16713"/>
                  </a:lnTo>
                  <a:lnTo>
                    <a:pt x="2933" y="17064"/>
                  </a:lnTo>
                  <a:lnTo>
                    <a:pt x="3283" y="17382"/>
                  </a:lnTo>
                  <a:lnTo>
                    <a:pt x="3634" y="17701"/>
                  </a:lnTo>
                  <a:lnTo>
                    <a:pt x="4016" y="18004"/>
                  </a:lnTo>
                  <a:lnTo>
                    <a:pt x="4414" y="18275"/>
                  </a:lnTo>
                  <a:lnTo>
                    <a:pt x="4813" y="18546"/>
                  </a:lnTo>
                  <a:lnTo>
                    <a:pt x="5227" y="18785"/>
                  </a:lnTo>
                  <a:lnTo>
                    <a:pt x="5657" y="18992"/>
                  </a:lnTo>
                  <a:lnTo>
                    <a:pt x="6103" y="19199"/>
                  </a:lnTo>
                  <a:lnTo>
                    <a:pt x="6565" y="19374"/>
                  </a:lnTo>
                  <a:lnTo>
                    <a:pt x="7027" y="19533"/>
                  </a:lnTo>
                  <a:lnTo>
                    <a:pt x="7505" y="19677"/>
                  </a:lnTo>
                  <a:lnTo>
                    <a:pt x="7983" y="19788"/>
                  </a:lnTo>
                  <a:lnTo>
                    <a:pt x="8477" y="19868"/>
                  </a:lnTo>
                  <a:lnTo>
                    <a:pt x="8971" y="19932"/>
                  </a:lnTo>
                  <a:lnTo>
                    <a:pt x="9481" y="19964"/>
                  </a:lnTo>
                  <a:lnTo>
                    <a:pt x="9991" y="19979"/>
                  </a:lnTo>
                  <a:lnTo>
                    <a:pt x="10516" y="19964"/>
                  </a:lnTo>
                  <a:lnTo>
                    <a:pt x="11010" y="19932"/>
                  </a:lnTo>
                  <a:lnTo>
                    <a:pt x="11520" y="19868"/>
                  </a:lnTo>
                  <a:lnTo>
                    <a:pt x="12014" y="19788"/>
                  </a:lnTo>
                  <a:lnTo>
                    <a:pt x="12492" y="19677"/>
                  </a:lnTo>
                  <a:lnTo>
                    <a:pt x="12970" y="19533"/>
                  </a:lnTo>
                  <a:lnTo>
                    <a:pt x="13432" y="19374"/>
                  </a:lnTo>
                  <a:lnTo>
                    <a:pt x="13878" y="19199"/>
                  </a:lnTo>
                  <a:lnTo>
                    <a:pt x="14324" y="18992"/>
                  </a:lnTo>
                  <a:lnTo>
                    <a:pt x="14755" y="18785"/>
                  </a:lnTo>
                  <a:lnTo>
                    <a:pt x="15169" y="18546"/>
                  </a:lnTo>
                  <a:lnTo>
                    <a:pt x="15583" y="18275"/>
                  </a:lnTo>
                  <a:lnTo>
                    <a:pt x="15965" y="18004"/>
                  </a:lnTo>
                  <a:lnTo>
                    <a:pt x="16348" y="17701"/>
                  </a:lnTo>
                  <a:lnTo>
                    <a:pt x="16714" y="17382"/>
                  </a:lnTo>
                  <a:lnTo>
                    <a:pt x="17065" y="17064"/>
                  </a:lnTo>
                  <a:lnTo>
                    <a:pt x="17383" y="16713"/>
                  </a:lnTo>
                  <a:lnTo>
                    <a:pt x="17702" y="16347"/>
                  </a:lnTo>
                  <a:lnTo>
                    <a:pt x="18005" y="15965"/>
                  </a:lnTo>
                  <a:lnTo>
                    <a:pt x="18276" y="15582"/>
                  </a:lnTo>
                  <a:lnTo>
                    <a:pt x="18531" y="15168"/>
                  </a:lnTo>
                  <a:lnTo>
                    <a:pt x="18785" y="14754"/>
                  </a:lnTo>
                  <a:lnTo>
                    <a:pt x="18993" y="14323"/>
                  </a:lnTo>
                  <a:lnTo>
                    <a:pt x="19200" y="13877"/>
                  </a:lnTo>
                  <a:lnTo>
                    <a:pt x="19375" y="13431"/>
                  </a:lnTo>
                  <a:lnTo>
                    <a:pt x="19534" y="12969"/>
                  </a:lnTo>
                  <a:lnTo>
                    <a:pt x="19662" y="12491"/>
                  </a:lnTo>
                  <a:lnTo>
                    <a:pt x="19773" y="12013"/>
                  </a:lnTo>
                  <a:lnTo>
                    <a:pt x="19869" y="11519"/>
                  </a:lnTo>
                  <a:lnTo>
                    <a:pt x="19933" y="11010"/>
                  </a:lnTo>
                  <a:lnTo>
                    <a:pt x="19964" y="10516"/>
                  </a:lnTo>
                  <a:lnTo>
                    <a:pt x="19980" y="9990"/>
                  </a:lnTo>
                  <a:lnTo>
                    <a:pt x="19964" y="9480"/>
                  </a:lnTo>
                  <a:lnTo>
                    <a:pt x="19933" y="8970"/>
                  </a:lnTo>
                  <a:lnTo>
                    <a:pt x="19869" y="8476"/>
                  </a:lnTo>
                  <a:lnTo>
                    <a:pt x="19773" y="7982"/>
                  </a:lnTo>
                  <a:lnTo>
                    <a:pt x="19662" y="7504"/>
                  </a:lnTo>
                  <a:lnTo>
                    <a:pt x="19534" y="7026"/>
                  </a:lnTo>
                  <a:lnTo>
                    <a:pt x="19375" y="6564"/>
                  </a:lnTo>
                  <a:lnTo>
                    <a:pt x="19200" y="6102"/>
                  </a:lnTo>
                  <a:lnTo>
                    <a:pt x="18993" y="5672"/>
                  </a:lnTo>
                  <a:lnTo>
                    <a:pt x="18785" y="5226"/>
                  </a:lnTo>
                  <a:lnTo>
                    <a:pt x="18531" y="4812"/>
                  </a:lnTo>
                  <a:lnTo>
                    <a:pt x="18276" y="4414"/>
                  </a:lnTo>
                  <a:lnTo>
                    <a:pt x="18005" y="4015"/>
                  </a:lnTo>
                  <a:lnTo>
                    <a:pt x="17702" y="3649"/>
                  </a:lnTo>
                  <a:lnTo>
                    <a:pt x="17383" y="3282"/>
                  </a:lnTo>
                  <a:lnTo>
                    <a:pt x="17065" y="2932"/>
                  </a:lnTo>
                  <a:lnTo>
                    <a:pt x="16714" y="2597"/>
                  </a:lnTo>
                  <a:lnTo>
                    <a:pt x="16348" y="2294"/>
                  </a:lnTo>
                  <a:lnTo>
                    <a:pt x="15965" y="1992"/>
                  </a:lnTo>
                  <a:lnTo>
                    <a:pt x="15583" y="1705"/>
                  </a:lnTo>
                  <a:lnTo>
                    <a:pt x="15169" y="1450"/>
                  </a:lnTo>
                  <a:lnTo>
                    <a:pt x="14755" y="1211"/>
                  </a:lnTo>
                  <a:lnTo>
                    <a:pt x="14324" y="988"/>
                  </a:lnTo>
                  <a:lnTo>
                    <a:pt x="13878" y="797"/>
                  </a:lnTo>
                  <a:lnTo>
                    <a:pt x="13432" y="606"/>
                  </a:lnTo>
                  <a:lnTo>
                    <a:pt x="12970" y="462"/>
                  </a:lnTo>
                  <a:lnTo>
                    <a:pt x="12492" y="319"/>
                  </a:lnTo>
                  <a:lnTo>
                    <a:pt x="12014" y="207"/>
                  </a:lnTo>
                  <a:lnTo>
                    <a:pt x="11520" y="128"/>
                  </a:lnTo>
                  <a:lnTo>
                    <a:pt x="11010" y="64"/>
                  </a:lnTo>
                  <a:lnTo>
                    <a:pt x="10516" y="16"/>
                  </a:lnTo>
                  <a:lnTo>
                    <a:pt x="99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31"/>
            <p:cNvSpPr/>
            <p:nvPr/>
          </p:nvSpPr>
          <p:spPr>
            <a:xfrm>
              <a:off x="7421375" y="3954750"/>
              <a:ext cx="248575" cy="248175"/>
            </a:xfrm>
            <a:custGeom>
              <a:avLst/>
              <a:gdLst/>
              <a:ahLst/>
              <a:cxnLst/>
              <a:rect l="l" t="t" r="r" b="b"/>
              <a:pathLst>
                <a:path w="9943" h="9927" extrusionOk="0">
                  <a:moveTo>
                    <a:pt x="4717" y="1"/>
                  </a:moveTo>
                  <a:lnTo>
                    <a:pt x="4462" y="17"/>
                  </a:lnTo>
                  <a:lnTo>
                    <a:pt x="4223" y="49"/>
                  </a:lnTo>
                  <a:lnTo>
                    <a:pt x="3968" y="96"/>
                  </a:lnTo>
                  <a:lnTo>
                    <a:pt x="3729" y="144"/>
                  </a:lnTo>
                  <a:lnTo>
                    <a:pt x="3506" y="224"/>
                  </a:lnTo>
                  <a:lnTo>
                    <a:pt x="3267" y="288"/>
                  </a:lnTo>
                  <a:lnTo>
                    <a:pt x="3044" y="383"/>
                  </a:lnTo>
                  <a:lnTo>
                    <a:pt x="2821" y="479"/>
                  </a:lnTo>
                  <a:lnTo>
                    <a:pt x="2614" y="590"/>
                  </a:lnTo>
                  <a:lnTo>
                    <a:pt x="2407" y="718"/>
                  </a:lnTo>
                  <a:lnTo>
                    <a:pt x="2199" y="845"/>
                  </a:lnTo>
                  <a:lnTo>
                    <a:pt x="2008" y="973"/>
                  </a:lnTo>
                  <a:lnTo>
                    <a:pt x="1817" y="1132"/>
                  </a:lnTo>
                  <a:lnTo>
                    <a:pt x="1642" y="1291"/>
                  </a:lnTo>
                  <a:lnTo>
                    <a:pt x="1467" y="1451"/>
                  </a:lnTo>
                  <a:lnTo>
                    <a:pt x="1291" y="1626"/>
                  </a:lnTo>
                  <a:lnTo>
                    <a:pt x="1148" y="1801"/>
                  </a:lnTo>
                  <a:lnTo>
                    <a:pt x="989" y="1992"/>
                  </a:lnTo>
                  <a:lnTo>
                    <a:pt x="861" y="2184"/>
                  </a:lnTo>
                  <a:lnTo>
                    <a:pt x="734" y="2391"/>
                  </a:lnTo>
                  <a:lnTo>
                    <a:pt x="606" y="2598"/>
                  </a:lnTo>
                  <a:lnTo>
                    <a:pt x="495" y="2805"/>
                  </a:lnTo>
                  <a:lnTo>
                    <a:pt x="399" y="3028"/>
                  </a:lnTo>
                  <a:lnTo>
                    <a:pt x="303" y="3251"/>
                  </a:lnTo>
                  <a:lnTo>
                    <a:pt x="224" y="3490"/>
                  </a:lnTo>
                  <a:lnTo>
                    <a:pt x="160" y="3713"/>
                  </a:lnTo>
                  <a:lnTo>
                    <a:pt x="112" y="3952"/>
                  </a:lnTo>
                  <a:lnTo>
                    <a:pt x="64" y="4207"/>
                  </a:lnTo>
                  <a:lnTo>
                    <a:pt x="33" y="4446"/>
                  </a:lnTo>
                  <a:lnTo>
                    <a:pt x="17" y="4701"/>
                  </a:lnTo>
                  <a:lnTo>
                    <a:pt x="1" y="4956"/>
                  </a:lnTo>
                  <a:lnTo>
                    <a:pt x="17" y="5211"/>
                  </a:lnTo>
                  <a:lnTo>
                    <a:pt x="33" y="5466"/>
                  </a:lnTo>
                  <a:lnTo>
                    <a:pt x="64" y="5721"/>
                  </a:lnTo>
                  <a:lnTo>
                    <a:pt x="112" y="5960"/>
                  </a:lnTo>
                  <a:lnTo>
                    <a:pt x="160" y="6199"/>
                  </a:lnTo>
                  <a:lnTo>
                    <a:pt x="224" y="6438"/>
                  </a:lnTo>
                  <a:lnTo>
                    <a:pt x="303" y="6677"/>
                  </a:lnTo>
                  <a:lnTo>
                    <a:pt x="399" y="6900"/>
                  </a:lnTo>
                  <a:lnTo>
                    <a:pt x="495" y="7107"/>
                  </a:lnTo>
                  <a:lnTo>
                    <a:pt x="606" y="7330"/>
                  </a:lnTo>
                  <a:lnTo>
                    <a:pt x="734" y="7537"/>
                  </a:lnTo>
                  <a:lnTo>
                    <a:pt x="861" y="7744"/>
                  </a:lnTo>
                  <a:lnTo>
                    <a:pt x="989" y="7935"/>
                  </a:lnTo>
                  <a:lnTo>
                    <a:pt x="1148" y="8126"/>
                  </a:lnTo>
                  <a:lnTo>
                    <a:pt x="1291" y="8302"/>
                  </a:lnTo>
                  <a:lnTo>
                    <a:pt x="1467" y="8477"/>
                  </a:lnTo>
                  <a:lnTo>
                    <a:pt x="1642" y="8636"/>
                  </a:lnTo>
                  <a:lnTo>
                    <a:pt x="1817" y="8796"/>
                  </a:lnTo>
                  <a:lnTo>
                    <a:pt x="2008" y="8939"/>
                  </a:lnTo>
                  <a:lnTo>
                    <a:pt x="2199" y="9082"/>
                  </a:lnTo>
                  <a:lnTo>
                    <a:pt x="2407" y="9210"/>
                  </a:lnTo>
                  <a:lnTo>
                    <a:pt x="2614" y="9321"/>
                  </a:lnTo>
                  <a:lnTo>
                    <a:pt x="2821" y="9433"/>
                  </a:lnTo>
                  <a:lnTo>
                    <a:pt x="3044" y="9544"/>
                  </a:lnTo>
                  <a:lnTo>
                    <a:pt x="3267" y="9624"/>
                  </a:lnTo>
                  <a:lnTo>
                    <a:pt x="3506" y="9704"/>
                  </a:lnTo>
                  <a:lnTo>
                    <a:pt x="3729" y="9767"/>
                  </a:lnTo>
                  <a:lnTo>
                    <a:pt x="3968" y="9831"/>
                  </a:lnTo>
                  <a:lnTo>
                    <a:pt x="4223" y="9863"/>
                  </a:lnTo>
                  <a:lnTo>
                    <a:pt x="4462" y="9895"/>
                  </a:lnTo>
                  <a:lnTo>
                    <a:pt x="4717" y="9927"/>
                  </a:lnTo>
                  <a:lnTo>
                    <a:pt x="5227" y="9927"/>
                  </a:lnTo>
                  <a:lnTo>
                    <a:pt x="5482" y="9895"/>
                  </a:lnTo>
                  <a:lnTo>
                    <a:pt x="5736" y="9863"/>
                  </a:lnTo>
                  <a:lnTo>
                    <a:pt x="5975" y="9831"/>
                  </a:lnTo>
                  <a:lnTo>
                    <a:pt x="6214" y="9767"/>
                  </a:lnTo>
                  <a:lnTo>
                    <a:pt x="6453" y="9704"/>
                  </a:lnTo>
                  <a:lnTo>
                    <a:pt x="6676" y="9624"/>
                  </a:lnTo>
                  <a:lnTo>
                    <a:pt x="6915" y="9544"/>
                  </a:lnTo>
                  <a:lnTo>
                    <a:pt x="7123" y="9433"/>
                  </a:lnTo>
                  <a:lnTo>
                    <a:pt x="7346" y="9321"/>
                  </a:lnTo>
                  <a:lnTo>
                    <a:pt x="7553" y="9210"/>
                  </a:lnTo>
                  <a:lnTo>
                    <a:pt x="7760" y="9082"/>
                  </a:lnTo>
                  <a:lnTo>
                    <a:pt x="7951" y="8939"/>
                  </a:lnTo>
                  <a:lnTo>
                    <a:pt x="8142" y="8796"/>
                  </a:lnTo>
                  <a:lnTo>
                    <a:pt x="8318" y="8636"/>
                  </a:lnTo>
                  <a:lnTo>
                    <a:pt x="8493" y="8477"/>
                  </a:lnTo>
                  <a:lnTo>
                    <a:pt x="8652" y="8302"/>
                  </a:lnTo>
                  <a:lnTo>
                    <a:pt x="8811" y="8126"/>
                  </a:lnTo>
                  <a:lnTo>
                    <a:pt x="8955" y="7935"/>
                  </a:lnTo>
                  <a:lnTo>
                    <a:pt x="9098" y="7744"/>
                  </a:lnTo>
                  <a:lnTo>
                    <a:pt x="9226" y="7537"/>
                  </a:lnTo>
                  <a:lnTo>
                    <a:pt x="9337" y="7330"/>
                  </a:lnTo>
                  <a:lnTo>
                    <a:pt x="9449" y="7107"/>
                  </a:lnTo>
                  <a:lnTo>
                    <a:pt x="9544" y="6900"/>
                  </a:lnTo>
                  <a:lnTo>
                    <a:pt x="9640" y="6677"/>
                  </a:lnTo>
                  <a:lnTo>
                    <a:pt x="9720" y="6438"/>
                  </a:lnTo>
                  <a:lnTo>
                    <a:pt x="9783" y="6199"/>
                  </a:lnTo>
                  <a:lnTo>
                    <a:pt x="9847" y="5960"/>
                  </a:lnTo>
                  <a:lnTo>
                    <a:pt x="9879" y="5721"/>
                  </a:lnTo>
                  <a:lnTo>
                    <a:pt x="9911" y="5466"/>
                  </a:lnTo>
                  <a:lnTo>
                    <a:pt x="9943" y="5211"/>
                  </a:lnTo>
                  <a:lnTo>
                    <a:pt x="9943" y="4956"/>
                  </a:lnTo>
                  <a:lnTo>
                    <a:pt x="9943" y="4701"/>
                  </a:lnTo>
                  <a:lnTo>
                    <a:pt x="9911" y="4446"/>
                  </a:lnTo>
                  <a:lnTo>
                    <a:pt x="9879" y="4207"/>
                  </a:lnTo>
                  <a:lnTo>
                    <a:pt x="9847" y="3952"/>
                  </a:lnTo>
                  <a:lnTo>
                    <a:pt x="9783" y="3713"/>
                  </a:lnTo>
                  <a:lnTo>
                    <a:pt x="9720" y="3490"/>
                  </a:lnTo>
                  <a:lnTo>
                    <a:pt x="9640" y="3251"/>
                  </a:lnTo>
                  <a:lnTo>
                    <a:pt x="9544" y="3028"/>
                  </a:lnTo>
                  <a:lnTo>
                    <a:pt x="9449" y="2805"/>
                  </a:lnTo>
                  <a:lnTo>
                    <a:pt x="9337" y="2598"/>
                  </a:lnTo>
                  <a:lnTo>
                    <a:pt x="9226" y="2391"/>
                  </a:lnTo>
                  <a:lnTo>
                    <a:pt x="9098" y="2184"/>
                  </a:lnTo>
                  <a:lnTo>
                    <a:pt x="8955" y="1992"/>
                  </a:lnTo>
                  <a:lnTo>
                    <a:pt x="8811" y="1801"/>
                  </a:lnTo>
                  <a:lnTo>
                    <a:pt x="8652" y="1626"/>
                  </a:lnTo>
                  <a:lnTo>
                    <a:pt x="8493" y="1451"/>
                  </a:lnTo>
                  <a:lnTo>
                    <a:pt x="8318" y="1291"/>
                  </a:lnTo>
                  <a:lnTo>
                    <a:pt x="8142" y="1132"/>
                  </a:lnTo>
                  <a:lnTo>
                    <a:pt x="7951" y="973"/>
                  </a:lnTo>
                  <a:lnTo>
                    <a:pt x="7760" y="845"/>
                  </a:lnTo>
                  <a:lnTo>
                    <a:pt x="7553" y="718"/>
                  </a:lnTo>
                  <a:lnTo>
                    <a:pt x="7346" y="590"/>
                  </a:lnTo>
                  <a:lnTo>
                    <a:pt x="7123" y="479"/>
                  </a:lnTo>
                  <a:lnTo>
                    <a:pt x="6915" y="383"/>
                  </a:lnTo>
                  <a:lnTo>
                    <a:pt x="6676" y="288"/>
                  </a:lnTo>
                  <a:lnTo>
                    <a:pt x="6453" y="224"/>
                  </a:lnTo>
                  <a:lnTo>
                    <a:pt x="6214" y="144"/>
                  </a:lnTo>
                  <a:lnTo>
                    <a:pt x="5975" y="96"/>
                  </a:lnTo>
                  <a:lnTo>
                    <a:pt x="5736" y="49"/>
                  </a:lnTo>
                  <a:lnTo>
                    <a:pt x="5482" y="17"/>
                  </a:lnTo>
                  <a:lnTo>
                    <a:pt x="52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31"/>
            <p:cNvSpPr/>
            <p:nvPr/>
          </p:nvSpPr>
          <p:spPr>
            <a:xfrm>
              <a:off x="5785100" y="3828900"/>
              <a:ext cx="499525" cy="499500"/>
            </a:xfrm>
            <a:custGeom>
              <a:avLst/>
              <a:gdLst/>
              <a:ahLst/>
              <a:cxnLst/>
              <a:rect l="l" t="t" r="r" b="b"/>
              <a:pathLst>
                <a:path w="19981" h="19980" extrusionOk="0">
                  <a:moveTo>
                    <a:pt x="9991" y="0"/>
                  </a:moveTo>
                  <a:lnTo>
                    <a:pt x="9465" y="16"/>
                  </a:lnTo>
                  <a:lnTo>
                    <a:pt x="8971" y="64"/>
                  </a:lnTo>
                  <a:lnTo>
                    <a:pt x="8461" y="128"/>
                  </a:lnTo>
                  <a:lnTo>
                    <a:pt x="7967" y="207"/>
                  </a:lnTo>
                  <a:lnTo>
                    <a:pt x="7489" y="319"/>
                  </a:lnTo>
                  <a:lnTo>
                    <a:pt x="7011" y="462"/>
                  </a:lnTo>
                  <a:lnTo>
                    <a:pt x="6549" y="606"/>
                  </a:lnTo>
                  <a:lnTo>
                    <a:pt x="6103" y="797"/>
                  </a:lnTo>
                  <a:lnTo>
                    <a:pt x="5657" y="988"/>
                  </a:lnTo>
                  <a:lnTo>
                    <a:pt x="5227" y="1211"/>
                  </a:lnTo>
                  <a:lnTo>
                    <a:pt x="4812" y="1450"/>
                  </a:lnTo>
                  <a:lnTo>
                    <a:pt x="4398" y="1705"/>
                  </a:lnTo>
                  <a:lnTo>
                    <a:pt x="4000" y="1992"/>
                  </a:lnTo>
                  <a:lnTo>
                    <a:pt x="3633" y="2294"/>
                  </a:lnTo>
                  <a:lnTo>
                    <a:pt x="3267" y="2597"/>
                  </a:lnTo>
                  <a:lnTo>
                    <a:pt x="2917" y="2932"/>
                  </a:lnTo>
                  <a:lnTo>
                    <a:pt x="2598" y="3282"/>
                  </a:lnTo>
                  <a:lnTo>
                    <a:pt x="2279" y="3649"/>
                  </a:lnTo>
                  <a:lnTo>
                    <a:pt x="1977" y="4015"/>
                  </a:lnTo>
                  <a:lnTo>
                    <a:pt x="1706" y="4414"/>
                  </a:lnTo>
                  <a:lnTo>
                    <a:pt x="1435" y="4812"/>
                  </a:lnTo>
                  <a:lnTo>
                    <a:pt x="1196" y="5226"/>
                  </a:lnTo>
                  <a:lnTo>
                    <a:pt x="973" y="5672"/>
                  </a:lnTo>
                  <a:lnTo>
                    <a:pt x="782" y="6102"/>
                  </a:lnTo>
                  <a:lnTo>
                    <a:pt x="606" y="6564"/>
                  </a:lnTo>
                  <a:lnTo>
                    <a:pt x="447" y="7026"/>
                  </a:lnTo>
                  <a:lnTo>
                    <a:pt x="304" y="7504"/>
                  </a:lnTo>
                  <a:lnTo>
                    <a:pt x="192" y="7982"/>
                  </a:lnTo>
                  <a:lnTo>
                    <a:pt x="112" y="8476"/>
                  </a:lnTo>
                  <a:lnTo>
                    <a:pt x="49" y="8970"/>
                  </a:lnTo>
                  <a:lnTo>
                    <a:pt x="1" y="9480"/>
                  </a:lnTo>
                  <a:lnTo>
                    <a:pt x="1" y="9990"/>
                  </a:lnTo>
                  <a:lnTo>
                    <a:pt x="1" y="10516"/>
                  </a:lnTo>
                  <a:lnTo>
                    <a:pt x="49" y="11010"/>
                  </a:lnTo>
                  <a:lnTo>
                    <a:pt x="112" y="11519"/>
                  </a:lnTo>
                  <a:lnTo>
                    <a:pt x="192" y="12013"/>
                  </a:lnTo>
                  <a:lnTo>
                    <a:pt x="304" y="12491"/>
                  </a:lnTo>
                  <a:lnTo>
                    <a:pt x="447" y="12969"/>
                  </a:lnTo>
                  <a:lnTo>
                    <a:pt x="606" y="13431"/>
                  </a:lnTo>
                  <a:lnTo>
                    <a:pt x="782" y="13877"/>
                  </a:lnTo>
                  <a:lnTo>
                    <a:pt x="973" y="14323"/>
                  </a:lnTo>
                  <a:lnTo>
                    <a:pt x="1196" y="14754"/>
                  </a:lnTo>
                  <a:lnTo>
                    <a:pt x="1435" y="15168"/>
                  </a:lnTo>
                  <a:lnTo>
                    <a:pt x="1706" y="15582"/>
                  </a:lnTo>
                  <a:lnTo>
                    <a:pt x="1977" y="15965"/>
                  </a:lnTo>
                  <a:lnTo>
                    <a:pt x="2279" y="16347"/>
                  </a:lnTo>
                  <a:lnTo>
                    <a:pt x="2598" y="16713"/>
                  </a:lnTo>
                  <a:lnTo>
                    <a:pt x="2917" y="17064"/>
                  </a:lnTo>
                  <a:lnTo>
                    <a:pt x="3267" y="17382"/>
                  </a:lnTo>
                  <a:lnTo>
                    <a:pt x="3633" y="17701"/>
                  </a:lnTo>
                  <a:lnTo>
                    <a:pt x="4000" y="18004"/>
                  </a:lnTo>
                  <a:lnTo>
                    <a:pt x="4398" y="18275"/>
                  </a:lnTo>
                  <a:lnTo>
                    <a:pt x="4812" y="18546"/>
                  </a:lnTo>
                  <a:lnTo>
                    <a:pt x="5227" y="18785"/>
                  </a:lnTo>
                  <a:lnTo>
                    <a:pt x="5657" y="18992"/>
                  </a:lnTo>
                  <a:lnTo>
                    <a:pt x="6103" y="19199"/>
                  </a:lnTo>
                  <a:lnTo>
                    <a:pt x="6549" y="19374"/>
                  </a:lnTo>
                  <a:lnTo>
                    <a:pt x="7011" y="19533"/>
                  </a:lnTo>
                  <a:lnTo>
                    <a:pt x="7489" y="19677"/>
                  </a:lnTo>
                  <a:lnTo>
                    <a:pt x="7967" y="19788"/>
                  </a:lnTo>
                  <a:lnTo>
                    <a:pt x="8461" y="19868"/>
                  </a:lnTo>
                  <a:lnTo>
                    <a:pt x="8971" y="19932"/>
                  </a:lnTo>
                  <a:lnTo>
                    <a:pt x="9465" y="19964"/>
                  </a:lnTo>
                  <a:lnTo>
                    <a:pt x="9991" y="19979"/>
                  </a:lnTo>
                  <a:lnTo>
                    <a:pt x="10500" y="19964"/>
                  </a:lnTo>
                  <a:lnTo>
                    <a:pt x="11010" y="19932"/>
                  </a:lnTo>
                  <a:lnTo>
                    <a:pt x="11504" y="19868"/>
                  </a:lnTo>
                  <a:lnTo>
                    <a:pt x="11998" y="19788"/>
                  </a:lnTo>
                  <a:lnTo>
                    <a:pt x="12476" y="19677"/>
                  </a:lnTo>
                  <a:lnTo>
                    <a:pt x="12954" y="19533"/>
                  </a:lnTo>
                  <a:lnTo>
                    <a:pt x="13416" y="19374"/>
                  </a:lnTo>
                  <a:lnTo>
                    <a:pt x="13878" y="19199"/>
                  </a:lnTo>
                  <a:lnTo>
                    <a:pt x="14308" y="18992"/>
                  </a:lnTo>
                  <a:lnTo>
                    <a:pt x="14754" y="18785"/>
                  </a:lnTo>
                  <a:lnTo>
                    <a:pt x="15169" y="18546"/>
                  </a:lnTo>
                  <a:lnTo>
                    <a:pt x="15567" y="18275"/>
                  </a:lnTo>
                  <a:lnTo>
                    <a:pt x="15965" y="18004"/>
                  </a:lnTo>
                  <a:lnTo>
                    <a:pt x="16332" y="17701"/>
                  </a:lnTo>
                  <a:lnTo>
                    <a:pt x="16698" y="17382"/>
                  </a:lnTo>
                  <a:lnTo>
                    <a:pt x="17049" y="17064"/>
                  </a:lnTo>
                  <a:lnTo>
                    <a:pt x="17383" y="16713"/>
                  </a:lnTo>
                  <a:lnTo>
                    <a:pt x="17686" y="16347"/>
                  </a:lnTo>
                  <a:lnTo>
                    <a:pt x="17989" y="15965"/>
                  </a:lnTo>
                  <a:lnTo>
                    <a:pt x="18275" y="15582"/>
                  </a:lnTo>
                  <a:lnTo>
                    <a:pt x="18530" y="15168"/>
                  </a:lnTo>
                  <a:lnTo>
                    <a:pt x="18769" y="14754"/>
                  </a:lnTo>
                  <a:lnTo>
                    <a:pt x="18992" y="14323"/>
                  </a:lnTo>
                  <a:lnTo>
                    <a:pt x="19184" y="13877"/>
                  </a:lnTo>
                  <a:lnTo>
                    <a:pt x="19375" y="13431"/>
                  </a:lnTo>
                  <a:lnTo>
                    <a:pt x="19518" y="12969"/>
                  </a:lnTo>
                  <a:lnTo>
                    <a:pt x="19662" y="12491"/>
                  </a:lnTo>
                  <a:lnTo>
                    <a:pt x="19773" y="12013"/>
                  </a:lnTo>
                  <a:lnTo>
                    <a:pt x="19853" y="11519"/>
                  </a:lnTo>
                  <a:lnTo>
                    <a:pt x="19917" y="11010"/>
                  </a:lnTo>
                  <a:lnTo>
                    <a:pt x="19964" y="10516"/>
                  </a:lnTo>
                  <a:lnTo>
                    <a:pt x="19980" y="9990"/>
                  </a:lnTo>
                  <a:lnTo>
                    <a:pt x="19964" y="9480"/>
                  </a:lnTo>
                  <a:lnTo>
                    <a:pt x="19917" y="8970"/>
                  </a:lnTo>
                  <a:lnTo>
                    <a:pt x="19853" y="8476"/>
                  </a:lnTo>
                  <a:lnTo>
                    <a:pt x="19773" y="7982"/>
                  </a:lnTo>
                  <a:lnTo>
                    <a:pt x="19662" y="7504"/>
                  </a:lnTo>
                  <a:lnTo>
                    <a:pt x="19518" y="7026"/>
                  </a:lnTo>
                  <a:lnTo>
                    <a:pt x="19375" y="6564"/>
                  </a:lnTo>
                  <a:lnTo>
                    <a:pt x="19184" y="6102"/>
                  </a:lnTo>
                  <a:lnTo>
                    <a:pt x="18992" y="5672"/>
                  </a:lnTo>
                  <a:lnTo>
                    <a:pt x="18769" y="5226"/>
                  </a:lnTo>
                  <a:lnTo>
                    <a:pt x="18530" y="4812"/>
                  </a:lnTo>
                  <a:lnTo>
                    <a:pt x="18275" y="4414"/>
                  </a:lnTo>
                  <a:lnTo>
                    <a:pt x="17989" y="4015"/>
                  </a:lnTo>
                  <a:lnTo>
                    <a:pt x="17686" y="3649"/>
                  </a:lnTo>
                  <a:lnTo>
                    <a:pt x="17383" y="3282"/>
                  </a:lnTo>
                  <a:lnTo>
                    <a:pt x="17049" y="2932"/>
                  </a:lnTo>
                  <a:lnTo>
                    <a:pt x="16698" y="2597"/>
                  </a:lnTo>
                  <a:lnTo>
                    <a:pt x="16332" y="2294"/>
                  </a:lnTo>
                  <a:lnTo>
                    <a:pt x="15965" y="1992"/>
                  </a:lnTo>
                  <a:lnTo>
                    <a:pt x="15567" y="1705"/>
                  </a:lnTo>
                  <a:lnTo>
                    <a:pt x="15169" y="1450"/>
                  </a:lnTo>
                  <a:lnTo>
                    <a:pt x="14754" y="1211"/>
                  </a:lnTo>
                  <a:lnTo>
                    <a:pt x="14308" y="988"/>
                  </a:lnTo>
                  <a:lnTo>
                    <a:pt x="13878" y="797"/>
                  </a:lnTo>
                  <a:lnTo>
                    <a:pt x="13416" y="606"/>
                  </a:lnTo>
                  <a:lnTo>
                    <a:pt x="12954" y="462"/>
                  </a:lnTo>
                  <a:lnTo>
                    <a:pt x="12476" y="319"/>
                  </a:lnTo>
                  <a:lnTo>
                    <a:pt x="11998" y="207"/>
                  </a:lnTo>
                  <a:lnTo>
                    <a:pt x="11504" y="128"/>
                  </a:lnTo>
                  <a:lnTo>
                    <a:pt x="11010" y="64"/>
                  </a:lnTo>
                  <a:lnTo>
                    <a:pt x="10500" y="16"/>
                  </a:lnTo>
                  <a:lnTo>
                    <a:pt x="99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31"/>
            <p:cNvSpPr/>
            <p:nvPr/>
          </p:nvSpPr>
          <p:spPr>
            <a:xfrm>
              <a:off x="5910575" y="3954750"/>
              <a:ext cx="248175" cy="248175"/>
            </a:xfrm>
            <a:custGeom>
              <a:avLst/>
              <a:gdLst/>
              <a:ahLst/>
              <a:cxnLst/>
              <a:rect l="l" t="t" r="r" b="b"/>
              <a:pathLst>
                <a:path w="9927" h="9927" extrusionOk="0">
                  <a:moveTo>
                    <a:pt x="4717" y="1"/>
                  </a:moveTo>
                  <a:lnTo>
                    <a:pt x="4462" y="17"/>
                  </a:lnTo>
                  <a:lnTo>
                    <a:pt x="4207" y="49"/>
                  </a:lnTo>
                  <a:lnTo>
                    <a:pt x="3968" y="96"/>
                  </a:lnTo>
                  <a:lnTo>
                    <a:pt x="3729" y="144"/>
                  </a:lnTo>
                  <a:lnTo>
                    <a:pt x="3490" y="224"/>
                  </a:lnTo>
                  <a:lnTo>
                    <a:pt x="3251" y="288"/>
                  </a:lnTo>
                  <a:lnTo>
                    <a:pt x="3028" y="383"/>
                  </a:lnTo>
                  <a:lnTo>
                    <a:pt x="2805" y="479"/>
                  </a:lnTo>
                  <a:lnTo>
                    <a:pt x="2598" y="590"/>
                  </a:lnTo>
                  <a:lnTo>
                    <a:pt x="2391" y="718"/>
                  </a:lnTo>
                  <a:lnTo>
                    <a:pt x="2183" y="845"/>
                  </a:lnTo>
                  <a:lnTo>
                    <a:pt x="1992" y="973"/>
                  </a:lnTo>
                  <a:lnTo>
                    <a:pt x="1801" y="1132"/>
                  </a:lnTo>
                  <a:lnTo>
                    <a:pt x="1626" y="1291"/>
                  </a:lnTo>
                  <a:lnTo>
                    <a:pt x="1450" y="1451"/>
                  </a:lnTo>
                  <a:lnTo>
                    <a:pt x="1291" y="1626"/>
                  </a:lnTo>
                  <a:lnTo>
                    <a:pt x="1132" y="1801"/>
                  </a:lnTo>
                  <a:lnTo>
                    <a:pt x="988" y="1992"/>
                  </a:lnTo>
                  <a:lnTo>
                    <a:pt x="845" y="2184"/>
                  </a:lnTo>
                  <a:lnTo>
                    <a:pt x="718" y="2391"/>
                  </a:lnTo>
                  <a:lnTo>
                    <a:pt x="606" y="2598"/>
                  </a:lnTo>
                  <a:lnTo>
                    <a:pt x="495" y="2805"/>
                  </a:lnTo>
                  <a:lnTo>
                    <a:pt x="383" y="3028"/>
                  </a:lnTo>
                  <a:lnTo>
                    <a:pt x="303" y="3251"/>
                  </a:lnTo>
                  <a:lnTo>
                    <a:pt x="224" y="3490"/>
                  </a:lnTo>
                  <a:lnTo>
                    <a:pt x="160" y="3713"/>
                  </a:lnTo>
                  <a:lnTo>
                    <a:pt x="96" y="3952"/>
                  </a:lnTo>
                  <a:lnTo>
                    <a:pt x="48" y="4207"/>
                  </a:lnTo>
                  <a:lnTo>
                    <a:pt x="17" y="4446"/>
                  </a:lnTo>
                  <a:lnTo>
                    <a:pt x="1" y="4701"/>
                  </a:lnTo>
                  <a:lnTo>
                    <a:pt x="1" y="4956"/>
                  </a:lnTo>
                  <a:lnTo>
                    <a:pt x="1" y="5211"/>
                  </a:lnTo>
                  <a:lnTo>
                    <a:pt x="17" y="5466"/>
                  </a:lnTo>
                  <a:lnTo>
                    <a:pt x="48" y="5721"/>
                  </a:lnTo>
                  <a:lnTo>
                    <a:pt x="96" y="5960"/>
                  </a:lnTo>
                  <a:lnTo>
                    <a:pt x="160" y="6199"/>
                  </a:lnTo>
                  <a:lnTo>
                    <a:pt x="224" y="6438"/>
                  </a:lnTo>
                  <a:lnTo>
                    <a:pt x="303" y="6677"/>
                  </a:lnTo>
                  <a:lnTo>
                    <a:pt x="383" y="6900"/>
                  </a:lnTo>
                  <a:lnTo>
                    <a:pt x="495" y="7107"/>
                  </a:lnTo>
                  <a:lnTo>
                    <a:pt x="606" y="7330"/>
                  </a:lnTo>
                  <a:lnTo>
                    <a:pt x="718" y="7537"/>
                  </a:lnTo>
                  <a:lnTo>
                    <a:pt x="845" y="7744"/>
                  </a:lnTo>
                  <a:lnTo>
                    <a:pt x="988" y="7935"/>
                  </a:lnTo>
                  <a:lnTo>
                    <a:pt x="1132" y="8126"/>
                  </a:lnTo>
                  <a:lnTo>
                    <a:pt x="1291" y="8302"/>
                  </a:lnTo>
                  <a:lnTo>
                    <a:pt x="1450" y="8477"/>
                  </a:lnTo>
                  <a:lnTo>
                    <a:pt x="1626" y="8636"/>
                  </a:lnTo>
                  <a:lnTo>
                    <a:pt x="1801" y="8796"/>
                  </a:lnTo>
                  <a:lnTo>
                    <a:pt x="1992" y="8939"/>
                  </a:lnTo>
                  <a:lnTo>
                    <a:pt x="2183" y="9082"/>
                  </a:lnTo>
                  <a:lnTo>
                    <a:pt x="2391" y="9210"/>
                  </a:lnTo>
                  <a:lnTo>
                    <a:pt x="2598" y="9321"/>
                  </a:lnTo>
                  <a:lnTo>
                    <a:pt x="2805" y="9433"/>
                  </a:lnTo>
                  <a:lnTo>
                    <a:pt x="3028" y="9544"/>
                  </a:lnTo>
                  <a:lnTo>
                    <a:pt x="3251" y="9624"/>
                  </a:lnTo>
                  <a:lnTo>
                    <a:pt x="3490" y="9704"/>
                  </a:lnTo>
                  <a:lnTo>
                    <a:pt x="3729" y="9767"/>
                  </a:lnTo>
                  <a:lnTo>
                    <a:pt x="3968" y="9831"/>
                  </a:lnTo>
                  <a:lnTo>
                    <a:pt x="4207" y="9863"/>
                  </a:lnTo>
                  <a:lnTo>
                    <a:pt x="4462" y="9895"/>
                  </a:lnTo>
                  <a:lnTo>
                    <a:pt x="4717" y="9927"/>
                  </a:lnTo>
                  <a:lnTo>
                    <a:pt x="5226" y="9927"/>
                  </a:lnTo>
                  <a:lnTo>
                    <a:pt x="5481" y="9895"/>
                  </a:lnTo>
                  <a:lnTo>
                    <a:pt x="5720" y="9863"/>
                  </a:lnTo>
                  <a:lnTo>
                    <a:pt x="5975" y="9831"/>
                  </a:lnTo>
                  <a:lnTo>
                    <a:pt x="6214" y="9767"/>
                  </a:lnTo>
                  <a:lnTo>
                    <a:pt x="6437" y="9704"/>
                  </a:lnTo>
                  <a:lnTo>
                    <a:pt x="6676" y="9624"/>
                  </a:lnTo>
                  <a:lnTo>
                    <a:pt x="6899" y="9544"/>
                  </a:lnTo>
                  <a:lnTo>
                    <a:pt x="7122" y="9433"/>
                  </a:lnTo>
                  <a:lnTo>
                    <a:pt x="7330" y="9321"/>
                  </a:lnTo>
                  <a:lnTo>
                    <a:pt x="7537" y="9210"/>
                  </a:lnTo>
                  <a:lnTo>
                    <a:pt x="7744" y="9082"/>
                  </a:lnTo>
                  <a:lnTo>
                    <a:pt x="7935" y="8939"/>
                  </a:lnTo>
                  <a:lnTo>
                    <a:pt x="8126" y="8796"/>
                  </a:lnTo>
                  <a:lnTo>
                    <a:pt x="8301" y="8636"/>
                  </a:lnTo>
                  <a:lnTo>
                    <a:pt x="8477" y="8477"/>
                  </a:lnTo>
                  <a:lnTo>
                    <a:pt x="8636" y="8302"/>
                  </a:lnTo>
                  <a:lnTo>
                    <a:pt x="8795" y="8126"/>
                  </a:lnTo>
                  <a:lnTo>
                    <a:pt x="8939" y="7935"/>
                  </a:lnTo>
                  <a:lnTo>
                    <a:pt x="9082" y="7744"/>
                  </a:lnTo>
                  <a:lnTo>
                    <a:pt x="9210" y="7537"/>
                  </a:lnTo>
                  <a:lnTo>
                    <a:pt x="9337" y="7330"/>
                  </a:lnTo>
                  <a:lnTo>
                    <a:pt x="9449" y="7107"/>
                  </a:lnTo>
                  <a:lnTo>
                    <a:pt x="9544" y="6900"/>
                  </a:lnTo>
                  <a:lnTo>
                    <a:pt x="9624" y="6677"/>
                  </a:lnTo>
                  <a:lnTo>
                    <a:pt x="9704" y="6438"/>
                  </a:lnTo>
                  <a:lnTo>
                    <a:pt x="9783" y="6199"/>
                  </a:lnTo>
                  <a:lnTo>
                    <a:pt x="9831" y="5960"/>
                  </a:lnTo>
                  <a:lnTo>
                    <a:pt x="9879" y="5721"/>
                  </a:lnTo>
                  <a:lnTo>
                    <a:pt x="9911" y="5466"/>
                  </a:lnTo>
                  <a:lnTo>
                    <a:pt x="9927" y="5211"/>
                  </a:lnTo>
                  <a:lnTo>
                    <a:pt x="9927" y="4956"/>
                  </a:lnTo>
                  <a:lnTo>
                    <a:pt x="9927" y="4701"/>
                  </a:lnTo>
                  <a:lnTo>
                    <a:pt x="9911" y="4446"/>
                  </a:lnTo>
                  <a:lnTo>
                    <a:pt x="9879" y="4207"/>
                  </a:lnTo>
                  <a:lnTo>
                    <a:pt x="9831" y="3952"/>
                  </a:lnTo>
                  <a:lnTo>
                    <a:pt x="9783" y="3713"/>
                  </a:lnTo>
                  <a:lnTo>
                    <a:pt x="9704" y="3490"/>
                  </a:lnTo>
                  <a:lnTo>
                    <a:pt x="9624" y="3251"/>
                  </a:lnTo>
                  <a:lnTo>
                    <a:pt x="9544" y="3028"/>
                  </a:lnTo>
                  <a:lnTo>
                    <a:pt x="9449" y="2805"/>
                  </a:lnTo>
                  <a:lnTo>
                    <a:pt x="9337" y="2598"/>
                  </a:lnTo>
                  <a:lnTo>
                    <a:pt x="9210" y="2391"/>
                  </a:lnTo>
                  <a:lnTo>
                    <a:pt x="9082" y="2184"/>
                  </a:lnTo>
                  <a:lnTo>
                    <a:pt x="8939" y="1992"/>
                  </a:lnTo>
                  <a:lnTo>
                    <a:pt x="8795" y="1801"/>
                  </a:lnTo>
                  <a:lnTo>
                    <a:pt x="8636" y="1626"/>
                  </a:lnTo>
                  <a:lnTo>
                    <a:pt x="8477" y="1451"/>
                  </a:lnTo>
                  <a:lnTo>
                    <a:pt x="8301" y="1291"/>
                  </a:lnTo>
                  <a:lnTo>
                    <a:pt x="8126" y="1132"/>
                  </a:lnTo>
                  <a:lnTo>
                    <a:pt x="7935" y="973"/>
                  </a:lnTo>
                  <a:lnTo>
                    <a:pt x="7744" y="845"/>
                  </a:lnTo>
                  <a:lnTo>
                    <a:pt x="7537" y="718"/>
                  </a:lnTo>
                  <a:lnTo>
                    <a:pt x="7330" y="590"/>
                  </a:lnTo>
                  <a:lnTo>
                    <a:pt x="7122" y="479"/>
                  </a:lnTo>
                  <a:lnTo>
                    <a:pt x="6899" y="383"/>
                  </a:lnTo>
                  <a:lnTo>
                    <a:pt x="6676" y="288"/>
                  </a:lnTo>
                  <a:lnTo>
                    <a:pt x="6437" y="224"/>
                  </a:lnTo>
                  <a:lnTo>
                    <a:pt x="6214" y="144"/>
                  </a:lnTo>
                  <a:lnTo>
                    <a:pt x="5975" y="96"/>
                  </a:lnTo>
                  <a:lnTo>
                    <a:pt x="5720" y="49"/>
                  </a:lnTo>
                  <a:lnTo>
                    <a:pt x="5481" y="17"/>
                  </a:lnTo>
                  <a:lnTo>
                    <a:pt x="522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1"/>
            <p:cNvSpPr/>
            <p:nvPr/>
          </p:nvSpPr>
          <p:spPr>
            <a:xfrm>
              <a:off x="5499925" y="3737675"/>
              <a:ext cx="94425" cy="182850"/>
            </a:xfrm>
            <a:custGeom>
              <a:avLst/>
              <a:gdLst/>
              <a:ahLst/>
              <a:cxnLst/>
              <a:rect l="l" t="t" r="r" b="b"/>
              <a:pathLst>
                <a:path w="3777" h="7314" extrusionOk="0">
                  <a:moveTo>
                    <a:pt x="0" y="1"/>
                  </a:moveTo>
                  <a:lnTo>
                    <a:pt x="0" y="7314"/>
                  </a:lnTo>
                  <a:lnTo>
                    <a:pt x="303" y="7314"/>
                  </a:lnTo>
                  <a:lnTo>
                    <a:pt x="494" y="7298"/>
                  </a:lnTo>
                  <a:lnTo>
                    <a:pt x="861" y="7234"/>
                  </a:lnTo>
                  <a:lnTo>
                    <a:pt x="1211" y="7154"/>
                  </a:lnTo>
                  <a:lnTo>
                    <a:pt x="1546" y="7027"/>
                  </a:lnTo>
                  <a:lnTo>
                    <a:pt x="1864" y="6868"/>
                  </a:lnTo>
                  <a:lnTo>
                    <a:pt x="2167" y="6692"/>
                  </a:lnTo>
                  <a:lnTo>
                    <a:pt x="2454" y="6485"/>
                  </a:lnTo>
                  <a:lnTo>
                    <a:pt x="2709" y="6246"/>
                  </a:lnTo>
                  <a:lnTo>
                    <a:pt x="2948" y="5975"/>
                  </a:lnTo>
                  <a:lnTo>
                    <a:pt x="3155" y="5705"/>
                  </a:lnTo>
                  <a:lnTo>
                    <a:pt x="3330" y="5402"/>
                  </a:lnTo>
                  <a:lnTo>
                    <a:pt x="3489" y="5083"/>
                  </a:lnTo>
                  <a:lnTo>
                    <a:pt x="3617" y="4749"/>
                  </a:lnTo>
                  <a:lnTo>
                    <a:pt x="3697" y="4398"/>
                  </a:lnTo>
                  <a:lnTo>
                    <a:pt x="3760" y="4032"/>
                  </a:lnTo>
                  <a:lnTo>
                    <a:pt x="3776" y="3840"/>
                  </a:lnTo>
                  <a:lnTo>
                    <a:pt x="3776" y="3649"/>
                  </a:lnTo>
                  <a:lnTo>
                    <a:pt x="3776" y="3458"/>
                  </a:lnTo>
                  <a:lnTo>
                    <a:pt x="3760" y="3283"/>
                  </a:lnTo>
                  <a:lnTo>
                    <a:pt x="3697" y="2916"/>
                  </a:lnTo>
                  <a:lnTo>
                    <a:pt x="3617" y="2566"/>
                  </a:lnTo>
                  <a:lnTo>
                    <a:pt x="3489" y="2231"/>
                  </a:lnTo>
                  <a:lnTo>
                    <a:pt x="3330" y="1913"/>
                  </a:lnTo>
                  <a:lnTo>
                    <a:pt x="3155" y="1610"/>
                  </a:lnTo>
                  <a:lnTo>
                    <a:pt x="2948" y="1323"/>
                  </a:lnTo>
                  <a:lnTo>
                    <a:pt x="2709" y="1068"/>
                  </a:lnTo>
                  <a:lnTo>
                    <a:pt x="2454" y="829"/>
                  </a:lnTo>
                  <a:lnTo>
                    <a:pt x="2167" y="622"/>
                  </a:lnTo>
                  <a:lnTo>
                    <a:pt x="1864" y="431"/>
                  </a:lnTo>
                  <a:lnTo>
                    <a:pt x="1546" y="287"/>
                  </a:lnTo>
                  <a:lnTo>
                    <a:pt x="1211" y="160"/>
                  </a:lnTo>
                  <a:lnTo>
                    <a:pt x="861" y="64"/>
                  </a:lnTo>
                  <a:lnTo>
                    <a:pt x="494" y="17"/>
                  </a:lnTo>
                  <a:lnTo>
                    <a:pt x="11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1"/>
            <p:cNvSpPr/>
            <p:nvPr/>
          </p:nvSpPr>
          <p:spPr>
            <a:xfrm>
              <a:off x="549992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1"/>
            <p:cNvSpPr/>
            <p:nvPr/>
          </p:nvSpPr>
          <p:spPr>
            <a:xfrm>
              <a:off x="5562450" y="3669575"/>
              <a:ext cx="62550" cy="62550"/>
            </a:xfrm>
            <a:custGeom>
              <a:avLst/>
              <a:gdLst/>
              <a:ahLst/>
              <a:cxnLst/>
              <a:rect l="l" t="t" r="r" b="b"/>
              <a:pathLst>
                <a:path w="2502"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1"/>
            <p:cNvSpPr/>
            <p:nvPr/>
          </p:nvSpPr>
          <p:spPr>
            <a:xfrm>
              <a:off x="5624975" y="3607025"/>
              <a:ext cx="62975" cy="62575"/>
            </a:xfrm>
            <a:custGeom>
              <a:avLst/>
              <a:gdLst/>
              <a:ahLst/>
              <a:cxnLst/>
              <a:rect l="l" t="t" r="r" b="b"/>
              <a:pathLst>
                <a:path w="2519" h="2503" extrusionOk="0">
                  <a:moveTo>
                    <a:pt x="1" y="1"/>
                  </a:moveTo>
                  <a:lnTo>
                    <a:pt x="1" y="2502"/>
                  </a:lnTo>
                  <a:lnTo>
                    <a:pt x="2518" y="2502"/>
                  </a:lnTo>
                  <a:lnTo>
                    <a:pt x="2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1"/>
            <p:cNvSpPr/>
            <p:nvPr/>
          </p:nvSpPr>
          <p:spPr>
            <a:xfrm>
              <a:off x="5687925"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31"/>
            <p:cNvSpPr/>
            <p:nvPr/>
          </p:nvSpPr>
          <p:spPr>
            <a:xfrm>
              <a:off x="5750450"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31"/>
            <p:cNvSpPr/>
            <p:nvPr/>
          </p:nvSpPr>
          <p:spPr>
            <a:xfrm>
              <a:off x="581300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1"/>
            <p:cNvSpPr/>
            <p:nvPr/>
          </p:nvSpPr>
          <p:spPr>
            <a:xfrm>
              <a:off x="5875525" y="3607025"/>
              <a:ext cx="62550" cy="62575"/>
            </a:xfrm>
            <a:custGeom>
              <a:avLst/>
              <a:gdLst/>
              <a:ahLst/>
              <a:cxnLst/>
              <a:rect l="l" t="t" r="r" b="b"/>
              <a:pathLst>
                <a:path w="2502"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1"/>
            <p:cNvSpPr/>
            <p:nvPr/>
          </p:nvSpPr>
          <p:spPr>
            <a:xfrm>
              <a:off x="5938050" y="3669575"/>
              <a:ext cx="62975" cy="62550"/>
            </a:xfrm>
            <a:custGeom>
              <a:avLst/>
              <a:gdLst/>
              <a:ahLst/>
              <a:cxnLst/>
              <a:rect l="l" t="t" r="r" b="b"/>
              <a:pathLst>
                <a:path w="2519" h="2502" extrusionOk="0">
                  <a:moveTo>
                    <a:pt x="1" y="0"/>
                  </a:moveTo>
                  <a:lnTo>
                    <a:pt x="1" y="2502"/>
                  </a:lnTo>
                  <a:lnTo>
                    <a:pt x="2518" y="2502"/>
                  </a:lnTo>
                  <a:lnTo>
                    <a:pt x="25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1"/>
            <p:cNvSpPr/>
            <p:nvPr/>
          </p:nvSpPr>
          <p:spPr>
            <a:xfrm>
              <a:off x="6001000"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31"/>
            <p:cNvSpPr/>
            <p:nvPr/>
          </p:nvSpPr>
          <p:spPr>
            <a:xfrm>
              <a:off x="6063525"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31"/>
            <p:cNvSpPr/>
            <p:nvPr/>
          </p:nvSpPr>
          <p:spPr>
            <a:xfrm>
              <a:off x="612607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1"/>
            <p:cNvSpPr/>
            <p:nvPr/>
          </p:nvSpPr>
          <p:spPr>
            <a:xfrm>
              <a:off x="6188600" y="3669575"/>
              <a:ext cx="62550" cy="62550"/>
            </a:xfrm>
            <a:custGeom>
              <a:avLst/>
              <a:gdLst/>
              <a:ahLst/>
              <a:cxnLst/>
              <a:rect l="l" t="t" r="r" b="b"/>
              <a:pathLst>
                <a:path w="2502"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1"/>
            <p:cNvSpPr/>
            <p:nvPr/>
          </p:nvSpPr>
          <p:spPr>
            <a:xfrm>
              <a:off x="6251125" y="3607025"/>
              <a:ext cx="62975" cy="62575"/>
            </a:xfrm>
            <a:custGeom>
              <a:avLst/>
              <a:gdLst/>
              <a:ahLst/>
              <a:cxnLst/>
              <a:rect l="l" t="t" r="r" b="b"/>
              <a:pathLst>
                <a:path w="2519" h="2503" extrusionOk="0">
                  <a:moveTo>
                    <a:pt x="1" y="1"/>
                  </a:moveTo>
                  <a:lnTo>
                    <a:pt x="1" y="2502"/>
                  </a:lnTo>
                  <a:lnTo>
                    <a:pt x="2518" y="2502"/>
                  </a:lnTo>
                  <a:lnTo>
                    <a:pt x="2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1"/>
            <p:cNvSpPr/>
            <p:nvPr/>
          </p:nvSpPr>
          <p:spPr>
            <a:xfrm>
              <a:off x="6314075"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31"/>
            <p:cNvSpPr/>
            <p:nvPr/>
          </p:nvSpPr>
          <p:spPr>
            <a:xfrm>
              <a:off x="6376600"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31"/>
            <p:cNvSpPr/>
            <p:nvPr/>
          </p:nvSpPr>
          <p:spPr>
            <a:xfrm>
              <a:off x="643915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31"/>
            <p:cNvSpPr/>
            <p:nvPr/>
          </p:nvSpPr>
          <p:spPr>
            <a:xfrm>
              <a:off x="6501675" y="3607025"/>
              <a:ext cx="62550" cy="62575"/>
            </a:xfrm>
            <a:custGeom>
              <a:avLst/>
              <a:gdLst/>
              <a:ahLst/>
              <a:cxnLst/>
              <a:rect l="l" t="t" r="r" b="b"/>
              <a:pathLst>
                <a:path w="2502"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1"/>
            <p:cNvSpPr/>
            <p:nvPr/>
          </p:nvSpPr>
          <p:spPr>
            <a:xfrm>
              <a:off x="6564200"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1"/>
            <p:cNvSpPr/>
            <p:nvPr/>
          </p:nvSpPr>
          <p:spPr>
            <a:xfrm>
              <a:off x="6626750" y="3607025"/>
              <a:ext cx="62950" cy="62575"/>
            </a:xfrm>
            <a:custGeom>
              <a:avLst/>
              <a:gdLst/>
              <a:ahLst/>
              <a:cxnLst/>
              <a:rect l="l" t="t" r="r" b="b"/>
              <a:pathLst>
                <a:path w="2518" h="2503" extrusionOk="0">
                  <a:moveTo>
                    <a:pt x="0" y="1"/>
                  </a:moveTo>
                  <a:lnTo>
                    <a:pt x="0" y="2502"/>
                  </a:lnTo>
                  <a:lnTo>
                    <a:pt x="2518" y="2502"/>
                  </a:lnTo>
                  <a:lnTo>
                    <a:pt x="2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1"/>
            <p:cNvSpPr/>
            <p:nvPr/>
          </p:nvSpPr>
          <p:spPr>
            <a:xfrm>
              <a:off x="6689675"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1"/>
            <p:cNvSpPr/>
            <p:nvPr/>
          </p:nvSpPr>
          <p:spPr>
            <a:xfrm>
              <a:off x="6752225" y="3607025"/>
              <a:ext cx="62550" cy="62575"/>
            </a:xfrm>
            <a:custGeom>
              <a:avLst/>
              <a:gdLst/>
              <a:ahLst/>
              <a:cxnLst/>
              <a:rect l="l" t="t" r="r" b="b"/>
              <a:pathLst>
                <a:path w="2502" h="2503" extrusionOk="0">
                  <a:moveTo>
                    <a:pt x="0" y="1"/>
                  </a:moveTo>
                  <a:lnTo>
                    <a:pt x="0" y="2502"/>
                  </a:lnTo>
                  <a:lnTo>
                    <a:pt x="2501" y="2502"/>
                  </a:lnTo>
                  <a:lnTo>
                    <a:pt x="25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1"/>
            <p:cNvSpPr/>
            <p:nvPr/>
          </p:nvSpPr>
          <p:spPr>
            <a:xfrm>
              <a:off x="681475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31"/>
            <p:cNvSpPr/>
            <p:nvPr/>
          </p:nvSpPr>
          <p:spPr>
            <a:xfrm>
              <a:off x="6877275"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31"/>
            <p:cNvSpPr/>
            <p:nvPr/>
          </p:nvSpPr>
          <p:spPr>
            <a:xfrm>
              <a:off x="6939825" y="3669575"/>
              <a:ext cx="62950" cy="62550"/>
            </a:xfrm>
            <a:custGeom>
              <a:avLst/>
              <a:gdLst/>
              <a:ahLst/>
              <a:cxnLst/>
              <a:rect l="l" t="t" r="r" b="b"/>
              <a:pathLst>
                <a:path w="2518" h="2502" extrusionOk="0">
                  <a:moveTo>
                    <a:pt x="0" y="0"/>
                  </a:moveTo>
                  <a:lnTo>
                    <a:pt x="0" y="2502"/>
                  </a:lnTo>
                  <a:lnTo>
                    <a:pt x="2518" y="2502"/>
                  </a:lnTo>
                  <a:lnTo>
                    <a:pt x="25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1"/>
            <p:cNvSpPr/>
            <p:nvPr/>
          </p:nvSpPr>
          <p:spPr>
            <a:xfrm>
              <a:off x="7002750"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1"/>
            <p:cNvSpPr/>
            <p:nvPr/>
          </p:nvSpPr>
          <p:spPr>
            <a:xfrm>
              <a:off x="7065300" y="3669575"/>
              <a:ext cx="62550" cy="62550"/>
            </a:xfrm>
            <a:custGeom>
              <a:avLst/>
              <a:gdLst/>
              <a:ahLst/>
              <a:cxnLst/>
              <a:rect l="l" t="t" r="r" b="b"/>
              <a:pathLst>
                <a:path w="2502" h="2502" extrusionOk="0">
                  <a:moveTo>
                    <a:pt x="0" y="0"/>
                  </a:moveTo>
                  <a:lnTo>
                    <a:pt x="0" y="2502"/>
                  </a:lnTo>
                  <a:lnTo>
                    <a:pt x="2501" y="2502"/>
                  </a:lnTo>
                  <a:lnTo>
                    <a:pt x="25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1"/>
            <p:cNvSpPr/>
            <p:nvPr/>
          </p:nvSpPr>
          <p:spPr>
            <a:xfrm>
              <a:off x="712782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31"/>
            <p:cNvSpPr/>
            <p:nvPr/>
          </p:nvSpPr>
          <p:spPr>
            <a:xfrm>
              <a:off x="7190350"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31"/>
            <p:cNvSpPr/>
            <p:nvPr/>
          </p:nvSpPr>
          <p:spPr>
            <a:xfrm>
              <a:off x="7252900"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1"/>
            <p:cNvSpPr/>
            <p:nvPr/>
          </p:nvSpPr>
          <p:spPr>
            <a:xfrm>
              <a:off x="7315425" y="3669575"/>
              <a:ext cx="62975" cy="62550"/>
            </a:xfrm>
            <a:custGeom>
              <a:avLst/>
              <a:gdLst/>
              <a:ahLst/>
              <a:cxnLst/>
              <a:rect l="l" t="t" r="r" b="b"/>
              <a:pathLst>
                <a:path w="2519" h="2502" extrusionOk="0">
                  <a:moveTo>
                    <a:pt x="1" y="0"/>
                  </a:moveTo>
                  <a:lnTo>
                    <a:pt x="1" y="2502"/>
                  </a:lnTo>
                  <a:lnTo>
                    <a:pt x="2518" y="2502"/>
                  </a:lnTo>
                  <a:lnTo>
                    <a:pt x="25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1"/>
            <p:cNvSpPr/>
            <p:nvPr/>
          </p:nvSpPr>
          <p:spPr>
            <a:xfrm>
              <a:off x="7378375" y="3607025"/>
              <a:ext cx="62550" cy="62575"/>
            </a:xfrm>
            <a:custGeom>
              <a:avLst/>
              <a:gdLst/>
              <a:ahLst/>
              <a:cxnLst/>
              <a:rect l="l" t="t" r="r" b="b"/>
              <a:pathLst>
                <a:path w="2502" h="2503" extrusionOk="0">
                  <a:moveTo>
                    <a:pt x="0" y="1"/>
                  </a:moveTo>
                  <a:lnTo>
                    <a:pt x="0" y="2502"/>
                  </a:lnTo>
                  <a:lnTo>
                    <a:pt x="2501" y="2502"/>
                  </a:lnTo>
                  <a:lnTo>
                    <a:pt x="25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1"/>
            <p:cNvSpPr/>
            <p:nvPr/>
          </p:nvSpPr>
          <p:spPr>
            <a:xfrm>
              <a:off x="7440900"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31"/>
            <p:cNvSpPr/>
            <p:nvPr/>
          </p:nvSpPr>
          <p:spPr>
            <a:xfrm>
              <a:off x="7503425" y="3607025"/>
              <a:ext cx="62575" cy="62575"/>
            </a:xfrm>
            <a:custGeom>
              <a:avLst/>
              <a:gdLst/>
              <a:ahLst/>
              <a:cxnLst/>
              <a:rect l="l" t="t" r="r" b="b"/>
              <a:pathLst>
                <a:path w="2503" h="2503" extrusionOk="0">
                  <a:moveTo>
                    <a:pt x="1" y="1"/>
                  </a:moveTo>
                  <a:lnTo>
                    <a:pt x="1"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31"/>
            <p:cNvSpPr/>
            <p:nvPr/>
          </p:nvSpPr>
          <p:spPr>
            <a:xfrm>
              <a:off x="7565975" y="3669575"/>
              <a:ext cx="62550" cy="62550"/>
            </a:xfrm>
            <a:custGeom>
              <a:avLst/>
              <a:gdLst/>
              <a:ahLst/>
              <a:cxnLst/>
              <a:rect l="l" t="t" r="r" b="b"/>
              <a:pathLst>
                <a:path w="2502" h="2502" extrusionOk="0">
                  <a:moveTo>
                    <a:pt x="0" y="0"/>
                  </a:moveTo>
                  <a:lnTo>
                    <a:pt x="0"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1"/>
            <p:cNvSpPr/>
            <p:nvPr/>
          </p:nvSpPr>
          <p:spPr>
            <a:xfrm>
              <a:off x="7628500" y="3607025"/>
              <a:ext cx="62950" cy="62575"/>
            </a:xfrm>
            <a:custGeom>
              <a:avLst/>
              <a:gdLst/>
              <a:ahLst/>
              <a:cxnLst/>
              <a:rect l="l" t="t" r="r" b="b"/>
              <a:pathLst>
                <a:path w="2518" h="2503" extrusionOk="0">
                  <a:moveTo>
                    <a:pt x="1" y="1"/>
                  </a:moveTo>
                  <a:lnTo>
                    <a:pt x="1" y="2502"/>
                  </a:lnTo>
                  <a:lnTo>
                    <a:pt x="2518" y="2502"/>
                  </a:lnTo>
                  <a:lnTo>
                    <a:pt x="25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1"/>
            <p:cNvSpPr/>
            <p:nvPr/>
          </p:nvSpPr>
          <p:spPr>
            <a:xfrm>
              <a:off x="7691425"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31"/>
            <p:cNvSpPr/>
            <p:nvPr/>
          </p:nvSpPr>
          <p:spPr>
            <a:xfrm>
              <a:off x="7753975"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31"/>
            <p:cNvSpPr/>
            <p:nvPr/>
          </p:nvSpPr>
          <p:spPr>
            <a:xfrm>
              <a:off x="7816500" y="3669575"/>
              <a:ext cx="62575" cy="62550"/>
            </a:xfrm>
            <a:custGeom>
              <a:avLst/>
              <a:gdLst/>
              <a:ahLst/>
              <a:cxnLst/>
              <a:rect l="l" t="t" r="r" b="b"/>
              <a:pathLst>
                <a:path w="2503" h="2502" extrusionOk="0">
                  <a:moveTo>
                    <a:pt x="1" y="0"/>
                  </a:moveTo>
                  <a:lnTo>
                    <a:pt x="1" y="2502"/>
                  </a:lnTo>
                  <a:lnTo>
                    <a:pt x="2502" y="2502"/>
                  </a:lnTo>
                  <a:lnTo>
                    <a:pt x="2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1"/>
            <p:cNvSpPr/>
            <p:nvPr/>
          </p:nvSpPr>
          <p:spPr>
            <a:xfrm>
              <a:off x="7879050" y="3607025"/>
              <a:ext cx="62550" cy="62575"/>
            </a:xfrm>
            <a:custGeom>
              <a:avLst/>
              <a:gdLst/>
              <a:ahLst/>
              <a:cxnLst/>
              <a:rect l="l" t="t" r="r" b="b"/>
              <a:pathLst>
                <a:path w="2502" h="2503" extrusionOk="0">
                  <a:moveTo>
                    <a:pt x="0" y="1"/>
                  </a:moveTo>
                  <a:lnTo>
                    <a:pt x="0" y="2502"/>
                  </a:lnTo>
                  <a:lnTo>
                    <a:pt x="2502" y="2502"/>
                  </a:lnTo>
                  <a:lnTo>
                    <a:pt x="25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1"/>
            <p:cNvSpPr/>
            <p:nvPr/>
          </p:nvSpPr>
          <p:spPr>
            <a:xfrm>
              <a:off x="7941575" y="3669575"/>
              <a:ext cx="62950" cy="62550"/>
            </a:xfrm>
            <a:custGeom>
              <a:avLst/>
              <a:gdLst/>
              <a:ahLst/>
              <a:cxnLst/>
              <a:rect l="l" t="t" r="r" b="b"/>
              <a:pathLst>
                <a:path w="2518" h="2502" extrusionOk="0">
                  <a:moveTo>
                    <a:pt x="1" y="0"/>
                  </a:moveTo>
                  <a:lnTo>
                    <a:pt x="1" y="2502"/>
                  </a:lnTo>
                  <a:lnTo>
                    <a:pt x="2518" y="2502"/>
                  </a:lnTo>
                  <a:lnTo>
                    <a:pt x="2518" y="0"/>
                  </a:lnTo>
                  <a:close/>
                </a:path>
              </a:pathLst>
            </a:custGeom>
            <a:solidFill>
              <a:srgbClr val="412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31"/>
            <p:cNvSpPr/>
            <p:nvPr/>
          </p:nvSpPr>
          <p:spPr>
            <a:xfrm>
              <a:off x="7908525" y="3626150"/>
              <a:ext cx="96000" cy="191625"/>
            </a:xfrm>
            <a:custGeom>
              <a:avLst/>
              <a:gdLst/>
              <a:ahLst/>
              <a:cxnLst/>
              <a:rect l="l" t="t" r="r" b="b"/>
              <a:pathLst>
                <a:path w="3840" h="7665" extrusionOk="0">
                  <a:moveTo>
                    <a:pt x="3840" y="1"/>
                  </a:moveTo>
                  <a:lnTo>
                    <a:pt x="3633" y="17"/>
                  </a:lnTo>
                  <a:lnTo>
                    <a:pt x="3442" y="32"/>
                  </a:lnTo>
                  <a:lnTo>
                    <a:pt x="3250" y="48"/>
                  </a:lnTo>
                  <a:lnTo>
                    <a:pt x="3059" y="80"/>
                  </a:lnTo>
                  <a:lnTo>
                    <a:pt x="2693" y="176"/>
                  </a:lnTo>
                  <a:lnTo>
                    <a:pt x="2342" y="303"/>
                  </a:lnTo>
                  <a:lnTo>
                    <a:pt x="2008" y="463"/>
                  </a:lnTo>
                  <a:lnTo>
                    <a:pt x="1689" y="654"/>
                  </a:lnTo>
                  <a:lnTo>
                    <a:pt x="1402" y="877"/>
                  </a:lnTo>
                  <a:lnTo>
                    <a:pt x="1131" y="1132"/>
                  </a:lnTo>
                  <a:lnTo>
                    <a:pt x="877" y="1403"/>
                  </a:lnTo>
                  <a:lnTo>
                    <a:pt x="653" y="1689"/>
                  </a:lnTo>
                  <a:lnTo>
                    <a:pt x="462" y="2008"/>
                  </a:lnTo>
                  <a:lnTo>
                    <a:pt x="303" y="2343"/>
                  </a:lnTo>
                  <a:lnTo>
                    <a:pt x="175" y="2693"/>
                  </a:lnTo>
                  <a:lnTo>
                    <a:pt x="80" y="3060"/>
                  </a:lnTo>
                  <a:lnTo>
                    <a:pt x="48" y="3251"/>
                  </a:lnTo>
                  <a:lnTo>
                    <a:pt x="32" y="3442"/>
                  </a:lnTo>
                  <a:lnTo>
                    <a:pt x="16" y="3633"/>
                  </a:lnTo>
                  <a:lnTo>
                    <a:pt x="0" y="3824"/>
                  </a:lnTo>
                  <a:lnTo>
                    <a:pt x="16" y="4032"/>
                  </a:lnTo>
                  <a:lnTo>
                    <a:pt x="32" y="4223"/>
                  </a:lnTo>
                  <a:lnTo>
                    <a:pt x="48" y="4414"/>
                  </a:lnTo>
                  <a:lnTo>
                    <a:pt x="80" y="4605"/>
                  </a:lnTo>
                  <a:lnTo>
                    <a:pt x="175" y="4972"/>
                  </a:lnTo>
                  <a:lnTo>
                    <a:pt x="303" y="5322"/>
                  </a:lnTo>
                  <a:lnTo>
                    <a:pt x="462" y="5657"/>
                  </a:lnTo>
                  <a:lnTo>
                    <a:pt x="653" y="5975"/>
                  </a:lnTo>
                  <a:lnTo>
                    <a:pt x="877" y="6262"/>
                  </a:lnTo>
                  <a:lnTo>
                    <a:pt x="1131" y="6533"/>
                  </a:lnTo>
                  <a:lnTo>
                    <a:pt x="1402" y="6788"/>
                  </a:lnTo>
                  <a:lnTo>
                    <a:pt x="1689" y="7011"/>
                  </a:lnTo>
                  <a:lnTo>
                    <a:pt x="2008" y="7202"/>
                  </a:lnTo>
                  <a:lnTo>
                    <a:pt x="2342" y="7361"/>
                  </a:lnTo>
                  <a:lnTo>
                    <a:pt x="2693" y="7489"/>
                  </a:lnTo>
                  <a:lnTo>
                    <a:pt x="3059" y="7584"/>
                  </a:lnTo>
                  <a:lnTo>
                    <a:pt x="3250" y="7616"/>
                  </a:lnTo>
                  <a:lnTo>
                    <a:pt x="3442" y="7632"/>
                  </a:lnTo>
                  <a:lnTo>
                    <a:pt x="3633" y="7648"/>
                  </a:lnTo>
                  <a:lnTo>
                    <a:pt x="3840" y="7664"/>
                  </a:lnTo>
                  <a:lnTo>
                    <a:pt x="384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31"/>
            <p:cNvSpPr/>
            <p:nvPr/>
          </p:nvSpPr>
          <p:spPr>
            <a:xfrm>
              <a:off x="5424225" y="3974675"/>
              <a:ext cx="350950" cy="106375"/>
            </a:xfrm>
            <a:custGeom>
              <a:avLst/>
              <a:gdLst/>
              <a:ahLst/>
              <a:cxnLst/>
              <a:rect l="l" t="t" r="r" b="b"/>
              <a:pathLst>
                <a:path w="14038" h="4255" extrusionOk="0">
                  <a:moveTo>
                    <a:pt x="1" y="0"/>
                  </a:moveTo>
                  <a:lnTo>
                    <a:pt x="1" y="4254"/>
                  </a:lnTo>
                  <a:lnTo>
                    <a:pt x="13273" y="4254"/>
                  </a:lnTo>
                  <a:lnTo>
                    <a:pt x="13273" y="4079"/>
                  </a:lnTo>
                  <a:lnTo>
                    <a:pt x="13273" y="3537"/>
                  </a:lnTo>
                  <a:lnTo>
                    <a:pt x="13321" y="3012"/>
                  </a:lnTo>
                  <a:lnTo>
                    <a:pt x="13384" y="2486"/>
                  </a:lnTo>
                  <a:lnTo>
                    <a:pt x="13464" y="1976"/>
                  </a:lnTo>
                  <a:lnTo>
                    <a:pt x="13576" y="1466"/>
                  </a:lnTo>
                  <a:lnTo>
                    <a:pt x="13703" y="972"/>
                  </a:lnTo>
                  <a:lnTo>
                    <a:pt x="13862" y="478"/>
                  </a:lnTo>
                  <a:lnTo>
                    <a:pt x="1403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1"/>
            <p:cNvSpPr/>
            <p:nvPr/>
          </p:nvSpPr>
          <p:spPr>
            <a:xfrm>
              <a:off x="7806150" y="3974675"/>
              <a:ext cx="219900" cy="106375"/>
            </a:xfrm>
            <a:custGeom>
              <a:avLst/>
              <a:gdLst/>
              <a:ahLst/>
              <a:cxnLst/>
              <a:rect l="l" t="t" r="r" b="b"/>
              <a:pathLst>
                <a:path w="8796" h="4255" extrusionOk="0">
                  <a:moveTo>
                    <a:pt x="1" y="0"/>
                  </a:moveTo>
                  <a:lnTo>
                    <a:pt x="176" y="478"/>
                  </a:lnTo>
                  <a:lnTo>
                    <a:pt x="335" y="972"/>
                  </a:lnTo>
                  <a:lnTo>
                    <a:pt x="463" y="1466"/>
                  </a:lnTo>
                  <a:lnTo>
                    <a:pt x="574" y="1976"/>
                  </a:lnTo>
                  <a:lnTo>
                    <a:pt x="654" y="2486"/>
                  </a:lnTo>
                  <a:lnTo>
                    <a:pt x="718" y="3012"/>
                  </a:lnTo>
                  <a:lnTo>
                    <a:pt x="765" y="3537"/>
                  </a:lnTo>
                  <a:lnTo>
                    <a:pt x="781" y="4079"/>
                  </a:lnTo>
                  <a:lnTo>
                    <a:pt x="765" y="4254"/>
                  </a:lnTo>
                  <a:lnTo>
                    <a:pt x="8795" y="4254"/>
                  </a:lnTo>
                  <a:lnTo>
                    <a:pt x="87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1"/>
            <p:cNvSpPr/>
            <p:nvPr/>
          </p:nvSpPr>
          <p:spPr>
            <a:xfrm>
              <a:off x="6299725" y="3974675"/>
              <a:ext cx="983475" cy="103975"/>
            </a:xfrm>
            <a:custGeom>
              <a:avLst/>
              <a:gdLst/>
              <a:ahLst/>
              <a:cxnLst/>
              <a:rect l="l" t="t" r="r" b="b"/>
              <a:pathLst>
                <a:path w="39339" h="4159" extrusionOk="0">
                  <a:moveTo>
                    <a:pt x="1" y="0"/>
                  </a:moveTo>
                  <a:lnTo>
                    <a:pt x="176" y="463"/>
                  </a:lnTo>
                  <a:lnTo>
                    <a:pt x="319" y="941"/>
                  </a:lnTo>
                  <a:lnTo>
                    <a:pt x="447" y="1434"/>
                  </a:lnTo>
                  <a:lnTo>
                    <a:pt x="542" y="1928"/>
                  </a:lnTo>
                  <a:lnTo>
                    <a:pt x="622" y="2438"/>
                  </a:lnTo>
                  <a:lnTo>
                    <a:pt x="686" y="2948"/>
                  </a:lnTo>
                  <a:lnTo>
                    <a:pt x="718" y="3458"/>
                  </a:lnTo>
                  <a:lnTo>
                    <a:pt x="734" y="3984"/>
                  </a:lnTo>
                  <a:lnTo>
                    <a:pt x="734" y="4159"/>
                  </a:lnTo>
                  <a:lnTo>
                    <a:pt x="38605" y="4159"/>
                  </a:lnTo>
                  <a:lnTo>
                    <a:pt x="38605" y="3984"/>
                  </a:lnTo>
                  <a:lnTo>
                    <a:pt x="38621" y="3458"/>
                  </a:lnTo>
                  <a:lnTo>
                    <a:pt x="38653" y="2948"/>
                  </a:lnTo>
                  <a:lnTo>
                    <a:pt x="38717" y="2438"/>
                  </a:lnTo>
                  <a:lnTo>
                    <a:pt x="38796" y="1928"/>
                  </a:lnTo>
                  <a:lnTo>
                    <a:pt x="38908" y="1434"/>
                  </a:lnTo>
                  <a:lnTo>
                    <a:pt x="39019" y="941"/>
                  </a:lnTo>
                  <a:lnTo>
                    <a:pt x="39179" y="463"/>
                  </a:lnTo>
                  <a:lnTo>
                    <a:pt x="3933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31"/>
            <p:cNvSpPr/>
            <p:nvPr/>
          </p:nvSpPr>
          <p:spPr>
            <a:xfrm>
              <a:off x="6640300" y="2947825"/>
              <a:ext cx="170100" cy="36275"/>
            </a:xfrm>
            <a:custGeom>
              <a:avLst/>
              <a:gdLst/>
              <a:ahLst/>
              <a:cxnLst/>
              <a:rect l="l" t="t" r="r" b="b"/>
              <a:pathLst>
                <a:path w="6804" h="1451" extrusionOk="0">
                  <a:moveTo>
                    <a:pt x="0" y="1"/>
                  </a:moveTo>
                  <a:lnTo>
                    <a:pt x="0" y="1451"/>
                  </a:lnTo>
                  <a:lnTo>
                    <a:pt x="6803" y="1451"/>
                  </a:lnTo>
                  <a:lnTo>
                    <a:pt x="68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31"/>
            <p:cNvSpPr/>
            <p:nvPr/>
          </p:nvSpPr>
          <p:spPr>
            <a:xfrm>
              <a:off x="6658600" y="2881325"/>
              <a:ext cx="133075" cy="66525"/>
            </a:xfrm>
            <a:custGeom>
              <a:avLst/>
              <a:gdLst/>
              <a:ahLst/>
              <a:cxnLst/>
              <a:rect l="l" t="t" r="r" b="b"/>
              <a:pathLst>
                <a:path w="5323" h="2661" extrusionOk="0">
                  <a:moveTo>
                    <a:pt x="2662" y="0"/>
                  </a:moveTo>
                  <a:lnTo>
                    <a:pt x="2391" y="16"/>
                  </a:lnTo>
                  <a:lnTo>
                    <a:pt x="2136" y="64"/>
                  </a:lnTo>
                  <a:lnTo>
                    <a:pt x="1881" y="127"/>
                  </a:lnTo>
                  <a:lnTo>
                    <a:pt x="1626" y="207"/>
                  </a:lnTo>
                  <a:lnTo>
                    <a:pt x="1403" y="319"/>
                  </a:lnTo>
                  <a:lnTo>
                    <a:pt x="1180" y="462"/>
                  </a:lnTo>
                  <a:lnTo>
                    <a:pt x="973" y="605"/>
                  </a:lnTo>
                  <a:lnTo>
                    <a:pt x="782" y="781"/>
                  </a:lnTo>
                  <a:lnTo>
                    <a:pt x="622" y="972"/>
                  </a:lnTo>
                  <a:lnTo>
                    <a:pt x="463" y="1179"/>
                  </a:lnTo>
                  <a:lnTo>
                    <a:pt x="336" y="1402"/>
                  </a:lnTo>
                  <a:lnTo>
                    <a:pt x="224" y="1625"/>
                  </a:lnTo>
                  <a:lnTo>
                    <a:pt x="128" y="1864"/>
                  </a:lnTo>
                  <a:lnTo>
                    <a:pt x="65" y="2119"/>
                  </a:lnTo>
                  <a:lnTo>
                    <a:pt x="17" y="2390"/>
                  </a:lnTo>
                  <a:lnTo>
                    <a:pt x="1" y="2661"/>
                  </a:lnTo>
                  <a:lnTo>
                    <a:pt x="5322" y="2661"/>
                  </a:lnTo>
                  <a:lnTo>
                    <a:pt x="5306" y="2390"/>
                  </a:lnTo>
                  <a:lnTo>
                    <a:pt x="5275" y="2119"/>
                  </a:lnTo>
                  <a:lnTo>
                    <a:pt x="5211" y="1864"/>
                  </a:lnTo>
                  <a:lnTo>
                    <a:pt x="5115" y="1625"/>
                  </a:lnTo>
                  <a:lnTo>
                    <a:pt x="5004" y="1402"/>
                  </a:lnTo>
                  <a:lnTo>
                    <a:pt x="4876" y="1179"/>
                  </a:lnTo>
                  <a:lnTo>
                    <a:pt x="4717" y="972"/>
                  </a:lnTo>
                  <a:lnTo>
                    <a:pt x="4542" y="781"/>
                  </a:lnTo>
                  <a:lnTo>
                    <a:pt x="4351" y="605"/>
                  </a:lnTo>
                  <a:lnTo>
                    <a:pt x="4159" y="462"/>
                  </a:lnTo>
                  <a:lnTo>
                    <a:pt x="3936" y="319"/>
                  </a:lnTo>
                  <a:lnTo>
                    <a:pt x="3697" y="207"/>
                  </a:lnTo>
                  <a:lnTo>
                    <a:pt x="3458" y="127"/>
                  </a:lnTo>
                  <a:lnTo>
                    <a:pt x="3203" y="64"/>
                  </a:lnTo>
                  <a:lnTo>
                    <a:pt x="2933" y="16"/>
                  </a:lnTo>
                  <a:lnTo>
                    <a:pt x="26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4" name="Google Shape;1674;p31"/>
          <p:cNvGrpSpPr/>
          <p:nvPr/>
        </p:nvGrpSpPr>
        <p:grpSpPr>
          <a:xfrm>
            <a:off x="770097" y="1153096"/>
            <a:ext cx="386701" cy="560711"/>
            <a:chOff x="6505575" y="1057575"/>
            <a:chExt cx="728525" cy="1056350"/>
          </a:xfrm>
        </p:grpSpPr>
        <p:sp>
          <p:nvSpPr>
            <p:cNvPr id="1675" name="Google Shape;1675;p31"/>
            <p:cNvSpPr/>
            <p:nvPr/>
          </p:nvSpPr>
          <p:spPr>
            <a:xfrm>
              <a:off x="6505575" y="1161550"/>
              <a:ext cx="728525" cy="952375"/>
            </a:xfrm>
            <a:custGeom>
              <a:avLst/>
              <a:gdLst/>
              <a:ahLst/>
              <a:cxnLst/>
              <a:rect l="l" t="t" r="r" b="b"/>
              <a:pathLst>
                <a:path w="29141" h="38095" extrusionOk="0">
                  <a:moveTo>
                    <a:pt x="5704" y="0"/>
                  </a:moveTo>
                  <a:lnTo>
                    <a:pt x="5417" y="16"/>
                  </a:lnTo>
                  <a:lnTo>
                    <a:pt x="5130" y="32"/>
                  </a:lnTo>
                  <a:lnTo>
                    <a:pt x="4843" y="64"/>
                  </a:lnTo>
                  <a:lnTo>
                    <a:pt x="4557" y="112"/>
                  </a:lnTo>
                  <a:lnTo>
                    <a:pt x="4286" y="175"/>
                  </a:lnTo>
                  <a:lnTo>
                    <a:pt x="4015" y="255"/>
                  </a:lnTo>
                  <a:lnTo>
                    <a:pt x="3744" y="351"/>
                  </a:lnTo>
                  <a:lnTo>
                    <a:pt x="3489" y="446"/>
                  </a:lnTo>
                  <a:lnTo>
                    <a:pt x="3234" y="574"/>
                  </a:lnTo>
                  <a:lnTo>
                    <a:pt x="2995" y="685"/>
                  </a:lnTo>
                  <a:lnTo>
                    <a:pt x="2756" y="829"/>
                  </a:lnTo>
                  <a:lnTo>
                    <a:pt x="2517" y="972"/>
                  </a:lnTo>
                  <a:lnTo>
                    <a:pt x="2294" y="1131"/>
                  </a:lnTo>
                  <a:lnTo>
                    <a:pt x="2087" y="1307"/>
                  </a:lnTo>
                  <a:lnTo>
                    <a:pt x="1880" y="1482"/>
                  </a:lnTo>
                  <a:lnTo>
                    <a:pt x="1673" y="1673"/>
                  </a:lnTo>
                  <a:lnTo>
                    <a:pt x="1482" y="1880"/>
                  </a:lnTo>
                  <a:lnTo>
                    <a:pt x="1306" y="2087"/>
                  </a:lnTo>
                  <a:lnTo>
                    <a:pt x="1147" y="2294"/>
                  </a:lnTo>
                  <a:lnTo>
                    <a:pt x="988" y="2518"/>
                  </a:lnTo>
                  <a:lnTo>
                    <a:pt x="828" y="2756"/>
                  </a:lnTo>
                  <a:lnTo>
                    <a:pt x="701" y="2995"/>
                  </a:lnTo>
                  <a:lnTo>
                    <a:pt x="574" y="3234"/>
                  </a:lnTo>
                  <a:lnTo>
                    <a:pt x="446" y="3489"/>
                  </a:lnTo>
                  <a:lnTo>
                    <a:pt x="351" y="3744"/>
                  </a:lnTo>
                  <a:lnTo>
                    <a:pt x="255" y="4015"/>
                  </a:lnTo>
                  <a:lnTo>
                    <a:pt x="191" y="4286"/>
                  </a:lnTo>
                  <a:lnTo>
                    <a:pt x="112" y="4557"/>
                  </a:lnTo>
                  <a:lnTo>
                    <a:pt x="64" y="4844"/>
                  </a:lnTo>
                  <a:lnTo>
                    <a:pt x="32" y="5114"/>
                  </a:lnTo>
                  <a:lnTo>
                    <a:pt x="16" y="5417"/>
                  </a:lnTo>
                  <a:lnTo>
                    <a:pt x="0" y="5704"/>
                  </a:lnTo>
                  <a:lnTo>
                    <a:pt x="0" y="32391"/>
                  </a:lnTo>
                  <a:lnTo>
                    <a:pt x="16" y="32678"/>
                  </a:lnTo>
                  <a:lnTo>
                    <a:pt x="32" y="32980"/>
                  </a:lnTo>
                  <a:lnTo>
                    <a:pt x="64" y="33251"/>
                  </a:lnTo>
                  <a:lnTo>
                    <a:pt x="112" y="33538"/>
                  </a:lnTo>
                  <a:lnTo>
                    <a:pt x="191" y="33809"/>
                  </a:lnTo>
                  <a:lnTo>
                    <a:pt x="255" y="34080"/>
                  </a:lnTo>
                  <a:lnTo>
                    <a:pt x="351" y="34350"/>
                  </a:lnTo>
                  <a:lnTo>
                    <a:pt x="446" y="34605"/>
                  </a:lnTo>
                  <a:lnTo>
                    <a:pt x="574" y="34860"/>
                  </a:lnTo>
                  <a:lnTo>
                    <a:pt x="701" y="35099"/>
                  </a:lnTo>
                  <a:lnTo>
                    <a:pt x="828" y="35338"/>
                  </a:lnTo>
                  <a:lnTo>
                    <a:pt x="988" y="35577"/>
                  </a:lnTo>
                  <a:lnTo>
                    <a:pt x="1147" y="35800"/>
                  </a:lnTo>
                  <a:lnTo>
                    <a:pt x="1306" y="36007"/>
                  </a:lnTo>
                  <a:lnTo>
                    <a:pt x="1482" y="36215"/>
                  </a:lnTo>
                  <a:lnTo>
                    <a:pt x="1673" y="36422"/>
                  </a:lnTo>
                  <a:lnTo>
                    <a:pt x="1880" y="36613"/>
                  </a:lnTo>
                  <a:lnTo>
                    <a:pt x="2087" y="36788"/>
                  </a:lnTo>
                  <a:lnTo>
                    <a:pt x="2294" y="36963"/>
                  </a:lnTo>
                  <a:lnTo>
                    <a:pt x="2517" y="37123"/>
                  </a:lnTo>
                  <a:lnTo>
                    <a:pt x="2756" y="37266"/>
                  </a:lnTo>
                  <a:lnTo>
                    <a:pt x="2995" y="37410"/>
                  </a:lnTo>
                  <a:lnTo>
                    <a:pt x="3234" y="37521"/>
                  </a:lnTo>
                  <a:lnTo>
                    <a:pt x="3489" y="37648"/>
                  </a:lnTo>
                  <a:lnTo>
                    <a:pt x="3744" y="37744"/>
                  </a:lnTo>
                  <a:lnTo>
                    <a:pt x="4015" y="37840"/>
                  </a:lnTo>
                  <a:lnTo>
                    <a:pt x="4286" y="37919"/>
                  </a:lnTo>
                  <a:lnTo>
                    <a:pt x="4557" y="37983"/>
                  </a:lnTo>
                  <a:lnTo>
                    <a:pt x="4843" y="38031"/>
                  </a:lnTo>
                  <a:lnTo>
                    <a:pt x="5130" y="38063"/>
                  </a:lnTo>
                  <a:lnTo>
                    <a:pt x="5417" y="38079"/>
                  </a:lnTo>
                  <a:lnTo>
                    <a:pt x="5704" y="38095"/>
                  </a:lnTo>
                  <a:lnTo>
                    <a:pt x="23437" y="38095"/>
                  </a:lnTo>
                  <a:lnTo>
                    <a:pt x="23724" y="38079"/>
                  </a:lnTo>
                  <a:lnTo>
                    <a:pt x="24026" y="38063"/>
                  </a:lnTo>
                  <a:lnTo>
                    <a:pt x="24297" y="38031"/>
                  </a:lnTo>
                  <a:lnTo>
                    <a:pt x="24584" y="37983"/>
                  </a:lnTo>
                  <a:lnTo>
                    <a:pt x="24855" y="37919"/>
                  </a:lnTo>
                  <a:lnTo>
                    <a:pt x="25126" y="37840"/>
                  </a:lnTo>
                  <a:lnTo>
                    <a:pt x="25396" y="37744"/>
                  </a:lnTo>
                  <a:lnTo>
                    <a:pt x="25651" y="37648"/>
                  </a:lnTo>
                  <a:lnTo>
                    <a:pt x="25906" y="37521"/>
                  </a:lnTo>
                  <a:lnTo>
                    <a:pt x="26145" y="37410"/>
                  </a:lnTo>
                  <a:lnTo>
                    <a:pt x="26384" y="37266"/>
                  </a:lnTo>
                  <a:lnTo>
                    <a:pt x="26623" y="37123"/>
                  </a:lnTo>
                  <a:lnTo>
                    <a:pt x="26846" y="36963"/>
                  </a:lnTo>
                  <a:lnTo>
                    <a:pt x="27053" y="36788"/>
                  </a:lnTo>
                  <a:lnTo>
                    <a:pt x="27261" y="36613"/>
                  </a:lnTo>
                  <a:lnTo>
                    <a:pt x="27468" y="36422"/>
                  </a:lnTo>
                  <a:lnTo>
                    <a:pt x="27659" y="36215"/>
                  </a:lnTo>
                  <a:lnTo>
                    <a:pt x="27834" y="36007"/>
                  </a:lnTo>
                  <a:lnTo>
                    <a:pt x="28009" y="35800"/>
                  </a:lnTo>
                  <a:lnTo>
                    <a:pt x="28169" y="35577"/>
                  </a:lnTo>
                  <a:lnTo>
                    <a:pt x="28312" y="35338"/>
                  </a:lnTo>
                  <a:lnTo>
                    <a:pt x="28456" y="35099"/>
                  </a:lnTo>
                  <a:lnTo>
                    <a:pt x="28583" y="34860"/>
                  </a:lnTo>
                  <a:lnTo>
                    <a:pt x="28694" y="34605"/>
                  </a:lnTo>
                  <a:lnTo>
                    <a:pt x="28790" y="34350"/>
                  </a:lnTo>
                  <a:lnTo>
                    <a:pt x="28886" y="34080"/>
                  </a:lnTo>
                  <a:lnTo>
                    <a:pt x="28965" y="33809"/>
                  </a:lnTo>
                  <a:lnTo>
                    <a:pt x="29029" y="33538"/>
                  </a:lnTo>
                  <a:lnTo>
                    <a:pt x="29077" y="33251"/>
                  </a:lnTo>
                  <a:lnTo>
                    <a:pt x="29109" y="32980"/>
                  </a:lnTo>
                  <a:lnTo>
                    <a:pt x="29125" y="32678"/>
                  </a:lnTo>
                  <a:lnTo>
                    <a:pt x="29141" y="32391"/>
                  </a:lnTo>
                  <a:lnTo>
                    <a:pt x="29141" y="5704"/>
                  </a:lnTo>
                  <a:lnTo>
                    <a:pt x="29125" y="5417"/>
                  </a:lnTo>
                  <a:lnTo>
                    <a:pt x="29109" y="5114"/>
                  </a:lnTo>
                  <a:lnTo>
                    <a:pt x="29077" y="4844"/>
                  </a:lnTo>
                  <a:lnTo>
                    <a:pt x="29029" y="4557"/>
                  </a:lnTo>
                  <a:lnTo>
                    <a:pt x="28965" y="4286"/>
                  </a:lnTo>
                  <a:lnTo>
                    <a:pt x="28886" y="4015"/>
                  </a:lnTo>
                  <a:lnTo>
                    <a:pt x="28790" y="3744"/>
                  </a:lnTo>
                  <a:lnTo>
                    <a:pt x="28694" y="3489"/>
                  </a:lnTo>
                  <a:lnTo>
                    <a:pt x="28583" y="3234"/>
                  </a:lnTo>
                  <a:lnTo>
                    <a:pt x="28456" y="2995"/>
                  </a:lnTo>
                  <a:lnTo>
                    <a:pt x="28312" y="2756"/>
                  </a:lnTo>
                  <a:lnTo>
                    <a:pt x="28169" y="2518"/>
                  </a:lnTo>
                  <a:lnTo>
                    <a:pt x="28009" y="2294"/>
                  </a:lnTo>
                  <a:lnTo>
                    <a:pt x="27834" y="2087"/>
                  </a:lnTo>
                  <a:lnTo>
                    <a:pt x="27659" y="1880"/>
                  </a:lnTo>
                  <a:lnTo>
                    <a:pt x="27468" y="1673"/>
                  </a:lnTo>
                  <a:lnTo>
                    <a:pt x="27261" y="1482"/>
                  </a:lnTo>
                  <a:lnTo>
                    <a:pt x="27053" y="1307"/>
                  </a:lnTo>
                  <a:lnTo>
                    <a:pt x="26846" y="1131"/>
                  </a:lnTo>
                  <a:lnTo>
                    <a:pt x="26623" y="972"/>
                  </a:lnTo>
                  <a:lnTo>
                    <a:pt x="26384" y="829"/>
                  </a:lnTo>
                  <a:lnTo>
                    <a:pt x="26145" y="685"/>
                  </a:lnTo>
                  <a:lnTo>
                    <a:pt x="25906" y="574"/>
                  </a:lnTo>
                  <a:lnTo>
                    <a:pt x="25651" y="446"/>
                  </a:lnTo>
                  <a:lnTo>
                    <a:pt x="25396" y="351"/>
                  </a:lnTo>
                  <a:lnTo>
                    <a:pt x="25126" y="255"/>
                  </a:lnTo>
                  <a:lnTo>
                    <a:pt x="24855" y="175"/>
                  </a:lnTo>
                  <a:lnTo>
                    <a:pt x="24584" y="112"/>
                  </a:lnTo>
                  <a:lnTo>
                    <a:pt x="24297" y="64"/>
                  </a:lnTo>
                  <a:lnTo>
                    <a:pt x="24026" y="32"/>
                  </a:lnTo>
                  <a:lnTo>
                    <a:pt x="23724" y="16"/>
                  </a:lnTo>
                  <a:lnTo>
                    <a:pt x="234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31"/>
            <p:cNvSpPr/>
            <p:nvPr/>
          </p:nvSpPr>
          <p:spPr>
            <a:xfrm>
              <a:off x="6505575" y="1161550"/>
              <a:ext cx="156950" cy="166900"/>
            </a:xfrm>
            <a:custGeom>
              <a:avLst/>
              <a:gdLst/>
              <a:ahLst/>
              <a:cxnLst/>
              <a:rect l="l" t="t" r="r" b="b"/>
              <a:pathLst>
                <a:path w="6278" h="6676" extrusionOk="0">
                  <a:moveTo>
                    <a:pt x="5704" y="0"/>
                  </a:moveTo>
                  <a:lnTo>
                    <a:pt x="5417" y="16"/>
                  </a:lnTo>
                  <a:lnTo>
                    <a:pt x="5130" y="32"/>
                  </a:lnTo>
                  <a:lnTo>
                    <a:pt x="4843" y="64"/>
                  </a:lnTo>
                  <a:lnTo>
                    <a:pt x="4557" y="112"/>
                  </a:lnTo>
                  <a:lnTo>
                    <a:pt x="4286" y="175"/>
                  </a:lnTo>
                  <a:lnTo>
                    <a:pt x="4015" y="255"/>
                  </a:lnTo>
                  <a:lnTo>
                    <a:pt x="3744" y="351"/>
                  </a:lnTo>
                  <a:lnTo>
                    <a:pt x="3489" y="446"/>
                  </a:lnTo>
                  <a:lnTo>
                    <a:pt x="3234" y="574"/>
                  </a:lnTo>
                  <a:lnTo>
                    <a:pt x="2995" y="685"/>
                  </a:lnTo>
                  <a:lnTo>
                    <a:pt x="2756" y="829"/>
                  </a:lnTo>
                  <a:lnTo>
                    <a:pt x="2517" y="972"/>
                  </a:lnTo>
                  <a:lnTo>
                    <a:pt x="2294" y="1131"/>
                  </a:lnTo>
                  <a:lnTo>
                    <a:pt x="2087" y="1307"/>
                  </a:lnTo>
                  <a:lnTo>
                    <a:pt x="1880" y="1482"/>
                  </a:lnTo>
                  <a:lnTo>
                    <a:pt x="1673" y="1673"/>
                  </a:lnTo>
                  <a:lnTo>
                    <a:pt x="1482" y="1880"/>
                  </a:lnTo>
                  <a:lnTo>
                    <a:pt x="1306" y="2087"/>
                  </a:lnTo>
                  <a:lnTo>
                    <a:pt x="1147" y="2294"/>
                  </a:lnTo>
                  <a:lnTo>
                    <a:pt x="988" y="2518"/>
                  </a:lnTo>
                  <a:lnTo>
                    <a:pt x="828" y="2756"/>
                  </a:lnTo>
                  <a:lnTo>
                    <a:pt x="701" y="2995"/>
                  </a:lnTo>
                  <a:lnTo>
                    <a:pt x="574" y="3234"/>
                  </a:lnTo>
                  <a:lnTo>
                    <a:pt x="446" y="3489"/>
                  </a:lnTo>
                  <a:lnTo>
                    <a:pt x="351" y="3744"/>
                  </a:lnTo>
                  <a:lnTo>
                    <a:pt x="255" y="4015"/>
                  </a:lnTo>
                  <a:lnTo>
                    <a:pt x="191" y="4286"/>
                  </a:lnTo>
                  <a:lnTo>
                    <a:pt x="112" y="4557"/>
                  </a:lnTo>
                  <a:lnTo>
                    <a:pt x="64" y="4844"/>
                  </a:lnTo>
                  <a:lnTo>
                    <a:pt x="32" y="5114"/>
                  </a:lnTo>
                  <a:lnTo>
                    <a:pt x="16" y="5417"/>
                  </a:lnTo>
                  <a:lnTo>
                    <a:pt x="0" y="5704"/>
                  </a:lnTo>
                  <a:lnTo>
                    <a:pt x="0" y="6421"/>
                  </a:lnTo>
                  <a:lnTo>
                    <a:pt x="366" y="6532"/>
                  </a:lnTo>
                  <a:lnTo>
                    <a:pt x="733" y="6612"/>
                  </a:lnTo>
                  <a:lnTo>
                    <a:pt x="1115" y="6660"/>
                  </a:lnTo>
                  <a:lnTo>
                    <a:pt x="1498" y="6676"/>
                  </a:lnTo>
                  <a:lnTo>
                    <a:pt x="1753" y="6660"/>
                  </a:lnTo>
                  <a:lnTo>
                    <a:pt x="1992" y="6644"/>
                  </a:lnTo>
                  <a:lnTo>
                    <a:pt x="2231" y="6612"/>
                  </a:lnTo>
                  <a:lnTo>
                    <a:pt x="2470" y="6564"/>
                  </a:lnTo>
                  <a:lnTo>
                    <a:pt x="2693" y="6517"/>
                  </a:lnTo>
                  <a:lnTo>
                    <a:pt x="2932" y="6453"/>
                  </a:lnTo>
                  <a:lnTo>
                    <a:pt x="3139" y="6373"/>
                  </a:lnTo>
                  <a:lnTo>
                    <a:pt x="3362" y="6293"/>
                  </a:lnTo>
                  <a:lnTo>
                    <a:pt x="3569" y="6198"/>
                  </a:lnTo>
                  <a:lnTo>
                    <a:pt x="3776" y="6086"/>
                  </a:lnTo>
                  <a:lnTo>
                    <a:pt x="3983" y="5975"/>
                  </a:lnTo>
                  <a:lnTo>
                    <a:pt x="4174" y="5847"/>
                  </a:lnTo>
                  <a:lnTo>
                    <a:pt x="4366" y="5720"/>
                  </a:lnTo>
                  <a:lnTo>
                    <a:pt x="4541" y="5577"/>
                  </a:lnTo>
                  <a:lnTo>
                    <a:pt x="4716" y="5433"/>
                  </a:lnTo>
                  <a:lnTo>
                    <a:pt x="4875" y="5274"/>
                  </a:lnTo>
                  <a:lnTo>
                    <a:pt x="5035" y="5099"/>
                  </a:lnTo>
                  <a:lnTo>
                    <a:pt x="5194" y="4923"/>
                  </a:lnTo>
                  <a:lnTo>
                    <a:pt x="5337" y="4748"/>
                  </a:lnTo>
                  <a:lnTo>
                    <a:pt x="5465" y="4557"/>
                  </a:lnTo>
                  <a:lnTo>
                    <a:pt x="5592" y="4366"/>
                  </a:lnTo>
                  <a:lnTo>
                    <a:pt x="5704" y="4174"/>
                  </a:lnTo>
                  <a:lnTo>
                    <a:pt x="5815" y="3967"/>
                  </a:lnTo>
                  <a:lnTo>
                    <a:pt x="5911" y="3744"/>
                  </a:lnTo>
                  <a:lnTo>
                    <a:pt x="5991" y="3537"/>
                  </a:lnTo>
                  <a:lnTo>
                    <a:pt x="6070" y="3314"/>
                  </a:lnTo>
                  <a:lnTo>
                    <a:pt x="6134" y="3091"/>
                  </a:lnTo>
                  <a:lnTo>
                    <a:pt x="6182" y="2852"/>
                  </a:lnTo>
                  <a:lnTo>
                    <a:pt x="6230" y="2613"/>
                  </a:lnTo>
                  <a:lnTo>
                    <a:pt x="6261" y="2374"/>
                  </a:lnTo>
                  <a:lnTo>
                    <a:pt x="6277" y="2135"/>
                  </a:lnTo>
                  <a:lnTo>
                    <a:pt x="6277" y="1896"/>
                  </a:lnTo>
                  <a:lnTo>
                    <a:pt x="6277" y="1641"/>
                  </a:lnTo>
                  <a:lnTo>
                    <a:pt x="6261" y="1402"/>
                  </a:lnTo>
                  <a:lnTo>
                    <a:pt x="6230" y="1147"/>
                  </a:lnTo>
                  <a:lnTo>
                    <a:pt x="6182" y="908"/>
                  </a:lnTo>
                  <a:lnTo>
                    <a:pt x="6118" y="685"/>
                  </a:lnTo>
                  <a:lnTo>
                    <a:pt x="6054" y="446"/>
                  </a:lnTo>
                  <a:lnTo>
                    <a:pt x="5975" y="223"/>
                  </a:lnTo>
                  <a:lnTo>
                    <a:pt x="589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31"/>
            <p:cNvSpPr/>
            <p:nvPr/>
          </p:nvSpPr>
          <p:spPr>
            <a:xfrm>
              <a:off x="7077950" y="1161550"/>
              <a:ext cx="156150" cy="166900"/>
            </a:xfrm>
            <a:custGeom>
              <a:avLst/>
              <a:gdLst/>
              <a:ahLst/>
              <a:cxnLst/>
              <a:rect l="l" t="t" r="r" b="b"/>
              <a:pathLst>
                <a:path w="6246" h="6676" extrusionOk="0">
                  <a:moveTo>
                    <a:pt x="398" y="0"/>
                  </a:moveTo>
                  <a:lnTo>
                    <a:pt x="303" y="223"/>
                  </a:lnTo>
                  <a:lnTo>
                    <a:pt x="223" y="446"/>
                  </a:lnTo>
                  <a:lnTo>
                    <a:pt x="159" y="685"/>
                  </a:lnTo>
                  <a:lnTo>
                    <a:pt x="112" y="908"/>
                  </a:lnTo>
                  <a:lnTo>
                    <a:pt x="64" y="1147"/>
                  </a:lnTo>
                  <a:lnTo>
                    <a:pt x="32" y="1402"/>
                  </a:lnTo>
                  <a:lnTo>
                    <a:pt x="16" y="1641"/>
                  </a:lnTo>
                  <a:lnTo>
                    <a:pt x="0" y="1896"/>
                  </a:lnTo>
                  <a:lnTo>
                    <a:pt x="16" y="2135"/>
                  </a:lnTo>
                  <a:lnTo>
                    <a:pt x="32" y="2374"/>
                  </a:lnTo>
                  <a:lnTo>
                    <a:pt x="64" y="2613"/>
                  </a:lnTo>
                  <a:lnTo>
                    <a:pt x="96" y="2852"/>
                  </a:lnTo>
                  <a:lnTo>
                    <a:pt x="159" y="3091"/>
                  </a:lnTo>
                  <a:lnTo>
                    <a:pt x="223" y="3314"/>
                  </a:lnTo>
                  <a:lnTo>
                    <a:pt x="287" y="3537"/>
                  </a:lnTo>
                  <a:lnTo>
                    <a:pt x="382" y="3744"/>
                  </a:lnTo>
                  <a:lnTo>
                    <a:pt x="478" y="3967"/>
                  </a:lnTo>
                  <a:lnTo>
                    <a:pt x="574" y="4174"/>
                  </a:lnTo>
                  <a:lnTo>
                    <a:pt x="701" y="4366"/>
                  </a:lnTo>
                  <a:lnTo>
                    <a:pt x="813" y="4557"/>
                  </a:lnTo>
                  <a:lnTo>
                    <a:pt x="956" y="4748"/>
                  </a:lnTo>
                  <a:lnTo>
                    <a:pt x="1099" y="4923"/>
                  </a:lnTo>
                  <a:lnTo>
                    <a:pt x="1243" y="5099"/>
                  </a:lnTo>
                  <a:lnTo>
                    <a:pt x="1402" y="5274"/>
                  </a:lnTo>
                  <a:lnTo>
                    <a:pt x="1561" y="5433"/>
                  </a:lnTo>
                  <a:lnTo>
                    <a:pt x="1737" y="5577"/>
                  </a:lnTo>
                  <a:lnTo>
                    <a:pt x="1928" y="5720"/>
                  </a:lnTo>
                  <a:lnTo>
                    <a:pt x="2103" y="5847"/>
                  </a:lnTo>
                  <a:lnTo>
                    <a:pt x="2310" y="5975"/>
                  </a:lnTo>
                  <a:lnTo>
                    <a:pt x="2501" y="6086"/>
                  </a:lnTo>
                  <a:lnTo>
                    <a:pt x="2709" y="6198"/>
                  </a:lnTo>
                  <a:lnTo>
                    <a:pt x="2916" y="6293"/>
                  </a:lnTo>
                  <a:lnTo>
                    <a:pt x="3139" y="6373"/>
                  </a:lnTo>
                  <a:lnTo>
                    <a:pt x="3362" y="6453"/>
                  </a:lnTo>
                  <a:lnTo>
                    <a:pt x="3585" y="6517"/>
                  </a:lnTo>
                  <a:lnTo>
                    <a:pt x="3824" y="6564"/>
                  </a:lnTo>
                  <a:lnTo>
                    <a:pt x="4047" y="6612"/>
                  </a:lnTo>
                  <a:lnTo>
                    <a:pt x="4286" y="6644"/>
                  </a:lnTo>
                  <a:lnTo>
                    <a:pt x="4541" y="6660"/>
                  </a:lnTo>
                  <a:lnTo>
                    <a:pt x="4780" y="6676"/>
                  </a:lnTo>
                  <a:lnTo>
                    <a:pt x="5162" y="6660"/>
                  </a:lnTo>
                  <a:lnTo>
                    <a:pt x="5529" y="6612"/>
                  </a:lnTo>
                  <a:lnTo>
                    <a:pt x="5895" y="6532"/>
                  </a:lnTo>
                  <a:lnTo>
                    <a:pt x="6246" y="6437"/>
                  </a:lnTo>
                  <a:lnTo>
                    <a:pt x="6246" y="5704"/>
                  </a:lnTo>
                  <a:lnTo>
                    <a:pt x="6230" y="5417"/>
                  </a:lnTo>
                  <a:lnTo>
                    <a:pt x="6214" y="5114"/>
                  </a:lnTo>
                  <a:lnTo>
                    <a:pt x="6182" y="4844"/>
                  </a:lnTo>
                  <a:lnTo>
                    <a:pt x="6134" y="4557"/>
                  </a:lnTo>
                  <a:lnTo>
                    <a:pt x="6070" y="4286"/>
                  </a:lnTo>
                  <a:lnTo>
                    <a:pt x="5991" y="4015"/>
                  </a:lnTo>
                  <a:lnTo>
                    <a:pt x="5895" y="3744"/>
                  </a:lnTo>
                  <a:lnTo>
                    <a:pt x="5799" y="3489"/>
                  </a:lnTo>
                  <a:lnTo>
                    <a:pt x="5688" y="3234"/>
                  </a:lnTo>
                  <a:lnTo>
                    <a:pt x="5561" y="2995"/>
                  </a:lnTo>
                  <a:lnTo>
                    <a:pt x="5417" y="2756"/>
                  </a:lnTo>
                  <a:lnTo>
                    <a:pt x="5274" y="2518"/>
                  </a:lnTo>
                  <a:lnTo>
                    <a:pt x="5114" y="2294"/>
                  </a:lnTo>
                  <a:lnTo>
                    <a:pt x="4939" y="2087"/>
                  </a:lnTo>
                  <a:lnTo>
                    <a:pt x="4764" y="1880"/>
                  </a:lnTo>
                  <a:lnTo>
                    <a:pt x="4573" y="1673"/>
                  </a:lnTo>
                  <a:lnTo>
                    <a:pt x="4366" y="1482"/>
                  </a:lnTo>
                  <a:lnTo>
                    <a:pt x="4158" y="1307"/>
                  </a:lnTo>
                  <a:lnTo>
                    <a:pt x="3951" y="1131"/>
                  </a:lnTo>
                  <a:lnTo>
                    <a:pt x="3728" y="972"/>
                  </a:lnTo>
                  <a:lnTo>
                    <a:pt x="3489" y="829"/>
                  </a:lnTo>
                  <a:lnTo>
                    <a:pt x="3250" y="685"/>
                  </a:lnTo>
                  <a:lnTo>
                    <a:pt x="3011" y="574"/>
                  </a:lnTo>
                  <a:lnTo>
                    <a:pt x="2756" y="446"/>
                  </a:lnTo>
                  <a:lnTo>
                    <a:pt x="2501" y="351"/>
                  </a:lnTo>
                  <a:lnTo>
                    <a:pt x="2231" y="255"/>
                  </a:lnTo>
                  <a:lnTo>
                    <a:pt x="1960" y="175"/>
                  </a:lnTo>
                  <a:lnTo>
                    <a:pt x="1689" y="112"/>
                  </a:lnTo>
                  <a:lnTo>
                    <a:pt x="1402" y="64"/>
                  </a:lnTo>
                  <a:lnTo>
                    <a:pt x="1131" y="32"/>
                  </a:lnTo>
                  <a:lnTo>
                    <a:pt x="829" y="16"/>
                  </a:lnTo>
                  <a:lnTo>
                    <a:pt x="5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31"/>
            <p:cNvSpPr/>
            <p:nvPr/>
          </p:nvSpPr>
          <p:spPr>
            <a:xfrm>
              <a:off x="6505575" y="1944625"/>
              <a:ext cx="156950" cy="169300"/>
            </a:xfrm>
            <a:custGeom>
              <a:avLst/>
              <a:gdLst/>
              <a:ahLst/>
              <a:cxnLst/>
              <a:rect l="l" t="t" r="r" b="b"/>
              <a:pathLst>
                <a:path w="6278" h="6772" extrusionOk="0">
                  <a:moveTo>
                    <a:pt x="1498" y="0"/>
                  </a:moveTo>
                  <a:lnTo>
                    <a:pt x="1115" y="16"/>
                  </a:lnTo>
                  <a:lnTo>
                    <a:pt x="733" y="64"/>
                  </a:lnTo>
                  <a:lnTo>
                    <a:pt x="366" y="144"/>
                  </a:lnTo>
                  <a:lnTo>
                    <a:pt x="0" y="239"/>
                  </a:lnTo>
                  <a:lnTo>
                    <a:pt x="0" y="1068"/>
                  </a:lnTo>
                  <a:lnTo>
                    <a:pt x="16" y="1355"/>
                  </a:lnTo>
                  <a:lnTo>
                    <a:pt x="32" y="1657"/>
                  </a:lnTo>
                  <a:lnTo>
                    <a:pt x="64" y="1928"/>
                  </a:lnTo>
                  <a:lnTo>
                    <a:pt x="112" y="2215"/>
                  </a:lnTo>
                  <a:lnTo>
                    <a:pt x="191" y="2486"/>
                  </a:lnTo>
                  <a:lnTo>
                    <a:pt x="255" y="2757"/>
                  </a:lnTo>
                  <a:lnTo>
                    <a:pt x="351" y="3027"/>
                  </a:lnTo>
                  <a:lnTo>
                    <a:pt x="446" y="3282"/>
                  </a:lnTo>
                  <a:lnTo>
                    <a:pt x="574" y="3537"/>
                  </a:lnTo>
                  <a:lnTo>
                    <a:pt x="701" y="3776"/>
                  </a:lnTo>
                  <a:lnTo>
                    <a:pt x="828" y="4015"/>
                  </a:lnTo>
                  <a:lnTo>
                    <a:pt x="988" y="4254"/>
                  </a:lnTo>
                  <a:lnTo>
                    <a:pt x="1147" y="4477"/>
                  </a:lnTo>
                  <a:lnTo>
                    <a:pt x="1306" y="4684"/>
                  </a:lnTo>
                  <a:lnTo>
                    <a:pt x="1482" y="4892"/>
                  </a:lnTo>
                  <a:lnTo>
                    <a:pt x="1673" y="5099"/>
                  </a:lnTo>
                  <a:lnTo>
                    <a:pt x="1880" y="5290"/>
                  </a:lnTo>
                  <a:lnTo>
                    <a:pt x="2087" y="5465"/>
                  </a:lnTo>
                  <a:lnTo>
                    <a:pt x="2294" y="5640"/>
                  </a:lnTo>
                  <a:lnTo>
                    <a:pt x="2517" y="5800"/>
                  </a:lnTo>
                  <a:lnTo>
                    <a:pt x="2756" y="5943"/>
                  </a:lnTo>
                  <a:lnTo>
                    <a:pt x="2995" y="6087"/>
                  </a:lnTo>
                  <a:lnTo>
                    <a:pt x="3234" y="6198"/>
                  </a:lnTo>
                  <a:lnTo>
                    <a:pt x="3489" y="6325"/>
                  </a:lnTo>
                  <a:lnTo>
                    <a:pt x="3744" y="6421"/>
                  </a:lnTo>
                  <a:lnTo>
                    <a:pt x="4015" y="6517"/>
                  </a:lnTo>
                  <a:lnTo>
                    <a:pt x="4286" y="6596"/>
                  </a:lnTo>
                  <a:lnTo>
                    <a:pt x="4557" y="6660"/>
                  </a:lnTo>
                  <a:lnTo>
                    <a:pt x="4843" y="6708"/>
                  </a:lnTo>
                  <a:lnTo>
                    <a:pt x="5130" y="6740"/>
                  </a:lnTo>
                  <a:lnTo>
                    <a:pt x="5417" y="6756"/>
                  </a:lnTo>
                  <a:lnTo>
                    <a:pt x="5704" y="6772"/>
                  </a:lnTo>
                  <a:lnTo>
                    <a:pt x="5831" y="6772"/>
                  </a:lnTo>
                  <a:lnTo>
                    <a:pt x="5943" y="6533"/>
                  </a:lnTo>
                  <a:lnTo>
                    <a:pt x="6022" y="6310"/>
                  </a:lnTo>
                  <a:lnTo>
                    <a:pt x="6102" y="6055"/>
                  </a:lnTo>
                  <a:lnTo>
                    <a:pt x="6166" y="5816"/>
                  </a:lnTo>
                  <a:lnTo>
                    <a:pt x="6214" y="5561"/>
                  </a:lnTo>
                  <a:lnTo>
                    <a:pt x="6246" y="5306"/>
                  </a:lnTo>
                  <a:lnTo>
                    <a:pt x="6277" y="5035"/>
                  </a:lnTo>
                  <a:lnTo>
                    <a:pt x="6277" y="4780"/>
                  </a:lnTo>
                  <a:lnTo>
                    <a:pt x="6277" y="4525"/>
                  </a:lnTo>
                  <a:lnTo>
                    <a:pt x="6261" y="4286"/>
                  </a:lnTo>
                  <a:lnTo>
                    <a:pt x="6230" y="4047"/>
                  </a:lnTo>
                  <a:lnTo>
                    <a:pt x="6182" y="3808"/>
                  </a:lnTo>
                  <a:lnTo>
                    <a:pt x="6134" y="3585"/>
                  </a:lnTo>
                  <a:lnTo>
                    <a:pt x="6070" y="3362"/>
                  </a:lnTo>
                  <a:lnTo>
                    <a:pt x="5991" y="3139"/>
                  </a:lnTo>
                  <a:lnTo>
                    <a:pt x="5911" y="2916"/>
                  </a:lnTo>
                  <a:lnTo>
                    <a:pt x="5815" y="2709"/>
                  </a:lnTo>
                  <a:lnTo>
                    <a:pt x="5704" y="2502"/>
                  </a:lnTo>
                  <a:lnTo>
                    <a:pt x="5592" y="2295"/>
                  </a:lnTo>
                  <a:lnTo>
                    <a:pt x="5465" y="2103"/>
                  </a:lnTo>
                  <a:lnTo>
                    <a:pt x="5337" y="1912"/>
                  </a:lnTo>
                  <a:lnTo>
                    <a:pt x="5194" y="1737"/>
                  </a:lnTo>
                  <a:lnTo>
                    <a:pt x="5035" y="1562"/>
                  </a:lnTo>
                  <a:lnTo>
                    <a:pt x="4875" y="1402"/>
                  </a:lnTo>
                  <a:lnTo>
                    <a:pt x="4716" y="1243"/>
                  </a:lnTo>
                  <a:lnTo>
                    <a:pt x="4541" y="1084"/>
                  </a:lnTo>
                  <a:lnTo>
                    <a:pt x="4366" y="940"/>
                  </a:lnTo>
                  <a:lnTo>
                    <a:pt x="4174" y="813"/>
                  </a:lnTo>
                  <a:lnTo>
                    <a:pt x="3983" y="685"/>
                  </a:lnTo>
                  <a:lnTo>
                    <a:pt x="3776" y="574"/>
                  </a:lnTo>
                  <a:lnTo>
                    <a:pt x="3569" y="462"/>
                  </a:lnTo>
                  <a:lnTo>
                    <a:pt x="3362" y="367"/>
                  </a:lnTo>
                  <a:lnTo>
                    <a:pt x="3139" y="287"/>
                  </a:lnTo>
                  <a:lnTo>
                    <a:pt x="2932" y="207"/>
                  </a:lnTo>
                  <a:lnTo>
                    <a:pt x="2693" y="144"/>
                  </a:lnTo>
                  <a:lnTo>
                    <a:pt x="2470" y="96"/>
                  </a:lnTo>
                  <a:lnTo>
                    <a:pt x="2231" y="48"/>
                  </a:lnTo>
                  <a:lnTo>
                    <a:pt x="1992" y="16"/>
                  </a:lnTo>
                  <a:lnTo>
                    <a:pt x="175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1"/>
            <p:cNvSpPr/>
            <p:nvPr/>
          </p:nvSpPr>
          <p:spPr>
            <a:xfrm>
              <a:off x="7077950" y="1944625"/>
              <a:ext cx="156150" cy="169300"/>
            </a:xfrm>
            <a:custGeom>
              <a:avLst/>
              <a:gdLst/>
              <a:ahLst/>
              <a:cxnLst/>
              <a:rect l="l" t="t" r="r" b="b"/>
              <a:pathLst>
                <a:path w="6246" h="6772" extrusionOk="0">
                  <a:moveTo>
                    <a:pt x="4541" y="0"/>
                  </a:moveTo>
                  <a:lnTo>
                    <a:pt x="4286" y="16"/>
                  </a:lnTo>
                  <a:lnTo>
                    <a:pt x="4047" y="48"/>
                  </a:lnTo>
                  <a:lnTo>
                    <a:pt x="3824" y="96"/>
                  </a:lnTo>
                  <a:lnTo>
                    <a:pt x="3585" y="144"/>
                  </a:lnTo>
                  <a:lnTo>
                    <a:pt x="3362" y="207"/>
                  </a:lnTo>
                  <a:lnTo>
                    <a:pt x="3139" y="287"/>
                  </a:lnTo>
                  <a:lnTo>
                    <a:pt x="2916" y="367"/>
                  </a:lnTo>
                  <a:lnTo>
                    <a:pt x="2709" y="462"/>
                  </a:lnTo>
                  <a:lnTo>
                    <a:pt x="2501" y="574"/>
                  </a:lnTo>
                  <a:lnTo>
                    <a:pt x="2310" y="685"/>
                  </a:lnTo>
                  <a:lnTo>
                    <a:pt x="2103" y="813"/>
                  </a:lnTo>
                  <a:lnTo>
                    <a:pt x="1928" y="940"/>
                  </a:lnTo>
                  <a:lnTo>
                    <a:pt x="1737" y="1084"/>
                  </a:lnTo>
                  <a:lnTo>
                    <a:pt x="1561" y="1243"/>
                  </a:lnTo>
                  <a:lnTo>
                    <a:pt x="1402" y="1402"/>
                  </a:lnTo>
                  <a:lnTo>
                    <a:pt x="1243" y="1562"/>
                  </a:lnTo>
                  <a:lnTo>
                    <a:pt x="1099" y="1737"/>
                  </a:lnTo>
                  <a:lnTo>
                    <a:pt x="956" y="1912"/>
                  </a:lnTo>
                  <a:lnTo>
                    <a:pt x="813" y="2103"/>
                  </a:lnTo>
                  <a:lnTo>
                    <a:pt x="701" y="2295"/>
                  </a:lnTo>
                  <a:lnTo>
                    <a:pt x="574" y="2502"/>
                  </a:lnTo>
                  <a:lnTo>
                    <a:pt x="478" y="2709"/>
                  </a:lnTo>
                  <a:lnTo>
                    <a:pt x="382" y="2916"/>
                  </a:lnTo>
                  <a:lnTo>
                    <a:pt x="287" y="3139"/>
                  </a:lnTo>
                  <a:lnTo>
                    <a:pt x="223" y="3362"/>
                  </a:lnTo>
                  <a:lnTo>
                    <a:pt x="159" y="3585"/>
                  </a:lnTo>
                  <a:lnTo>
                    <a:pt x="96" y="3808"/>
                  </a:lnTo>
                  <a:lnTo>
                    <a:pt x="64" y="4047"/>
                  </a:lnTo>
                  <a:lnTo>
                    <a:pt x="32" y="4286"/>
                  </a:lnTo>
                  <a:lnTo>
                    <a:pt x="16" y="4525"/>
                  </a:lnTo>
                  <a:lnTo>
                    <a:pt x="0" y="4780"/>
                  </a:lnTo>
                  <a:lnTo>
                    <a:pt x="16" y="5035"/>
                  </a:lnTo>
                  <a:lnTo>
                    <a:pt x="32" y="5306"/>
                  </a:lnTo>
                  <a:lnTo>
                    <a:pt x="64" y="5561"/>
                  </a:lnTo>
                  <a:lnTo>
                    <a:pt x="128" y="5816"/>
                  </a:lnTo>
                  <a:lnTo>
                    <a:pt x="175" y="6055"/>
                  </a:lnTo>
                  <a:lnTo>
                    <a:pt x="255" y="6310"/>
                  </a:lnTo>
                  <a:lnTo>
                    <a:pt x="351" y="6533"/>
                  </a:lnTo>
                  <a:lnTo>
                    <a:pt x="446" y="6772"/>
                  </a:lnTo>
                  <a:lnTo>
                    <a:pt x="542" y="6772"/>
                  </a:lnTo>
                  <a:lnTo>
                    <a:pt x="829" y="6756"/>
                  </a:lnTo>
                  <a:lnTo>
                    <a:pt x="1131" y="6740"/>
                  </a:lnTo>
                  <a:lnTo>
                    <a:pt x="1402" y="6708"/>
                  </a:lnTo>
                  <a:lnTo>
                    <a:pt x="1689" y="6660"/>
                  </a:lnTo>
                  <a:lnTo>
                    <a:pt x="1960" y="6596"/>
                  </a:lnTo>
                  <a:lnTo>
                    <a:pt x="2231" y="6517"/>
                  </a:lnTo>
                  <a:lnTo>
                    <a:pt x="2501" y="6421"/>
                  </a:lnTo>
                  <a:lnTo>
                    <a:pt x="2756" y="6325"/>
                  </a:lnTo>
                  <a:lnTo>
                    <a:pt x="3011" y="6198"/>
                  </a:lnTo>
                  <a:lnTo>
                    <a:pt x="3250" y="6087"/>
                  </a:lnTo>
                  <a:lnTo>
                    <a:pt x="3489" y="5943"/>
                  </a:lnTo>
                  <a:lnTo>
                    <a:pt x="3728" y="5800"/>
                  </a:lnTo>
                  <a:lnTo>
                    <a:pt x="3951" y="5640"/>
                  </a:lnTo>
                  <a:lnTo>
                    <a:pt x="4158" y="5465"/>
                  </a:lnTo>
                  <a:lnTo>
                    <a:pt x="4366" y="5290"/>
                  </a:lnTo>
                  <a:lnTo>
                    <a:pt x="4573" y="5099"/>
                  </a:lnTo>
                  <a:lnTo>
                    <a:pt x="4764" y="4892"/>
                  </a:lnTo>
                  <a:lnTo>
                    <a:pt x="4939" y="4684"/>
                  </a:lnTo>
                  <a:lnTo>
                    <a:pt x="5114" y="4477"/>
                  </a:lnTo>
                  <a:lnTo>
                    <a:pt x="5274" y="4254"/>
                  </a:lnTo>
                  <a:lnTo>
                    <a:pt x="5417" y="4015"/>
                  </a:lnTo>
                  <a:lnTo>
                    <a:pt x="5561" y="3776"/>
                  </a:lnTo>
                  <a:lnTo>
                    <a:pt x="5688" y="3537"/>
                  </a:lnTo>
                  <a:lnTo>
                    <a:pt x="5799" y="3282"/>
                  </a:lnTo>
                  <a:lnTo>
                    <a:pt x="5895" y="3027"/>
                  </a:lnTo>
                  <a:lnTo>
                    <a:pt x="5991" y="2757"/>
                  </a:lnTo>
                  <a:lnTo>
                    <a:pt x="6070" y="2486"/>
                  </a:lnTo>
                  <a:lnTo>
                    <a:pt x="6134" y="2215"/>
                  </a:lnTo>
                  <a:lnTo>
                    <a:pt x="6182" y="1928"/>
                  </a:lnTo>
                  <a:lnTo>
                    <a:pt x="6214" y="1657"/>
                  </a:lnTo>
                  <a:lnTo>
                    <a:pt x="6230" y="1355"/>
                  </a:lnTo>
                  <a:lnTo>
                    <a:pt x="6246" y="1068"/>
                  </a:lnTo>
                  <a:lnTo>
                    <a:pt x="6246" y="223"/>
                  </a:lnTo>
                  <a:lnTo>
                    <a:pt x="5895" y="128"/>
                  </a:lnTo>
                  <a:lnTo>
                    <a:pt x="5529" y="64"/>
                  </a:lnTo>
                  <a:lnTo>
                    <a:pt x="5162" y="16"/>
                  </a:lnTo>
                  <a:lnTo>
                    <a:pt x="478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1"/>
            <p:cNvSpPr/>
            <p:nvPr/>
          </p:nvSpPr>
          <p:spPr>
            <a:xfrm>
              <a:off x="6734200" y="1057575"/>
              <a:ext cx="271275" cy="104000"/>
            </a:xfrm>
            <a:custGeom>
              <a:avLst/>
              <a:gdLst/>
              <a:ahLst/>
              <a:cxnLst/>
              <a:rect l="l" t="t" r="r" b="b"/>
              <a:pathLst>
                <a:path w="10851" h="4160" extrusionOk="0">
                  <a:moveTo>
                    <a:pt x="1498" y="1"/>
                  </a:moveTo>
                  <a:lnTo>
                    <a:pt x="1434" y="17"/>
                  </a:lnTo>
                  <a:lnTo>
                    <a:pt x="1259" y="33"/>
                  </a:lnTo>
                  <a:lnTo>
                    <a:pt x="1147" y="65"/>
                  </a:lnTo>
                  <a:lnTo>
                    <a:pt x="1020" y="96"/>
                  </a:lnTo>
                  <a:lnTo>
                    <a:pt x="877" y="144"/>
                  </a:lnTo>
                  <a:lnTo>
                    <a:pt x="749" y="208"/>
                  </a:lnTo>
                  <a:lnTo>
                    <a:pt x="606" y="304"/>
                  </a:lnTo>
                  <a:lnTo>
                    <a:pt x="478" y="415"/>
                  </a:lnTo>
                  <a:lnTo>
                    <a:pt x="351" y="543"/>
                  </a:lnTo>
                  <a:lnTo>
                    <a:pt x="239" y="702"/>
                  </a:lnTo>
                  <a:lnTo>
                    <a:pt x="144" y="893"/>
                  </a:lnTo>
                  <a:lnTo>
                    <a:pt x="64" y="1116"/>
                  </a:lnTo>
                  <a:lnTo>
                    <a:pt x="16" y="1371"/>
                  </a:lnTo>
                  <a:lnTo>
                    <a:pt x="0" y="1658"/>
                  </a:lnTo>
                  <a:lnTo>
                    <a:pt x="0" y="4159"/>
                  </a:lnTo>
                  <a:lnTo>
                    <a:pt x="1817" y="4159"/>
                  </a:lnTo>
                  <a:lnTo>
                    <a:pt x="1817" y="1610"/>
                  </a:lnTo>
                  <a:lnTo>
                    <a:pt x="5417" y="1594"/>
                  </a:lnTo>
                  <a:lnTo>
                    <a:pt x="9034" y="1594"/>
                  </a:lnTo>
                  <a:lnTo>
                    <a:pt x="9034" y="4143"/>
                  </a:lnTo>
                  <a:lnTo>
                    <a:pt x="10850" y="4143"/>
                  </a:lnTo>
                  <a:lnTo>
                    <a:pt x="10850" y="1642"/>
                  </a:lnTo>
                  <a:lnTo>
                    <a:pt x="10834" y="1355"/>
                  </a:lnTo>
                  <a:lnTo>
                    <a:pt x="10787" y="1100"/>
                  </a:lnTo>
                  <a:lnTo>
                    <a:pt x="10707" y="877"/>
                  </a:lnTo>
                  <a:lnTo>
                    <a:pt x="10611" y="686"/>
                  </a:lnTo>
                  <a:lnTo>
                    <a:pt x="10500" y="527"/>
                  </a:lnTo>
                  <a:lnTo>
                    <a:pt x="10372" y="399"/>
                  </a:lnTo>
                  <a:lnTo>
                    <a:pt x="10245" y="288"/>
                  </a:lnTo>
                  <a:lnTo>
                    <a:pt x="10102" y="208"/>
                  </a:lnTo>
                  <a:lnTo>
                    <a:pt x="9958" y="128"/>
                  </a:lnTo>
                  <a:lnTo>
                    <a:pt x="9831" y="80"/>
                  </a:lnTo>
                  <a:lnTo>
                    <a:pt x="9703" y="49"/>
                  </a:lnTo>
                  <a:lnTo>
                    <a:pt x="9592" y="17"/>
                  </a:lnTo>
                  <a:lnTo>
                    <a:pt x="941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1" name="Google Shape;1681;p31"/>
          <p:cNvGrpSpPr/>
          <p:nvPr/>
        </p:nvGrpSpPr>
        <p:grpSpPr>
          <a:xfrm>
            <a:off x="770107" y="3854405"/>
            <a:ext cx="386682" cy="723829"/>
            <a:chOff x="6558950" y="2874900"/>
            <a:chExt cx="621775" cy="1163900"/>
          </a:xfrm>
        </p:grpSpPr>
        <p:sp>
          <p:nvSpPr>
            <p:cNvPr id="1682" name="Google Shape;1682;p31"/>
            <p:cNvSpPr/>
            <p:nvPr/>
          </p:nvSpPr>
          <p:spPr>
            <a:xfrm>
              <a:off x="6558950" y="2874900"/>
              <a:ext cx="621775" cy="650875"/>
            </a:xfrm>
            <a:custGeom>
              <a:avLst/>
              <a:gdLst/>
              <a:ahLst/>
              <a:cxnLst/>
              <a:rect l="l" t="t" r="r" b="b"/>
              <a:pathLst>
                <a:path w="24871" h="26035" extrusionOk="0">
                  <a:moveTo>
                    <a:pt x="4573" y="1"/>
                  </a:moveTo>
                  <a:lnTo>
                    <a:pt x="4334" y="17"/>
                  </a:lnTo>
                  <a:lnTo>
                    <a:pt x="4015" y="49"/>
                  </a:lnTo>
                  <a:lnTo>
                    <a:pt x="3649" y="97"/>
                  </a:lnTo>
                  <a:lnTo>
                    <a:pt x="3234" y="192"/>
                  </a:lnTo>
                  <a:lnTo>
                    <a:pt x="2788" y="320"/>
                  </a:lnTo>
                  <a:lnTo>
                    <a:pt x="2565" y="399"/>
                  </a:lnTo>
                  <a:lnTo>
                    <a:pt x="2342" y="495"/>
                  </a:lnTo>
                  <a:lnTo>
                    <a:pt x="2119" y="590"/>
                  </a:lnTo>
                  <a:lnTo>
                    <a:pt x="1896" y="718"/>
                  </a:lnTo>
                  <a:lnTo>
                    <a:pt x="1673" y="845"/>
                  </a:lnTo>
                  <a:lnTo>
                    <a:pt x="1450" y="989"/>
                  </a:lnTo>
                  <a:lnTo>
                    <a:pt x="1243" y="1148"/>
                  </a:lnTo>
                  <a:lnTo>
                    <a:pt x="1052" y="1339"/>
                  </a:lnTo>
                  <a:lnTo>
                    <a:pt x="860" y="1530"/>
                  </a:lnTo>
                  <a:lnTo>
                    <a:pt x="685" y="1754"/>
                  </a:lnTo>
                  <a:lnTo>
                    <a:pt x="526" y="1992"/>
                  </a:lnTo>
                  <a:lnTo>
                    <a:pt x="382" y="2247"/>
                  </a:lnTo>
                  <a:lnTo>
                    <a:pt x="271" y="2534"/>
                  </a:lnTo>
                  <a:lnTo>
                    <a:pt x="159" y="2821"/>
                  </a:lnTo>
                  <a:lnTo>
                    <a:pt x="80" y="3156"/>
                  </a:lnTo>
                  <a:lnTo>
                    <a:pt x="32" y="3506"/>
                  </a:lnTo>
                  <a:lnTo>
                    <a:pt x="0" y="3873"/>
                  </a:lnTo>
                  <a:lnTo>
                    <a:pt x="0" y="4271"/>
                  </a:lnTo>
                  <a:lnTo>
                    <a:pt x="0" y="5243"/>
                  </a:lnTo>
                  <a:lnTo>
                    <a:pt x="0" y="6470"/>
                  </a:lnTo>
                  <a:lnTo>
                    <a:pt x="16" y="7903"/>
                  </a:lnTo>
                  <a:lnTo>
                    <a:pt x="32" y="8700"/>
                  </a:lnTo>
                  <a:lnTo>
                    <a:pt x="64" y="9529"/>
                  </a:lnTo>
                  <a:lnTo>
                    <a:pt x="112" y="10373"/>
                  </a:lnTo>
                  <a:lnTo>
                    <a:pt x="175" y="11265"/>
                  </a:lnTo>
                  <a:lnTo>
                    <a:pt x="255" y="12157"/>
                  </a:lnTo>
                  <a:lnTo>
                    <a:pt x="366" y="13081"/>
                  </a:lnTo>
                  <a:lnTo>
                    <a:pt x="510" y="14006"/>
                  </a:lnTo>
                  <a:lnTo>
                    <a:pt x="669" y="14946"/>
                  </a:lnTo>
                  <a:lnTo>
                    <a:pt x="876" y="15870"/>
                  </a:lnTo>
                  <a:lnTo>
                    <a:pt x="988" y="16332"/>
                  </a:lnTo>
                  <a:lnTo>
                    <a:pt x="1115" y="16794"/>
                  </a:lnTo>
                  <a:lnTo>
                    <a:pt x="1243" y="17256"/>
                  </a:lnTo>
                  <a:lnTo>
                    <a:pt x="1386" y="17702"/>
                  </a:lnTo>
                  <a:lnTo>
                    <a:pt x="1545" y="18148"/>
                  </a:lnTo>
                  <a:lnTo>
                    <a:pt x="1705" y="18594"/>
                  </a:lnTo>
                  <a:lnTo>
                    <a:pt x="1896" y="19040"/>
                  </a:lnTo>
                  <a:lnTo>
                    <a:pt x="2071" y="19470"/>
                  </a:lnTo>
                  <a:lnTo>
                    <a:pt x="2278" y="19885"/>
                  </a:lnTo>
                  <a:lnTo>
                    <a:pt x="2501" y="20299"/>
                  </a:lnTo>
                  <a:lnTo>
                    <a:pt x="2724" y="20713"/>
                  </a:lnTo>
                  <a:lnTo>
                    <a:pt x="2963" y="21111"/>
                  </a:lnTo>
                  <a:lnTo>
                    <a:pt x="3218" y="21494"/>
                  </a:lnTo>
                  <a:lnTo>
                    <a:pt x="3489" y="21876"/>
                  </a:lnTo>
                  <a:lnTo>
                    <a:pt x="3776" y="22243"/>
                  </a:lnTo>
                  <a:lnTo>
                    <a:pt x="4063" y="22593"/>
                  </a:lnTo>
                  <a:lnTo>
                    <a:pt x="4381" y="22928"/>
                  </a:lnTo>
                  <a:lnTo>
                    <a:pt x="4716" y="23246"/>
                  </a:lnTo>
                  <a:lnTo>
                    <a:pt x="5051" y="23565"/>
                  </a:lnTo>
                  <a:lnTo>
                    <a:pt x="5417" y="23852"/>
                  </a:lnTo>
                  <a:lnTo>
                    <a:pt x="5799" y="24139"/>
                  </a:lnTo>
                  <a:lnTo>
                    <a:pt x="6198" y="24409"/>
                  </a:lnTo>
                  <a:lnTo>
                    <a:pt x="6612" y="24648"/>
                  </a:lnTo>
                  <a:lnTo>
                    <a:pt x="7042" y="24871"/>
                  </a:lnTo>
                  <a:lnTo>
                    <a:pt x="7488" y="25095"/>
                  </a:lnTo>
                  <a:lnTo>
                    <a:pt x="7966" y="25286"/>
                  </a:lnTo>
                  <a:lnTo>
                    <a:pt x="8444" y="25445"/>
                  </a:lnTo>
                  <a:lnTo>
                    <a:pt x="8954" y="25604"/>
                  </a:lnTo>
                  <a:lnTo>
                    <a:pt x="9480" y="25732"/>
                  </a:lnTo>
                  <a:lnTo>
                    <a:pt x="10038" y="25843"/>
                  </a:lnTo>
                  <a:lnTo>
                    <a:pt x="10595" y="25923"/>
                  </a:lnTo>
                  <a:lnTo>
                    <a:pt x="11185" y="25987"/>
                  </a:lnTo>
                  <a:lnTo>
                    <a:pt x="11806" y="26019"/>
                  </a:lnTo>
                  <a:lnTo>
                    <a:pt x="12427" y="26035"/>
                  </a:lnTo>
                  <a:lnTo>
                    <a:pt x="13065" y="26019"/>
                  </a:lnTo>
                  <a:lnTo>
                    <a:pt x="13670" y="25987"/>
                  </a:lnTo>
                  <a:lnTo>
                    <a:pt x="14260" y="25923"/>
                  </a:lnTo>
                  <a:lnTo>
                    <a:pt x="14833" y="25843"/>
                  </a:lnTo>
                  <a:lnTo>
                    <a:pt x="15375" y="25732"/>
                  </a:lnTo>
                  <a:lnTo>
                    <a:pt x="15917" y="25604"/>
                  </a:lnTo>
                  <a:lnTo>
                    <a:pt x="16411" y="25445"/>
                  </a:lnTo>
                  <a:lnTo>
                    <a:pt x="16904" y="25286"/>
                  </a:lnTo>
                  <a:lnTo>
                    <a:pt x="17366" y="25095"/>
                  </a:lnTo>
                  <a:lnTo>
                    <a:pt x="17829" y="24871"/>
                  </a:lnTo>
                  <a:lnTo>
                    <a:pt x="18259" y="24648"/>
                  </a:lnTo>
                  <a:lnTo>
                    <a:pt x="18673" y="24409"/>
                  </a:lnTo>
                  <a:lnTo>
                    <a:pt x="19071" y="24139"/>
                  </a:lnTo>
                  <a:lnTo>
                    <a:pt x="19438" y="23852"/>
                  </a:lnTo>
                  <a:lnTo>
                    <a:pt x="19804" y="23565"/>
                  </a:lnTo>
                  <a:lnTo>
                    <a:pt x="20155" y="23246"/>
                  </a:lnTo>
                  <a:lnTo>
                    <a:pt x="20473" y="22928"/>
                  </a:lnTo>
                  <a:lnTo>
                    <a:pt x="20792" y="22593"/>
                  </a:lnTo>
                  <a:lnTo>
                    <a:pt x="21095" y="22243"/>
                  </a:lnTo>
                  <a:lnTo>
                    <a:pt x="21381" y="21876"/>
                  </a:lnTo>
                  <a:lnTo>
                    <a:pt x="21652" y="21494"/>
                  </a:lnTo>
                  <a:lnTo>
                    <a:pt x="21907" y="21111"/>
                  </a:lnTo>
                  <a:lnTo>
                    <a:pt x="22146" y="20713"/>
                  </a:lnTo>
                  <a:lnTo>
                    <a:pt x="22369" y="20299"/>
                  </a:lnTo>
                  <a:lnTo>
                    <a:pt x="22576" y="19885"/>
                  </a:lnTo>
                  <a:lnTo>
                    <a:pt x="22784" y="19470"/>
                  </a:lnTo>
                  <a:lnTo>
                    <a:pt x="22975" y="19040"/>
                  </a:lnTo>
                  <a:lnTo>
                    <a:pt x="23150" y="18594"/>
                  </a:lnTo>
                  <a:lnTo>
                    <a:pt x="23325" y="18148"/>
                  </a:lnTo>
                  <a:lnTo>
                    <a:pt x="23469" y="17702"/>
                  </a:lnTo>
                  <a:lnTo>
                    <a:pt x="23612" y="17256"/>
                  </a:lnTo>
                  <a:lnTo>
                    <a:pt x="23755" y="16794"/>
                  </a:lnTo>
                  <a:lnTo>
                    <a:pt x="23883" y="16332"/>
                  </a:lnTo>
                  <a:lnTo>
                    <a:pt x="23994" y="15870"/>
                  </a:lnTo>
                  <a:lnTo>
                    <a:pt x="24186" y="14946"/>
                  </a:lnTo>
                  <a:lnTo>
                    <a:pt x="24361" y="14006"/>
                  </a:lnTo>
                  <a:lnTo>
                    <a:pt x="24504" y="13081"/>
                  </a:lnTo>
                  <a:lnTo>
                    <a:pt x="24616" y="12157"/>
                  </a:lnTo>
                  <a:lnTo>
                    <a:pt x="24695" y="11265"/>
                  </a:lnTo>
                  <a:lnTo>
                    <a:pt x="24759" y="10373"/>
                  </a:lnTo>
                  <a:lnTo>
                    <a:pt x="24807" y="9529"/>
                  </a:lnTo>
                  <a:lnTo>
                    <a:pt x="24839" y="8700"/>
                  </a:lnTo>
                  <a:lnTo>
                    <a:pt x="24855" y="7903"/>
                  </a:lnTo>
                  <a:lnTo>
                    <a:pt x="24855" y="6470"/>
                  </a:lnTo>
                  <a:lnTo>
                    <a:pt x="24855" y="5243"/>
                  </a:lnTo>
                  <a:lnTo>
                    <a:pt x="24871" y="4271"/>
                  </a:lnTo>
                  <a:lnTo>
                    <a:pt x="24871" y="3873"/>
                  </a:lnTo>
                  <a:lnTo>
                    <a:pt x="24839" y="3506"/>
                  </a:lnTo>
                  <a:lnTo>
                    <a:pt x="24775" y="3156"/>
                  </a:lnTo>
                  <a:lnTo>
                    <a:pt x="24695" y="2821"/>
                  </a:lnTo>
                  <a:lnTo>
                    <a:pt x="24600" y="2534"/>
                  </a:lnTo>
                  <a:lnTo>
                    <a:pt x="24472" y="2247"/>
                  </a:lnTo>
                  <a:lnTo>
                    <a:pt x="24329" y="1992"/>
                  </a:lnTo>
                  <a:lnTo>
                    <a:pt x="24170" y="1754"/>
                  </a:lnTo>
                  <a:lnTo>
                    <a:pt x="23994" y="1530"/>
                  </a:lnTo>
                  <a:lnTo>
                    <a:pt x="23819" y="1339"/>
                  </a:lnTo>
                  <a:lnTo>
                    <a:pt x="23612" y="1148"/>
                  </a:lnTo>
                  <a:lnTo>
                    <a:pt x="23405" y="989"/>
                  </a:lnTo>
                  <a:lnTo>
                    <a:pt x="23198" y="845"/>
                  </a:lnTo>
                  <a:lnTo>
                    <a:pt x="22975" y="718"/>
                  </a:lnTo>
                  <a:lnTo>
                    <a:pt x="22752" y="590"/>
                  </a:lnTo>
                  <a:lnTo>
                    <a:pt x="22529" y="495"/>
                  </a:lnTo>
                  <a:lnTo>
                    <a:pt x="22290" y="399"/>
                  </a:lnTo>
                  <a:lnTo>
                    <a:pt x="22067" y="320"/>
                  </a:lnTo>
                  <a:lnTo>
                    <a:pt x="21620" y="192"/>
                  </a:lnTo>
                  <a:lnTo>
                    <a:pt x="21222" y="97"/>
                  </a:lnTo>
                  <a:lnTo>
                    <a:pt x="20840" y="49"/>
                  </a:lnTo>
                  <a:lnTo>
                    <a:pt x="20537" y="17"/>
                  </a:lnTo>
                  <a:lnTo>
                    <a:pt x="2028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31"/>
            <p:cNvSpPr/>
            <p:nvPr/>
          </p:nvSpPr>
          <p:spPr>
            <a:xfrm>
              <a:off x="6654125" y="2952575"/>
              <a:ext cx="149000" cy="149000"/>
            </a:xfrm>
            <a:custGeom>
              <a:avLst/>
              <a:gdLst/>
              <a:ahLst/>
              <a:cxnLst/>
              <a:rect l="l" t="t" r="r" b="b"/>
              <a:pathLst>
                <a:path w="5960" h="5960" extrusionOk="0">
                  <a:moveTo>
                    <a:pt x="2980" y="1"/>
                  </a:moveTo>
                  <a:lnTo>
                    <a:pt x="2662" y="17"/>
                  </a:lnTo>
                  <a:lnTo>
                    <a:pt x="2375" y="64"/>
                  </a:lnTo>
                  <a:lnTo>
                    <a:pt x="2088" y="128"/>
                  </a:lnTo>
                  <a:lnTo>
                    <a:pt x="1817" y="224"/>
                  </a:lnTo>
                  <a:lnTo>
                    <a:pt x="1546" y="351"/>
                  </a:lnTo>
                  <a:lnTo>
                    <a:pt x="1307" y="511"/>
                  </a:lnTo>
                  <a:lnTo>
                    <a:pt x="1084" y="670"/>
                  </a:lnTo>
                  <a:lnTo>
                    <a:pt x="861" y="861"/>
                  </a:lnTo>
                  <a:lnTo>
                    <a:pt x="670" y="1084"/>
                  </a:lnTo>
                  <a:lnTo>
                    <a:pt x="511" y="1307"/>
                  </a:lnTo>
                  <a:lnTo>
                    <a:pt x="351" y="1562"/>
                  </a:lnTo>
                  <a:lnTo>
                    <a:pt x="224" y="1817"/>
                  </a:lnTo>
                  <a:lnTo>
                    <a:pt x="128" y="2088"/>
                  </a:lnTo>
                  <a:lnTo>
                    <a:pt x="49" y="2375"/>
                  </a:lnTo>
                  <a:lnTo>
                    <a:pt x="17" y="2677"/>
                  </a:lnTo>
                  <a:lnTo>
                    <a:pt x="1" y="2980"/>
                  </a:lnTo>
                  <a:lnTo>
                    <a:pt x="17" y="3283"/>
                  </a:lnTo>
                  <a:lnTo>
                    <a:pt x="49" y="3570"/>
                  </a:lnTo>
                  <a:lnTo>
                    <a:pt x="128" y="3856"/>
                  </a:lnTo>
                  <a:lnTo>
                    <a:pt x="224" y="4143"/>
                  </a:lnTo>
                  <a:lnTo>
                    <a:pt x="351" y="4398"/>
                  </a:lnTo>
                  <a:lnTo>
                    <a:pt x="511" y="4637"/>
                  </a:lnTo>
                  <a:lnTo>
                    <a:pt x="670" y="4876"/>
                  </a:lnTo>
                  <a:lnTo>
                    <a:pt x="861" y="5083"/>
                  </a:lnTo>
                  <a:lnTo>
                    <a:pt x="1084" y="5274"/>
                  </a:lnTo>
                  <a:lnTo>
                    <a:pt x="1307" y="5450"/>
                  </a:lnTo>
                  <a:lnTo>
                    <a:pt x="1546" y="5593"/>
                  </a:lnTo>
                  <a:lnTo>
                    <a:pt x="1817" y="5721"/>
                  </a:lnTo>
                  <a:lnTo>
                    <a:pt x="2088" y="5816"/>
                  </a:lnTo>
                  <a:lnTo>
                    <a:pt x="2375" y="5896"/>
                  </a:lnTo>
                  <a:lnTo>
                    <a:pt x="2662" y="5944"/>
                  </a:lnTo>
                  <a:lnTo>
                    <a:pt x="2980" y="5959"/>
                  </a:lnTo>
                  <a:lnTo>
                    <a:pt x="3283" y="5944"/>
                  </a:lnTo>
                  <a:lnTo>
                    <a:pt x="3570" y="5896"/>
                  </a:lnTo>
                  <a:lnTo>
                    <a:pt x="3857" y="5816"/>
                  </a:lnTo>
                  <a:lnTo>
                    <a:pt x="4127" y="5721"/>
                  </a:lnTo>
                  <a:lnTo>
                    <a:pt x="4398" y="5593"/>
                  </a:lnTo>
                  <a:lnTo>
                    <a:pt x="4637" y="5450"/>
                  </a:lnTo>
                  <a:lnTo>
                    <a:pt x="4876" y="5274"/>
                  </a:lnTo>
                  <a:lnTo>
                    <a:pt x="5083" y="5083"/>
                  </a:lnTo>
                  <a:lnTo>
                    <a:pt x="5275" y="4876"/>
                  </a:lnTo>
                  <a:lnTo>
                    <a:pt x="5450" y="4637"/>
                  </a:lnTo>
                  <a:lnTo>
                    <a:pt x="5593" y="4398"/>
                  </a:lnTo>
                  <a:lnTo>
                    <a:pt x="5721" y="4143"/>
                  </a:lnTo>
                  <a:lnTo>
                    <a:pt x="5816" y="3856"/>
                  </a:lnTo>
                  <a:lnTo>
                    <a:pt x="5896" y="3570"/>
                  </a:lnTo>
                  <a:lnTo>
                    <a:pt x="5944" y="3283"/>
                  </a:lnTo>
                  <a:lnTo>
                    <a:pt x="5960" y="2980"/>
                  </a:lnTo>
                  <a:lnTo>
                    <a:pt x="5944" y="2677"/>
                  </a:lnTo>
                  <a:lnTo>
                    <a:pt x="5896" y="2375"/>
                  </a:lnTo>
                  <a:lnTo>
                    <a:pt x="5816" y="2088"/>
                  </a:lnTo>
                  <a:lnTo>
                    <a:pt x="5721" y="1817"/>
                  </a:lnTo>
                  <a:lnTo>
                    <a:pt x="5593" y="1562"/>
                  </a:lnTo>
                  <a:lnTo>
                    <a:pt x="5450" y="1307"/>
                  </a:lnTo>
                  <a:lnTo>
                    <a:pt x="5275" y="1084"/>
                  </a:lnTo>
                  <a:lnTo>
                    <a:pt x="5083" y="861"/>
                  </a:lnTo>
                  <a:lnTo>
                    <a:pt x="4876" y="670"/>
                  </a:lnTo>
                  <a:lnTo>
                    <a:pt x="4637" y="511"/>
                  </a:lnTo>
                  <a:lnTo>
                    <a:pt x="4398" y="351"/>
                  </a:lnTo>
                  <a:lnTo>
                    <a:pt x="4127" y="224"/>
                  </a:lnTo>
                  <a:lnTo>
                    <a:pt x="3857" y="128"/>
                  </a:lnTo>
                  <a:lnTo>
                    <a:pt x="3570" y="64"/>
                  </a:lnTo>
                  <a:lnTo>
                    <a:pt x="3283" y="17"/>
                  </a:lnTo>
                  <a:lnTo>
                    <a:pt x="298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31"/>
            <p:cNvSpPr/>
            <p:nvPr/>
          </p:nvSpPr>
          <p:spPr>
            <a:xfrm>
              <a:off x="6936550" y="2952575"/>
              <a:ext cx="148975" cy="149000"/>
            </a:xfrm>
            <a:custGeom>
              <a:avLst/>
              <a:gdLst/>
              <a:ahLst/>
              <a:cxnLst/>
              <a:rect l="l" t="t" r="r" b="b"/>
              <a:pathLst>
                <a:path w="5959" h="5960" extrusionOk="0">
                  <a:moveTo>
                    <a:pt x="2979" y="1"/>
                  </a:moveTo>
                  <a:lnTo>
                    <a:pt x="2677" y="17"/>
                  </a:lnTo>
                  <a:lnTo>
                    <a:pt x="2374" y="64"/>
                  </a:lnTo>
                  <a:lnTo>
                    <a:pt x="2087" y="128"/>
                  </a:lnTo>
                  <a:lnTo>
                    <a:pt x="1816" y="224"/>
                  </a:lnTo>
                  <a:lnTo>
                    <a:pt x="1561" y="351"/>
                  </a:lnTo>
                  <a:lnTo>
                    <a:pt x="1307" y="511"/>
                  </a:lnTo>
                  <a:lnTo>
                    <a:pt x="1083" y="670"/>
                  </a:lnTo>
                  <a:lnTo>
                    <a:pt x="876" y="861"/>
                  </a:lnTo>
                  <a:lnTo>
                    <a:pt x="685" y="1084"/>
                  </a:lnTo>
                  <a:lnTo>
                    <a:pt x="510" y="1307"/>
                  </a:lnTo>
                  <a:lnTo>
                    <a:pt x="367" y="1562"/>
                  </a:lnTo>
                  <a:lnTo>
                    <a:pt x="239" y="1817"/>
                  </a:lnTo>
                  <a:lnTo>
                    <a:pt x="128" y="2088"/>
                  </a:lnTo>
                  <a:lnTo>
                    <a:pt x="64" y="2375"/>
                  </a:lnTo>
                  <a:lnTo>
                    <a:pt x="16" y="2677"/>
                  </a:lnTo>
                  <a:lnTo>
                    <a:pt x="0" y="2980"/>
                  </a:lnTo>
                  <a:lnTo>
                    <a:pt x="16" y="3283"/>
                  </a:lnTo>
                  <a:lnTo>
                    <a:pt x="64" y="3570"/>
                  </a:lnTo>
                  <a:lnTo>
                    <a:pt x="128" y="3856"/>
                  </a:lnTo>
                  <a:lnTo>
                    <a:pt x="239" y="4143"/>
                  </a:lnTo>
                  <a:lnTo>
                    <a:pt x="367" y="4398"/>
                  </a:lnTo>
                  <a:lnTo>
                    <a:pt x="510" y="4637"/>
                  </a:lnTo>
                  <a:lnTo>
                    <a:pt x="685" y="4876"/>
                  </a:lnTo>
                  <a:lnTo>
                    <a:pt x="876" y="5083"/>
                  </a:lnTo>
                  <a:lnTo>
                    <a:pt x="1083" y="5274"/>
                  </a:lnTo>
                  <a:lnTo>
                    <a:pt x="1307" y="5450"/>
                  </a:lnTo>
                  <a:lnTo>
                    <a:pt x="1561" y="5593"/>
                  </a:lnTo>
                  <a:lnTo>
                    <a:pt x="1816" y="5721"/>
                  </a:lnTo>
                  <a:lnTo>
                    <a:pt x="2087" y="5816"/>
                  </a:lnTo>
                  <a:lnTo>
                    <a:pt x="2374" y="5896"/>
                  </a:lnTo>
                  <a:lnTo>
                    <a:pt x="2677" y="5944"/>
                  </a:lnTo>
                  <a:lnTo>
                    <a:pt x="2979" y="5959"/>
                  </a:lnTo>
                  <a:lnTo>
                    <a:pt x="3282" y="5944"/>
                  </a:lnTo>
                  <a:lnTo>
                    <a:pt x="3585" y="5896"/>
                  </a:lnTo>
                  <a:lnTo>
                    <a:pt x="3872" y="5816"/>
                  </a:lnTo>
                  <a:lnTo>
                    <a:pt x="4143" y="5721"/>
                  </a:lnTo>
                  <a:lnTo>
                    <a:pt x="4397" y="5593"/>
                  </a:lnTo>
                  <a:lnTo>
                    <a:pt x="4652" y="5450"/>
                  </a:lnTo>
                  <a:lnTo>
                    <a:pt x="4875" y="5274"/>
                  </a:lnTo>
                  <a:lnTo>
                    <a:pt x="5083" y="5083"/>
                  </a:lnTo>
                  <a:lnTo>
                    <a:pt x="5274" y="4876"/>
                  </a:lnTo>
                  <a:lnTo>
                    <a:pt x="5449" y="4637"/>
                  </a:lnTo>
                  <a:lnTo>
                    <a:pt x="5592" y="4398"/>
                  </a:lnTo>
                  <a:lnTo>
                    <a:pt x="5720" y="4143"/>
                  </a:lnTo>
                  <a:lnTo>
                    <a:pt x="5831" y="3856"/>
                  </a:lnTo>
                  <a:lnTo>
                    <a:pt x="5895" y="3570"/>
                  </a:lnTo>
                  <a:lnTo>
                    <a:pt x="5943" y="3283"/>
                  </a:lnTo>
                  <a:lnTo>
                    <a:pt x="5959" y="2980"/>
                  </a:lnTo>
                  <a:lnTo>
                    <a:pt x="5943" y="2677"/>
                  </a:lnTo>
                  <a:lnTo>
                    <a:pt x="5895" y="2375"/>
                  </a:lnTo>
                  <a:lnTo>
                    <a:pt x="5831" y="2088"/>
                  </a:lnTo>
                  <a:lnTo>
                    <a:pt x="5720" y="1817"/>
                  </a:lnTo>
                  <a:lnTo>
                    <a:pt x="5592" y="1562"/>
                  </a:lnTo>
                  <a:lnTo>
                    <a:pt x="5449" y="1307"/>
                  </a:lnTo>
                  <a:lnTo>
                    <a:pt x="5274" y="1084"/>
                  </a:lnTo>
                  <a:lnTo>
                    <a:pt x="5083" y="861"/>
                  </a:lnTo>
                  <a:lnTo>
                    <a:pt x="4875" y="670"/>
                  </a:lnTo>
                  <a:lnTo>
                    <a:pt x="4652" y="511"/>
                  </a:lnTo>
                  <a:lnTo>
                    <a:pt x="4397" y="351"/>
                  </a:lnTo>
                  <a:lnTo>
                    <a:pt x="4143" y="224"/>
                  </a:lnTo>
                  <a:lnTo>
                    <a:pt x="3872" y="128"/>
                  </a:lnTo>
                  <a:lnTo>
                    <a:pt x="3585" y="64"/>
                  </a:lnTo>
                  <a:lnTo>
                    <a:pt x="3282" y="17"/>
                  </a:lnTo>
                  <a:lnTo>
                    <a:pt x="29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31"/>
            <p:cNvSpPr/>
            <p:nvPr/>
          </p:nvSpPr>
          <p:spPr>
            <a:xfrm>
              <a:off x="6654125" y="3150150"/>
              <a:ext cx="431400" cy="41850"/>
            </a:xfrm>
            <a:custGeom>
              <a:avLst/>
              <a:gdLst/>
              <a:ahLst/>
              <a:cxnLst/>
              <a:rect l="l" t="t" r="r" b="b"/>
              <a:pathLst>
                <a:path w="17256" h="1674" extrusionOk="0">
                  <a:moveTo>
                    <a:pt x="1" y="0"/>
                  </a:moveTo>
                  <a:lnTo>
                    <a:pt x="1" y="1673"/>
                  </a:lnTo>
                  <a:lnTo>
                    <a:pt x="17256" y="1673"/>
                  </a:lnTo>
                  <a:lnTo>
                    <a:pt x="172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31"/>
            <p:cNvSpPr/>
            <p:nvPr/>
          </p:nvSpPr>
          <p:spPr>
            <a:xfrm>
              <a:off x="6654125" y="3227825"/>
              <a:ext cx="431400" cy="42225"/>
            </a:xfrm>
            <a:custGeom>
              <a:avLst/>
              <a:gdLst/>
              <a:ahLst/>
              <a:cxnLst/>
              <a:rect l="l" t="t" r="r" b="b"/>
              <a:pathLst>
                <a:path w="17256" h="1689" extrusionOk="0">
                  <a:moveTo>
                    <a:pt x="1" y="0"/>
                  </a:moveTo>
                  <a:lnTo>
                    <a:pt x="1" y="1689"/>
                  </a:lnTo>
                  <a:lnTo>
                    <a:pt x="17256" y="1689"/>
                  </a:lnTo>
                  <a:lnTo>
                    <a:pt x="172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31"/>
            <p:cNvSpPr/>
            <p:nvPr/>
          </p:nvSpPr>
          <p:spPr>
            <a:xfrm>
              <a:off x="6668875" y="3305475"/>
              <a:ext cx="401525" cy="42250"/>
            </a:xfrm>
            <a:custGeom>
              <a:avLst/>
              <a:gdLst/>
              <a:ahLst/>
              <a:cxnLst/>
              <a:rect l="l" t="t" r="r" b="b"/>
              <a:pathLst>
                <a:path w="16061" h="1690" extrusionOk="0">
                  <a:moveTo>
                    <a:pt x="0" y="1"/>
                  </a:moveTo>
                  <a:lnTo>
                    <a:pt x="0" y="1690"/>
                  </a:lnTo>
                  <a:lnTo>
                    <a:pt x="16060" y="1690"/>
                  </a:lnTo>
                  <a:lnTo>
                    <a:pt x="160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31"/>
            <p:cNvSpPr/>
            <p:nvPr/>
          </p:nvSpPr>
          <p:spPr>
            <a:xfrm>
              <a:off x="6691175" y="3383150"/>
              <a:ext cx="357325" cy="42250"/>
            </a:xfrm>
            <a:custGeom>
              <a:avLst/>
              <a:gdLst/>
              <a:ahLst/>
              <a:cxnLst/>
              <a:rect l="l" t="t" r="r" b="b"/>
              <a:pathLst>
                <a:path w="14293" h="1690" extrusionOk="0">
                  <a:moveTo>
                    <a:pt x="1" y="1"/>
                  </a:moveTo>
                  <a:lnTo>
                    <a:pt x="1" y="1690"/>
                  </a:lnTo>
                  <a:lnTo>
                    <a:pt x="14292" y="1690"/>
                  </a:lnTo>
                  <a:lnTo>
                    <a:pt x="1429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31"/>
            <p:cNvSpPr/>
            <p:nvPr/>
          </p:nvSpPr>
          <p:spPr>
            <a:xfrm>
              <a:off x="6624650" y="3489900"/>
              <a:ext cx="397550" cy="548900"/>
            </a:xfrm>
            <a:custGeom>
              <a:avLst/>
              <a:gdLst/>
              <a:ahLst/>
              <a:cxnLst/>
              <a:rect l="l" t="t" r="r" b="b"/>
              <a:pathLst>
                <a:path w="15902" h="21956" extrusionOk="0">
                  <a:moveTo>
                    <a:pt x="3920" y="1"/>
                  </a:moveTo>
                  <a:lnTo>
                    <a:pt x="3825" y="367"/>
                  </a:lnTo>
                  <a:lnTo>
                    <a:pt x="3761" y="749"/>
                  </a:lnTo>
                  <a:lnTo>
                    <a:pt x="3729" y="1132"/>
                  </a:lnTo>
                  <a:lnTo>
                    <a:pt x="3713" y="1514"/>
                  </a:lnTo>
                  <a:lnTo>
                    <a:pt x="3729" y="1801"/>
                  </a:lnTo>
                  <a:lnTo>
                    <a:pt x="3745" y="2072"/>
                  </a:lnTo>
                  <a:lnTo>
                    <a:pt x="3777" y="2359"/>
                  </a:lnTo>
                  <a:lnTo>
                    <a:pt x="3809" y="2629"/>
                  </a:lnTo>
                  <a:lnTo>
                    <a:pt x="3872" y="2900"/>
                  </a:lnTo>
                  <a:lnTo>
                    <a:pt x="3936" y="3155"/>
                  </a:lnTo>
                  <a:lnTo>
                    <a:pt x="4016" y="3410"/>
                  </a:lnTo>
                  <a:lnTo>
                    <a:pt x="4111" y="3665"/>
                  </a:lnTo>
                  <a:lnTo>
                    <a:pt x="4207" y="3920"/>
                  </a:lnTo>
                  <a:lnTo>
                    <a:pt x="4319" y="4159"/>
                  </a:lnTo>
                  <a:lnTo>
                    <a:pt x="4446" y="4398"/>
                  </a:lnTo>
                  <a:lnTo>
                    <a:pt x="4574" y="4621"/>
                  </a:lnTo>
                  <a:lnTo>
                    <a:pt x="4717" y="4844"/>
                  </a:lnTo>
                  <a:lnTo>
                    <a:pt x="4860" y="5067"/>
                  </a:lnTo>
                  <a:lnTo>
                    <a:pt x="5020" y="5274"/>
                  </a:lnTo>
                  <a:lnTo>
                    <a:pt x="5179" y="5481"/>
                  </a:lnTo>
                  <a:lnTo>
                    <a:pt x="5370" y="5673"/>
                  </a:lnTo>
                  <a:lnTo>
                    <a:pt x="5545" y="5864"/>
                  </a:lnTo>
                  <a:lnTo>
                    <a:pt x="5737" y="6039"/>
                  </a:lnTo>
                  <a:lnTo>
                    <a:pt x="5944" y="6214"/>
                  </a:lnTo>
                  <a:lnTo>
                    <a:pt x="6151" y="6374"/>
                  </a:lnTo>
                  <a:lnTo>
                    <a:pt x="6358" y="6533"/>
                  </a:lnTo>
                  <a:lnTo>
                    <a:pt x="6581" y="6676"/>
                  </a:lnTo>
                  <a:lnTo>
                    <a:pt x="6804" y="6820"/>
                  </a:lnTo>
                  <a:lnTo>
                    <a:pt x="7043" y="6931"/>
                  </a:lnTo>
                  <a:lnTo>
                    <a:pt x="7282" y="7059"/>
                  </a:lnTo>
                  <a:lnTo>
                    <a:pt x="7521" y="7154"/>
                  </a:lnTo>
                  <a:lnTo>
                    <a:pt x="7776" y="7250"/>
                  </a:lnTo>
                  <a:lnTo>
                    <a:pt x="8031" y="7345"/>
                  </a:lnTo>
                  <a:lnTo>
                    <a:pt x="8302" y="7409"/>
                  </a:lnTo>
                  <a:lnTo>
                    <a:pt x="8557" y="7473"/>
                  </a:lnTo>
                  <a:lnTo>
                    <a:pt x="8828" y="7521"/>
                  </a:lnTo>
                  <a:lnTo>
                    <a:pt x="8828" y="16459"/>
                  </a:lnTo>
                  <a:lnTo>
                    <a:pt x="8828" y="16762"/>
                  </a:lnTo>
                  <a:lnTo>
                    <a:pt x="8796" y="17048"/>
                  </a:lnTo>
                  <a:lnTo>
                    <a:pt x="8732" y="17335"/>
                  </a:lnTo>
                  <a:lnTo>
                    <a:pt x="8668" y="17606"/>
                  </a:lnTo>
                  <a:lnTo>
                    <a:pt x="8573" y="17861"/>
                  </a:lnTo>
                  <a:lnTo>
                    <a:pt x="8461" y="18116"/>
                  </a:lnTo>
                  <a:lnTo>
                    <a:pt x="8334" y="18355"/>
                  </a:lnTo>
                  <a:lnTo>
                    <a:pt x="8190" y="18594"/>
                  </a:lnTo>
                  <a:lnTo>
                    <a:pt x="8015" y="18801"/>
                  </a:lnTo>
                  <a:lnTo>
                    <a:pt x="7824" y="19008"/>
                  </a:lnTo>
                  <a:lnTo>
                    <a:pt x="7633" y="19199"/>
                  </a:lnTo>
                  <a:lnTo>
                    <a:pt x="7410" y="19374"/>
                  </a:lnTo>
                  <a:lnTo>
                    <a:pt x="7171" y="19534"/>
                  </a:lnTo>
                  <a:lnTo>
                    <a:pt x="6916" y="19661"/>
                  </a:lnTo>
                  <a:lnTo>
                    <a:pt x="6645" y="19789"/>
                  </a:lnTo>
                  <a:lnTo>
                    <a:pt x="6374" y="19884"/>
                  </a:lnTo>
                  <a:lnTo>
                    <a:pt x="6103" y="19964"/>
                  </a:lnTo>
                  <a:lnTo>
                    <a:pt x="5848" y="20012"/>
                  </a:lnTo>
                  <a:lnTo>
                    <a:pt x="5609" y="20044"/>
                  </a:lnTo>
                  <a:lnTo>
                    <a:pt x="5370" y="20060"/>
                  </a:lnTo>
                  <a:lnTo>
                    <a:pt x="5131" y="20075"/>
                  </a:lnTo>
                  <a:lnTo>
                    <a:pt x="4892" y="20060"/>
                  </a:lnTo>
                  <a:lnTo>
                    <a:pt x="4669" y="20028"/>
                  </a:lnTo>
                  <a:lnTo>
                    <a:pt x="4462" y="19980"/>
                  </a:lnTo>
                  <a:lnTo>
                    <a:pt x="4239" y="19932"/>
                  </a:lnTo>
                  <a:lnTo>
                    <a:pt x="4048" y="19852"/>
                  </a:lnTo>
                  <a:lnTo>
                    <a:pt x="3841" y="19773"/>
                  </a:lnTo>
                  <a:lnTo>
                    <a:pt x="3665" y="19677"/>
                  </a:lnTo>
                  <a:lnTo>
                    <a:pt x="3474" y="19582"/>
                  </a:lnTo>
                  <a:lnTo>
                    <a:pt x="3315" y="19470"/>
                  </a:lnTo>
                  <a:lnTo>
                    <a:pt x="3140" y="19343"/>
                  </a:lnTo>
                  <a:lnTo>
                    <a:pt x="2996" y="19199"/>
                  </a:lnTo>
                  <a:lnTo>
                    <a:pt x="2853" y="19056"/>
                  </a:lnTo>
                  <a:lnTo>
                    <a:pt x="2709" y="18912"/>
                  </a:lnTo>
                  <a:lnTo>
                    <a:pt x="2582" y="18753"/>
                  </a:lnTo>
                  <a:lnTo>
                    <a:pt x="2470" y="18594"/>
                  </a:lnTo>
                  <a:lnTo>
                    <a:pt x="2359" y="18418"/>
                  </a:lnTo>
                  <a:lnTo>
                    <a:pt x="2263" y="18243"/>
                  </a:lnTo>
                  <a:lnTo>
                    <a:pt x="2184" y="18068"/>
                  </a:lnTo>
                  <a:lnTo>
                    <a:pt x="2104" y="17893"/>
                  </a:lnTo>
                  <a:lnTo>
                    <a:pt x="2040" y="17702"/>
                  </a:lnTo>
                  <a:lnTo>
                    <a:pt x="1992" y="17510"/>
                  </a:lnTo>
                  <a:lnTo>
                    <a:pt x="1961" y="17335"/>
                  </a:lnTo>
                  <a:lnTo>
                    <a:pt x="1929" y="17144"/>
                  </a:lnTo>
                  <a:lnTo>
                    <a:pt x="1913" y="16953"/>
                  </a:lnTo>
                  <a:lnTo>
                    <a:pt x="1913" y="16762"/>
                  </a:lnTo>
                  <a:lnTo>
                    <a:pt x="1913" y="16570"/>
                  </a:lnTo>
                  <a:lnTo>
                    <a:pt x="1945" y="16379"/>
                  </a:lnTo>
                  <a:lnTo>
                    <a:pt x="1961" y="16268"/>
                  </a:lnTo>
                  <a:lnTo>
                    <a:pt x="1961" y="16156"/>
                  </a:lnTo>
                  <a:lnTo>
                    <a:pt x="1945" y="16060"/>
                  </a:lnTo>
                  <a:lnTo>
                    <a:pt x="1929" y="15949"/>
                  </a:lnTo>
                  <a:lnTo>
                    <a:pt x="1897" y="15869"/>
                  </a:lnTo>
                  <a:lnTo>
                    <a:pt x="1865" y="15774"/>
                  </a:lnTo>
                  <a:lnTo>
                    <a:pt x="1753" y="15614"/>
                  </a:lnTo>
                  <a:lnTo>
                    <a:pt x="1642" y="15471"/>
                  </a:lnTo>
                  <a:lnTo>
                    <a:pt x="1483" y="15359"/>
                  </a:lnTo>
                  <a:lnTo>
                    <a:pt x="1323" y="15264"/>
                  </a:lnTo>
                  <a:lnTo>
                    <a:pt x="1148" y="15200"/>
                  </a:lnTo>
                  <a:lnTo>
                    <a:pt x="973" y="15168"/>
                  </a:lnTo>
                  <a:lnTo>
                    <a:pt x="798" y="15168"/>
                  </a:lnTo>
                  <a:lnTo>
                    <a:pt x="638" y="15184"/>
                  </a:lnTo>
                  <a:lnTo>
                    <a:pt x="479" y="15248"/>
                  </a:lnTo>
                  <a:lnTo>
                    <a:pt x="399" y="15296"/>
                  </a:lnTo>
                  <a:lnTo>
                    <a:pt x="335" y="15344"/>
                  </a:lnTo>
                  <a:lnTo>
                    <a:pt x="272" y="15407"/>
                  </a:lnTo>
                  <a:lnTo>
                    <a:pt x="208" y="15487"/>
                  </a:lnTo>
                  <a:lnTo>
                    <a:pt x="160" y="15567"/>
                  </a:lnTo>
                  <a:lnTo>
                    <a:pt x="128" y="15646"/>
                  </a:lnTo>
                  <a:lnTo>
                    <a:pt x="96" y="15758"/>
                  </a:lnTo>
                  <a:lnTo>
                    <a:pt x="65" y="15869"/>
                  </a:lnTo>
                  <a:lnTo>
                    <a:pt x="33" y="16140"/>
                  </a:lnTo>
                  <a:lnTo>
                    <a:pt x="1" y="16395"/>
                  </a:lnTo>
                  <a:lnTo>
                    <a:pt x="1" y="16666"/>
                  </a:lnTo>
                  <a:lnTo>
                    <a:pt x="1" y="16921"/>
                  </a:lnTo>
                  <a:lnTo>
                    <a:pt x="1" y="17176"/>
                  </a:lnTo>
                  <a:lnTo>
                    <a:pt x="33" y="17415"/>
                  </a:lnTo>
                  <a:lnTo>
                    <a:pt x="65" y="17654"/>
                  </a:lnTo>
                  <a:lnTo>
                    <a:pt x="112" y="17893"/>
                  </a:lnTo>
                  <a:lnTo>
                    <a:pt x="160" y="18116"/>
                  </a:lnTo>
                  <a:lnTo>
                    <a:pt x="224" y="18339"/>
                  </a:lnTo>
                  <a:lnTo>
                    <a:pt x="304" y="18562"/>
                  </a:lnTo>
                  <a:lnTo>
                    <a:pt x="383" y="18769"/>
                  </a:lnTo>
                  <a:lnTo>
                    <a:pt x="479" y="18976"/>
                  </a:lnTo>
                  <a:lnTo>
                    <a:pt x="590" y="19183"/>
                  </a:lnTo>
                  <a:lnTo>
                    <a:pt x="686" y="19374"/>
                  </a:lnTo>
                  <a:lnTo>
                    <a:pt x="813" y="19566"/>
                  </a:lnTo>
                  <a:lnTo>
                    <a:pt x="941" y="19741"/>
                  </a:lnTo>
                  <a:lnTo>
                    <a:pt x="1068" y="19916"/>
                  </a:lnTo>
                  <a:lnTo>
                    <a:pt x="1212" y="20091"/>
                  </a:lnTo>
                  <a:lnTo>
                    <a:pt x="1371" y="20251"/>
                  </a:lnTo>
                  <a:lnTo>
                    <a:pt x="1674" y="20553"/>
                  </a:lnTo>
                  <a:lnTo>
                    <a:pt x="2024" y="20824"/>
                  </a:lnTo>
                  <a:lnTo>
                    <a:pt x="2391" y="21079"/>
                  </a:lnTo>
                  <a:lnTo>
                    <a:pt x="2757" y="21302"/>
                  </a:lnTo>
                  <a:lnTo>
                    <a:pt x="3156" y="21493"/>
                  </a:lnTo>
                  <a:lnTo>
                    <a:pt x="3570" y="21653"/>
                  </a:lnTo>
                  <a:lnTo>
                    <a:pt x="4000" y="21764"/>
                  </a:lnTo>
                  <a:lnTo>
                    <a:pt x="4430" y="21860"/>
                  </a:lnTo>
                  <a:lnTo>
                    <a:pt x="4876" y="21924"/>
                  </a:lnTo>
                  <a:lnTo>
                    <a:pt x="5306" y="21955"/>
                  </a:lnTo>
                  <a:lnTo>
                    <a:pt x="5753" y="21940"/>
                  </a:lnTo>
                  <a:lnTo>
                    <a:pt x="6199" y="21908"/>
                  </a:lnTo>
                  <a:lnTo>
                    <a:pt x="6645" y="21828"/>
                  </a:lnTo>
                  <a:lnTo>
                    <a:pt x="6852" y="21764"/>
                  </a:lnTo>
                  <a:lnTo>
                    <a:pt x="7075" y="21701"/>
                  </a:lnTo>
                  <a:lnTo>
                    <a:pt x="7282" y="21637"/>
                  </a:lnTo>
                  <a:lnTo>
                    <a:pt x="7505" y="21557"/>
                  </a:lnTo>
                  <a:lnTo>
                    <a:pt x="7712" y="21462"/>
                  </a:lnTo>
                  <a:lnTo>
                    <a:pt x="7919" y="21366"/>
                  </a:lnTo>
                  <a:lnTo>
                    <a:pt x="8111" y="21254"/>
                  </a:lnTo>
                  <a:lnTo>
                    <a:pt x="8318" y="21127"/>
                  </a:lnTo>
                  <a:lnTo>
                    <a:pt x="8509" y="21000"/>
                  </a:lnTo>
                  <a:lnTo>
                    <a:pt x="8700" y="20856"/>
                  </a:lnTo>
                  <a:lnTo>
                    <a:pt x="8891" y="20697"/>
                  </a:lnTo>
                  <a:lnTo>
                    <a:pt x="9067" y="20537"/>
                  </a:lnTo>
                  <a:lnTo>
                    <a:pt x="9242" y="20362"/>
                  </a:lnTo>
                  <a:lnTo>
                    <a:pt x="9417" y="20187"/>
                  </a:lnTo>
                  <a:lnTo>
                    <a:pt x="9576" y="19996"/>
                  </a:lnTo>
                  <a:lnTo>
                    <a:pt x="9736" y="19789"/>
                  </a:lnTo>
                  <a:lnTo>
                    <a:pt x="9879" y="19566"/>
                  </a:lnTo>
                  <a:lnTo>
                    <a:pt x="10022" y="19343"/>
                  </a:lnTo>
                  <a:lnTo>
                    <a:pt x="10198" y="19040"/>
                  </a:lnTo>
                  <a:lnTo>
                    <a:pt x="10325" y="18737"/>
                  </a:lnTo>
                  <a:lnTo>
                    <a:pt x="10453" y="18434"/>
                  </a:lnTo>
                  <a:lnTo>
                    <a:pt x="10548" y="18116"/>
                  </a:lnTo>
                  <a:lnTo>
                    <a:pt x="10628" y="17797"/>
                  </a:lnTo>
                  <a:lnTo>
                    <a:pt x="10676" y="17478"/>
                  </a:lnTo>
                  <a:lnTo>
                    <a:pt x="10723" y="17144"/>
                  </a:lnTo>
                  <a:lnTo>
                    <a:pt x="10755" y="16809"/>
                  </a:lnTo>
                  <a:lnTo>
                    <a:pt x="10771" y="16475"/>
                  </a:lnTo>
                  <a:lnTo>
                    <a:pt x="10787" y="16140"/>
                  </a:lnTo>
                  <a:lnTo>
                    <a:pt x="10787" y="15471"/>
                  </a:lnTo>
                  <a:lnTo>
                    <a:pt x="10771" y="14149"/>
                  </a:lnTo>
                  <a:lnTo>
                    <a:pt x="10771" y="7521"/>
                  </a:lnTo>
                  <a:lnTo>
                    <a:pt x="11042" y="7473"/>
                  </a:lnTo>
                  <a:lnTo>
                    <a:pt x="11313" y="7409"/>
                  </a:lnTo>
                  <a:lnTo>
                    <a:pt x="11568" y="7345"/>
                  </a:lnTo>
                  <a:lnTo>
                    <a:pt x="11823" y="7250"/>
                  </a:lnTo>
                  <a:lnTo>
                    <a:pt x="12078" y="7154"/>
                  </a:lnTo>
                  <a:lnTo>
                    <a:pt x="12333" y="7059"/>
                  </a:lnTo>
                  <a:lnTo>
                    <a:pt x="12572" y="6931"/>
                  </a:lnTo>
                  <a:lnTo>
                    <a:pt x="12795" y="6820"/>
                  </a:lnTo>
                  <a:lnTo>
                    <a:pt x="13034" y="6676"/>
                  </a:lnTo>
                  <a:lnTo>
                    <a:pt x="13241" y="6533"/>
                  </a:lnTo>
                  <a:lnTo>
                    <a:pt x="13464" y="6374"/>
                  </a:lnTo>
                  <a:lnTo>
                    <a:pt x="13671" y="6214"/>
                  </a:lnTo>
                  <a:lnTo>
                    <a:pt x="13862" y="6039"/>
                  </a:lnTo>
                  <a:lnTo>
                    <a:pt x="14069" y="5864"/>
                  </a:lnTo>
                  <a:lnTo>
                    <a:pt x="14245" y="5673"/>
                  </a:lnTo>
                  <a:lnTo>
                    <a:pt x="14420" y="5481"/>
                  </a:lnTo>
                  <a:lnTo>
                    <a:pt x="14595" y="5274"/>
                  </a:lnTo>
                  <a:lnTo>
                    <a:pt x="14754" y="5067"/>
                  </a:lnTo>
                  <a:lnTo>
                    <a:pt x="14898" y="4844"/>
                  </a:lnTo>
                  <a:lnTo>
                    <a:pt x="15041" y="4621"/>
                  </a:lnTo>
                  <a:lnTo>
                    <a:pt x="15169" y="4398"/>
                  </a:lnTo>
                  <a:lnTo>
                    <a:pt x="15296" y="4159"/>
                  </a:lnTo>
                  <a:lnTo>
                    <a:pt x="15408" y="3920"/>
                  </a:lnTo>
                  <a:lnTo>
                    <a:pt x="15503" y="3665"/>
                  </a:lnTo>
                  <a:lnTo>
                    <a:pt x="15599" y="3410"/>
                  </a:lnTo>
                  <a:lnTo>
                    <a:pt x="15663" y="3155"/>
                  </a:lnTo>
                  <a:lnTo>
                    <a:pt x="15742" y="2900"/>
                  </a:lnTo>
                  <a:lnTo>
                    <a:pt x="15790" y="2629"/>
                  </a:lnTo>
                  <a:lnTo>
                    <a:pt x="15838" y="2359"/>
                  </a:lnTo>
                  <a:lnTo>
                    <a:pt x="15870" y="2072"/>
                  </a:lnTo>
                  <a:lnTo>
                    <a:pt x="15886" y="1801"/>
                  </a:lnTo>
                  <a:lnTo>
                    <a:pt x="15902" y="1514"/>
                  </a:lnTo>
                  <a:lnTo>
                    <a:pt x="15886" y="1132"/>
                  </a:lnTo>
                  <a:lnTo>
                    <a:pt x="15838" y="749"/>
                  </a:lnTo>
                  <a:lnTo>
                    <a:pt x="15774" y="367"/>
                  </a:lnTo>
                  <a:lnTo>
                    <a:pt x="15694" y="1"/>
                  </a:lnTo>
                  <a:lnTo>
                    <a:pt x="15392" y="160"/>
                  </a:lnTo>
                  <a:lnTo>
                    <a:pt x="15089" y="319"/>
                  </a:lnTo>
                  <a:lnTo>
                    <a:pt x="14770" y="463"/>
                  </a:lnTo>
                  <a:lnTo>
                    <a:pt x="14452" y="606"/>
                  </a:lnTo>
                  <a:lnTo>
                    <a:pt x="14117" y="733"/>
                  </a:lnTo>
                  <a:lnTo>
                    <a:pt x="13783" y="845"/>
                  </a:lnTo>
                  <a:lnTo>
                    <a:pt x="13432" y="957"/>
                  </a:lnTo>
                  <a:lnTo>
                    <a:pt x="13066" y="1052"/>
                  </a:lnTo>
                  <a:lnTo>
                    <a:pt x="12699" y="1148"/>
                  </a:lnTo>
                  <a:lnTo>
                    <a:pt x="12317" y="1211"/>
                  </a:lnTo>
                  <a:lnTo>
                    <a:pt x="11918" y="1291"/>
                  </a:lnTo>
                  <a:lnTo>
                    <a:pt x="11520" y="1339"/>
                  </a:lnTo>
                  <a:lnTo>
                    <a:pt x="11106" y="1387"/>
                  </a:lnTo>
                  <a:lnTo>
                    <a:pt x="10676" y="1419"/>
                  </a:lnTo>
                  <a:lnTo>
                    <a:pt x="10246" y="1435"/>
                  </a:lnTo>
                  <a:lnTo>
                    <a:pt x="9353" y="1435"/>
                  </a:lnTo>
                  <a:lnTo>
                    <a:pt x="8923" y="1419"/>
                  </a:lnTo>
                  <a:lnTo>
                    <a:pt x="8509" y="1387"/>
                  </a:lnTo>
                  <a:lnTo>
                    <a:pt x="8095" y="1339"/>
                  </a:lnTo>
                  <a:lnTo>
                    <a:pt x="7696" y="1291"/>
                  </a:lnTo>
                  <a:lnTo>
                    <a:pt x="7298" y="1211"/>
                  </a:lnTo>
                  <a:lnTo>
                    <a:pt x="6916" y="1148"/>
                  </a:lnTo>
                  <a:lnTo>
                    <a:pt x="6549" y="1052"/>
                  </a:lnTo>
                  <a:lnTo>
                    <a:pt x="6183" y="957"/>
                  </a:lnTo>
                  <a:lnTo>
                    <a:pt x="5832" y="845"/>
                  </a:lnTo>
                  <a:lnTo>
                    <a:pt x="5482" y="733"/>
                  </a:lnTo>
                  <a:lnTo>
                    <a:pt x="5163" y="606"/>
                  </a:lnTo>
                  <a:lnTo>
                    <a:pt x="4828" y="463"/>
                  </a:lnTo>
                  <a:lnTo>
                    <a:pt x="4510" y="319"/>
                  </a:lnTo>
                  <a:lnTo>
                    <a:pt x="4207" y="160"/>
                  </a:lnTo>
                  <a:lnTo>
                    <a:pt x="392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0" name="Google Shape;1690;p31"/>
          <p:cNvGrpSpPr/>
          <p:nvPr/>
        </p:nvGrpSpPr>
        <p:grpSpPr>
          <a:xfrm>
            <a:off x="7987209" y="3897640"/>
            <a:ext cx="386703" cy="637326"/>
            <a:chOff x="7855313" y="941075"/>
            <a:chExt cx="782325" cy="1289350"/>
          </a:xfrm>
        </p:grpSpPr>
        <p:sp>
          <p:nvSpPr>
            <p:cNvPr id="1691" name="Google Shape;1691;p31"/>
            <p:cNvSpPr/>
            <p:nvPr/>
          </p:nvSpPr>
          <p:spPr>
            <a:xfrm>
              <a:off x="7855313" y="941075"/>
              <a:ext cx="782325" cy="1289350"/>
            </a:xfrm>
            <a:custGeom>
              <a:avLst/>
              <a:gdLst/>
              <a:ahLst/>
              <a:cxnLst/>
              <a:rect l="l" t="t" r="r" b="b"/>
              <a:pathLst>
                <a:path w="31293" h="51574" extrusionOk="0">
                  <a:moveTo>
                    <a:pt x="5864" y="1"/>
                  </a:moveTo>
                  <a:lnTo>
                    <a:pt x="5577" y="17"/>
                  </a:lnTo>
                  <a:lnTo>
                    <a:pt x="5275" y="32"/>
                  </a:lnTo>
                  <a:lnTo>
                    <a:pt x="4988" y="80"/>
                  </a:lnTo>
                  <a:lnTo>
                    <a:pt x="4685" y="128"/>
                  </a:lnTo>
                  <a:lnTo>
                    <a:pt x="4414" y="192"/>
                  </a:lnTo>
                  <a:lnTo>
                    <a:pt x="4127" y="271"/>
                  </a:lnTo>
                  <a:lnTo>
                    <a:pt x="3857" y="367"/>
                  </a:lnTo>
                  <a:lnTo>
                    <a:pt x="3586" y="463"/>
                  </a:lnTo>
                  <a:lnTo>
                    <a:pt x="3331" y="590"/>
                  </a:lnTo>
                  <a:lnTo>
                    <a:pt x="3076" y="718"/>
                  </a:lnTo>
                  <a:lnTo>
                    <a:pt x="2837" y="861"/>
                  </a:lnTo>
                  <a:lnTo>
                    <a:pt x="2598" y="1020"/>
                  </a:lnTo>
                  <a:lnTo>
                    <a:pt x="2359" y="1180"/>
                  </a:lnTo>
                  <a:lnTo>
                    <a:pt x="2152" y="1355"/>
                  </a:lnTo>
                  <a:lnTo>
                    <a:pt x="1929" y="1530"/>
                  </a:lnTo>
                  <a:lnTo>
                    <a:pt x="1722" y="1737"/>
                  </a:lnTo>
                  <a:lnTo>
                    <a:pt x="1530" y="1928"/>
                  </a:lnTo>
                  <a:lnTo>
                    <a:pt x="1355" y="2151"/>
                  </a:lnTo>
                  <a:lnTo>
                    <a:pt x="1180" y="2375"/>
                  </a:lnTo>
                  <a:lnTo>
                    <a:pt x="1005" y="2598"/>
                  </a:lnTo>
                  <a:lnTo>
                    <a:pt x="861" y="2837"/>
                  </a:lnTo>
                  <a:lnTo>
                    <a:pt x="718" y="3092"/>
                  </a:lnTo>
                  <a:lnTo>
                    <a:pt x="590" y="3330"/>
                  </a:lnTo>
                  <a:lnTo>
                    <a:pt x="463" y="3601"/>
                  </a:lnTo>
                  <a:lnTo>
                    <a:pt x="367" y="3856"/>
                  </a:lnTo>
                  <a:lnTo>
                    <a:pt x="272" y="4143"/>
                  </a:lnTo>
                  <a:lnTo>
                    <a:pt x="192" y="4414"/>
                  </a:lnTo>
                  <a:lnTo>
                    <a:pt x="128" y="4701"/>
                  </a:lnTo>
                  <a:lnTo>
                    <a:pt x="65" y="4987"/>
                  </a:lnTo>
                  <a:lnTo>
                    <a:pt x="33" y="5274"/>
                  </a:lnTo>
                  <a:lnTo>
                    <a:pt x="17" y="5577"/>
                  </a:lnTo>
                  <a:lnTo>
                    <a:pt x="1" y="5880"/>
                  </a:lnTo>
                  <a:lnTo>
                    <a:pt x="1" y="45711"/>
                  </a:lnTo>
                  <a:lnTo>
                    <a:pt x="17" y="46013"/>
                  </a:lnTo>
                  <a:lnTo>
                    <a:pt x="33" y="46300"/>
                  </a:lnTo>
                  <a:lnTo>
                    <a:pt x="65" y="46603"/>
                  </a:lnTo>
                  <a:lnTo>
                    <a:pt x="128" y="46890"/>
                  </a:lnTo>
                  <a:lnTo>
                    <a:pt x="192" y="47177"/>
                  </a:lnTo>
                  <a:lnTo>
                    <a:pt x="272" y="47447"/>
                  </a:lnTo>
                  <a:lnTo>
                    <a:pt x="367" y="47718"/>
                  </a:lnTo>
                  <a:lnTo>
                    <a:pt x="463" y="47989"/>
                  </a:lnTo>
                  <a:lnTo>
                    <a:pt x="590" y="48244"/>
                  </a:lnTo>
                  <a:lnTo>
                    <a:pt x="718" y="48499"/>
                  </a:lnTo>
                  <a:lnTo>
                    <a:pt x="861" y="48738"/>
                  </a:lnTo>
                  <a:lnTo>
                    <a:pt x="1005" y="48977"/>
                  </a:lnTo>
                  <a:lnTo>
                    <a:pt x="1180" y="49216"/>
                  </a:lnTo>
                  <a:lnTo>
                    <a:pt x="1355" y="49439"/>
                  </a:lnTo>
                  <a:lnTo>
                    <a:pt x="1530" y="49646"/>
                  </a:lnTo>
                  <a:lnTo>
                    <a:pt x="1722" y="49853"/>
                  </a:lnTo>
                  <a:lnTo>
                    <a:pt x="1929" y="50044"/>
                  </a:lnTo>
                  <a:lnTo>
                    <a:pt x="2152" y="50236"/>
                  </a:lnTo>
                  <a:lnTo>
                    <a:pt x="2359" y="50411"/>
                  </a:lnTo>
                  <a:lnTo>
                    <a:pt x="2598" y="50570"/>
                  </a:lnTo>
                  <a:lnTo>
                    <a:pt x="2837" y="50729"/>
                  </a:lnTo>
                  <a:lnTo>
                    <a:pt x="3076" y="50857"/>
                  </a:lnTo>
                  <a:lnTo>
                    <a:pt x="3331" y="51000"/>
                  </a:lnTo>
                  <a:lnTo>
                    <a:pt x="3586" y="51112"/>
                  </a:lnTo>
                  <a:lnTo>
                    <a:pt x="3857" y="51223"/>
                  </a:lnTo>
                  <a:lnTo>
                    <a:pt x="4127" y="51303"/>
                  </a:lnTo>
                  <a:lnTo>
                    <a:pt x="4414" y="51383"/>
                  </a:lnTo>
                  <a:lnTo>
                    <a:pt x="4685" y="51462"/>
                  </a:lnTo>
                  <a:lnTo>
                    <a:pt x="4988" y="51510"/>
                  </a:lnTo>
                  <a:lnTo>
                    <a:pt x="5275" y="51542"/>
                  </a:lnTo>
                  <a:lnTo>
                    <a:pt x="5577" y="51574"/>
                  </a:lnTo>
                  <a:lnTo>
                    <a:pt x="25732" y="51574"/>
                  </a:lnTo>
                  <a:lnTo>
                    <a:pt x="26035" y="51542"/>
                  </a:lnTo>
                  <a:lnTo>
                    <a:pt x="26321" y="51510"/>
                  </a:lnTo>
                  <a:lnTo>
                    <a:pt x="26608" y="51462"/>
                  </a:lnTo>
                  <a:lnTo>
                    <a:pt x="26895" y="51383"/>
                  </a:lnTo>
                  <a:lnTo>
                    <a:pt x="27166" y="51303"/>
                  </a:lnTo>
                  <a:lnTo>
                    <a:pt x="27437" y="51223"/>
                  </a:lnTo>
                  <a:lnTo>
                    <a:pt x="27708" y="51112"/>
                  </a:lnTo>
                  <a:lnTo>
                    <a:pt x="27962" y="51000"/>
                  </a:lnTo>
                  <a:lnTo>
                    <a:pt x="28217" y="50857"/>
                  </a:lnTo>
                  <a:lnTo>
                    <a:pt x="28472" y="50729"/>
                  </a:lnTo>
                  <a:lnTo>
                    <a:pt x="28711" y="50570"/>
                  </a:lnTo>
                  <a:lnTo>
                    <a:pt x="28934" y="50411"/>
                  </a:lnTo>
                  <a:lnTo>
                    <a:pt x="29157" y="50236"/>
                  </a:lnTo>
                  <a:lnTo>
                    <a:pt x="29365" y="50044"/>
                  </a:lnTo>
                  <a:lnTo>
                    <a:pt x="29572" y="49853"/>
                  </a:lnTo>
                  <a:lnTo>
                    <a:pt x="29763" y="49646"/>
                  </a:lnTo>
                  <a:lnTo>
                    <a:pt x="29954" y="49439"/>
                  </a:lnTo>
                  <a:lnTo>
                    <a:pt x="30129" y="49216"/>
                  </a:lnTo>
                  <a:lnTo>
                    <a:pt x="30289" y="48977"/>
                  </a:lnTo>
                  <a:lnTo>
                    <a:pt x="30448" y="48738"/>
                  </a:lnTo>
                  <a:lnTo>
                    <a:pt x="30591" y="48499"/>
                  </a:lnTo>
                  <a:lnTo>
                    <a:pt x="30719" y="48244"/>
                  </a:lnTo>
                  <a:lnTo>
                    <a:pt x="30830" y="47989"/>
                  </a:lnTo>
                  <a:lnTo>
                    <a:pt x="30942" y="47718"/>
                  </a:lnTo>
                  <a:lnTo>
                    <a:pt x="31037" y="47447"/>
                  </a:lnTo>
                  <a:lnTo>
                    <a:pt x="31117" y="47177"/>
                  </a:lnTo>
                  <a:lnTo>
                    <a:pt x="31181" y="46890"/>
                  </a:lnTo>
                  <a:lnTo>
                    <a:pt x="31229" y="46603"/>
                  </a:lnTo>
                  <a:lnTo>
                    <a:pt x="31276" y="46300"/>
                  </a:lnTo>
                  <a:lnTo>
                    <a:pt x="31292" y="46013"/>
                  </a:lnTo>
                  <a:lnTo>
                    <a:pt x="31292" y="45711"/>
                  </a:lnTo>
                  <a:lnTo>
                    <a:pt x="31292" y="5880"/>
                  </a:lnTo>
                  <a:lnTo>
                    <a:pt x="31292" y="5577"/>
                  </a:lnTo>
                  <a:lnTo>
                    <a:pt x="31276" y="5274"/>
                  </a:lnTo>
                  <a:lnTo>
                    <a:pt x="31229" y="4987"/>
                  </a:lnTo>
                  <a:lnTo>
                    <a:pt x="31181" y="4701"/>
                  </a:lnTo>
                  <a:lnTo>
                    <a:pt x="31117" y="4414"/>
                  </a:lnTo>
                  <a:lnTo>
                    <a:pt x="31037" y="4143"/>
                  </a:lnTo>
                  <a:lnTo>
                    <a:pt x="30942" y="3856"/>
                  </a:lnTo>
                  <a:lnTo>
                    <a:pt x="30830" y="3601"/>
                  </a:lnTo>
                  <a:lnTo>
                    <a:pt x="30719" y="3330"/>
                  </a:lnTo>
                  <a:lnTo>
                    <a:pt x="30591" y="3092"/>
                  </a:lnTo>
                  <a:lnTo>
                    <a:pt x="30448" y="2837"/>
                  </a:lnTo>
                  <a:lnTo>
                    <a:pt x="30289" y="2598"/>
                  </a:lnTo>
                  <a:lnTo>
                    <a:pt x="30129" y="2375"/>
                  </a:lnTo>
                  <a:lnTo>
                    <a:pt x="29954" y="2151"/>
                  </a:lnTo>
                  <a:lnTo>
                    <a:pt x="29763" y="1928"/>
                  </a:lnTo>
                  <a:lnTo>
                    <a:pt x="29572" y="1737"/>
                  </a:lnTo>
                  <a:lnTo>
                    <a:pt x="29365" y="1530"/>
                  </a:lnTo>
                  <a:lnTo>
                    <a:pt x="29157" y="1355"/>
                  </a:lnTo>
                  <a:lnTo>
                    <a:pt x="28934" y="1180"/>
                  </a:lnTo>
                  <a:lnTo>
                    <a:pt x="28711" y="1020"/>
                  </a:lnTo>
                  <a:lnTo>
                    <a:pt x="28472" y="861"/>
                  </a:lnTo>
                  <a:lnTo>
                    <a:pt x="28217" y="718"/>
                  </a:lnTo>
                  <a:lnTo>
                    <a:pt x="27962" y="590"/>
                  </a:lnTo>
                  <a:lnTo>
                    <a:pt x="27708" y="463"/>
                  </a:lnTo>
                  <a:lnTo>
                    <a:pt x="27437" y="367"/>
                  </a:lnTo>
                  <a:lnTo>
                    <a:pt x="27166" y="271"/>
                  </a:lnTo>
                  <a:lnTo>
                    <a:pt x="26895" y="192"/>
                  </a:lnTo>
                  <a:lnTo>
                    <a:pt x="26608" y="128"/>
                  </a:lnTo>
                  <a:lnTo>
                    <a:pt x="26321" y="80"/>
                  </a:lnTo>
                  <a:lnTo>
                    <a:pt x="26035" y="32"/>
                  </a:lnTo>
                  <a:lnTo>
                    <a:pt x="25732" y="17"/>
                  </a:lnTo>
                  <a:lnTo>
                    <a:pt x="254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1"/>
            <p:cNvSpPr/>
            <p:nvPr/>
          </p:nvSpPr>
          <p:spPr>
            <a:xfrm>
              <a:off x="7939763" y="1029500"/>
              <a:ext cx="613425" cy="938450"/>
            </a:xfrm>
            <a:custGeom>
              <a:avLst/>
              <a:gdLst/>
              <a:ahLst/>
              <a:cxnLst/>
              <a:rect l="l" t="t" r="r" b="b"/>
              <a:pathLst>
                <a:path w="24537" h="37538" extrusionOk="0">
                  <a:moveTo>
                    <a:pt x="4366" y="1"/>
                  </a:moveTo>
                  <a:lnTo>
                    <a:pt x="4143" y="17"/>
                  </a:lnTo>
                  <a:lnTo>
                    <a:pt x="3904" y="48"/>
                  </a:lnTo>
                  <a:lnTo>
                    <a:pt x="3681" y="80"/>
                  </a:lnTo>
                  <a:lnTo>
                    <a:pt x="3458" y="128"/>
                  </a:lnTo>
                  <a:lnTo>
                    <a:pt x="3251" y="192"/>
                  </a:lnTo>
                  <a:lnTo>
                    <a:pt x="3028" y="256"/>
                  </a:lnTo>
                  <a:lnTo>
                    <a:pt x="2821" y="335"/>
                  </a:lnTo>
                  <a:lnTo>
                    <a:pt x="2613" y="415"/>
                  </a:lnTo>
                  <a:lnTo>
                    <a:pt x="2422" y="510"/>
                  </a:lnTo>
                  <a:lnTo>
                    <a:pt x="2231" y="606"/>
                  </a:lnTo>
                  <a:lnTo>
                    <a:pt x="2040" y="718"/>
                  </a:lnTo>
                  <a:lnTo>
                    <a:pt x="1865" y="845"/>
                  </a:lnTo>
                  <a:lnTo>
                    <a:pt x="1689" y="972"/>
                  </a:lnTo>
                  <a:lnTo>
                    <a:pt x="1514" y="1100"/>
                  </a:lnTo>
                  <a:lnTo>
                    <a:pt x="1355" y="1243"/>
                  </a:lnTo>
                  <a:lnTo>
                    <a:pt x="1211" y="1403"/>
                  </a:lnTo>
                  <a:lnTo>
                    <a:pt x="1068" y="1546"/>
                  </a:lnTo>
                  <a:lnTo>
                    <a:pt x="925" y="1721"/>
                  </a:lnTo>
                  <a:lnTo>
                    <a:pt x="797" y="1881"/>
                  </a:lnTo>
                  <a:lnTo>
                    <a:pt x="670" y="2056"/>
                  </a:lnTo>
                  <a:lnTo>
                    <a:pt x="558" y="2231"/>
                  </a:lnTo>
                  <a:lnTo>
                    <a:pt x="463" y="2422"/>
                  </a:lnTo>
                  <a:lnTo>
                    <a:pt x="367" y="2614"/>
                  </a:lnTo>
                  <a:lnTo>
                    <a:pt x="287" y="2805"/>
                  </a:lnTo>
                  <a:lnTo>
                    <a:pt x="208" y="2996"/>
                  </a:lnTo>
                  <a:lnTo>
                    <a:pt x="160" y="3203"/>
                  </a:lnTo>
                  <a:lnTo>
                    <a:pt x="96" y="3410"/>
                  </a:lnTo>
                  <a:lnTo>
                    <a:pt x="64" y="3617"/>
                  </a:lnTo>
                  <a:lnTo>
                    <a:pt x="32" y="3824"/>
                  </a:lnTo>
                  <a:lnTo>
                    <a:pt x="16" y="4047"/>
                  </a:lnTo>
                  <a:lnTo>
                    <a:pt x="1" y="4271"/>
                  </a:lnTo>
                  <a:lnTo>
                    <a:pt x="1" y="33268"/>
                  </a:lnTo>
                  <a:lnTo>
                    <a:pt x="16" y="33491"/>
                  </a:lnTo>
                  <a:lnTo>
                    <a:pt x="32" y="33698"/>
                  </a:lnTo>
                  <a:lnTo>
                    <a:pt x="64" y="33921"/>
                  </a:lnTo>
                  <a:lnTo>
                    <a:pt x="96" y="34128"/>
                  </a:lnTo>
                  <a:lnTo>
                    <a:pt x="160" y="34335"/>
                  </a:lnTo>
                  <a:lnTo>
                    <a:pt x="208" y="34526"/>
                  </a:lnTo>
                  <a:lnTo>
                    <a:pt x="287" y="34733"/>
                  </a:lnTo>
                  <a:lnTo>
                    <a:pt x="367" y="34924"/>
                  </a:lnTo>
                  <a:lnTo>
                    <a:pt x="463" y="35116"/>
                  </a:lnTo>
                  <a:lnTo>
                    <a:pt x="558" y="35307"/>
                  </a:lnTo>
                  <a:lnTo>
                    <a:pt x="670" y="35482"/>
                  </a:lnTo>
                  <a:lnTo>
                    <a:pt x="797" y="35657"/>
                  </a:lnTo>
                  <a:lnTo>
                    <a:pt x="925" y="35817"/>
                  </a:lnTo>
                  <a:lnTo>
                    <a:pt x="1068" y="35976"/>
                  </a:lnTo>
                  <a:lnTo>
                    <a:pt x="1211" y="36135"/>
                  </a:lnTo>
                  <a:lnTo>
                    <a:pt x="1355" y="36279"/>
                  </a:lnTo>
                  <a:lnTo>
                    <a:pt x="1514" y="36422"/>
                  </a:lnTo>
                  <a:lnTo>
                    <a:pt x="1689" y="36566"/>
                  </a:lnTo>
                  <a:lnTo>
                    <a:pt x="1865" y="36693"/>
                  </a:lnTo>
                  <a:lnTo>
                    <a:pt x="2040" y="36805"/>
                  </a:lnTo>
                  <a:lnTo>
                    <a:pt x="2231" y="36916"/>
                  </a:lnTo>
                  <a:lnTo>
                    <a:pt x="2422" y="37028"/>
                  </a:lnTo>
                  <a:lnTo>
                    <a:pt x="2613" y="37123"/>
                  </a:lnTo>
                  <a:lnTo>
                    <a:pt x="2821" y="37203"/>
                  </a:lnTo>
                  <a:lnTo>
                    <a:pt x="3028" y="37282"/>
                  </a:lnTo>
                  <a:lnTo>
                    <a:pt x="3251" y="37346"/>
                  </a:lnTo>
                  <a:lnTo>
                    <a:pt x="3458" y="37410"/>
                  </a:lnTo>
                  <a:lnTo>
                    <a:pt x="3681" y="37458"/>
                  </a:lnTo>
                  <a:lnTo>
                    <a:pt x="3904" y="37490"/>
                  </a:lnTo>
                  <a:lnTo>
                    <a:pt x="4143" y="37521"/>
                  </a:lnTo>
                  <a:lnTo>
                    <a:pt x="4366" y="37537"/>
                  </a:lnTo>
                  <a:lnTo>
                    <a:pt x="20171" y="37537"/>
                  </a:lnTo>
                  <a:lnTo>
                    <a:pt x="20410" y="37521"/>
                  </a:lnTo>
                  <a:lnTo>
                    <a:pt x="20633" y="37490"/>
                  </a:lnTo>
                  <a:lnTo>
                    <a:pt x="20872" y="37458"/>
                  </a:lnTo>
                  <a:lnTo>
                    <a:pt x="21079" y="37410"/>
                  </a:lnTo>
                  <a:lnTo>
                    <a:pt x="21302" y="37346"/>
                  </a:lnTo>
                  <a:lnTo>
                    <a:pt x="21525" y="37282"/>
                  </a:lnTo>
                  <a:lnTo>
                    <a:pt x="21733" y="37203"/>
                  </a:lnTo>
                  <a:lnTo>
                    <a:pt x="21924" y="37123"/>
                  </a:lnTo>
                  <a:lnTo>
                    <a:pt x="22131" y="37028"/>
                  </a:lnTo>
                  <a:lnTo>
                    <a:pt x="22322" y="36916"/>
                  </a:lnTo>
                  <a:lnTo>
                    <a:pt x="22513" y="36805"/>
                  </a:lnTo>
                  <a:lnTo>
                    <a:pt x="22688" y="36693"/>
                  </a:lnTo>
                  <a:lnTo>
                    <a:pt x="22864" y="36566"/>
                  </a:lnTo>
                  <a:lnTo>
                    <a:pt x="23023" y="36422"/>
                  </a:lnTo>
                  <a:lnTo>
                    <a:pt x="23182" y="36279"/>
                  </a:lnTo>
                  <a:lnTo>
                    <a:pt x="23342" y="36135"/>
                  </a:lnTo>
                  <a:lnTo>
                    <a:pt x="23485" y="35976"/>
                  </a:lnTo>
                  <a:lnTo>
                    <a:pt x="23629" y="35817"/>
                  </a:lnTo>
                  <a:lnTo>
                    <a:pt x="23756" y="35657"/>
                  </a:lnTo>
                  <a:lnTo>
                    <a:pt x="23867" y="35482"/>
                  </a:lnTo>
                  <a:lnTo>
                    <a:pt x="23979" y="35307"/>
                  </a:lnTo>
                  <a:lnTo>
                    <a:pt x="24091" y="35116"/>
                  </a:lnTo>
                  <a:lnTo>
                    <a:pt x="24170" y="34924"/>
                  </a:lnTo>
                  <a:lnTo>
                    <a:pt x="24266" y="34733"/>
                  </a:lnTo>
                  <a:lnTo>
                    <a:pt x="24330" y="34526"/>
                  </a:lnTo>
                  <a:lnTo>
                    <a:pt x="24393" y="34335"/>
                  </a:lnTo>
                  <a:lnTo>
                    <a:pt x="24441" y="34128"/>
                  </a:lnTo>
                  <a:lnTo>
                    <a:pt x="24489" y="33921"/>
                  </a:lnTo>
                  <a:lnTo>
                    <a:pt x="24521" y="33698"/>
                  </a:lnTo>
                  <a:lnTo>
                    <a:pt x="24537" y="33491"/>
                  </a:lnTo>
                  <a:lnTo>
                    <a:pt x="24537" y="33268"/>
                  </a:lnTo>
                  <a:lnTo>
                    <a:pt x="24537" y="4271"/>
                  </a:lnTo>
                  <a:lnTo>
                    <a:pt x="24537" y="4047"/>
                  </a:lnTo>
                  <a:lnTo>
                    <a:pt x="24521" y="3824"/>
                  </a:lnTo>
                  <a:lnTo>
                    <a:pt x="24489" y="3617"/>
                  </a:lnTo>
                  <a:lnTo>
                    <a:pt x="24441" y="3410"/>
                  </a:lnTo>
                  <a:lnTo>
                    <a:pt x="24393" y="3203"/>
                  </a:lnTo>
                  <a:lnTo>
                    <a:pt x="24330" y="2996"/>
                  </a:lnTo>
                  <a:lnTo>
                    <a:pt x="24266" y="2805"/>
                  </a:lnTo>
                  <a:lnTo>
                    <a:pt x="24170" y="2614"/>
                  </a:lnTo>
                  <a:lnTo>
                    <a:pt x="24091" y="2422"/>
                  </a:lnTo>
                  <a:lnTo>
                    <a:pt x="23979" y="2231"/>
                  </a:lnTo>
                  <a:lnTo>
                    <a:pt x="23867" y="2056"/>
                  </a:lnTo>
                  <a:lnTo>
                    <a:pt x="23756" y="1881"/>
                  </a:lnTo>
                  <a:lnTo>
                    <a:pt x="23629" y="1721"/>
                  </a:lnTo>
                  <a:lnTo>
                    <a:pt x="23485" y="1546"/>
                  </a:lnTo>
                  <a:lnTo>
                    <a:pt x="23342" y="1403"/>
                  </a:lnTo>
                  <a:lnTo>
                    <a:pt x="23182" y="1243"/>
                  </a:lnTo>
                  <a:lnTo>
                    <a:pt x="23023" y="1100"/>
                  </a:lnTo>
                  <a:lnTo>
                    <a:pt x="22864" y="972"/>
                  </a:lnTo>
                  <a:lnTo>
                    <a:pt x="22688" y="845"/>
                  </a:lnTo>
                  <a:lnTo>
                    <a:pt x="22513" y="718"/>
                  </a:lnTo>
                  <a:lnTo>
                    <a:pt x="22322" y="606"/>
                  </a:lnTo>
                  <a:lnTo>
                    <a:pt x="22131" y="510"/>
                  </a:lnTo>
                  <a:lnTo>
                    <a:pt x="21924" y="415"/>
                  </a:lnTo>
                  <a:lnTo>
                    <a:pt x="21733" y="335"/>
                  </a:lnTo>
                  <a:lnTo>
                    <a:pt x="21525" y="256"/>
                  </a:lnTo>
                  <a:lnTo>
                    <a:pt x="21302" y="192"/>
                  </a:lnTo>
                  <a:lnTo>
                    <a:pt x="21079" y="128"/>
                  </a:lnTo>
                  <a:lnTo>
                    <a:pt x="20872" y="80"/>
                  </a:lnTo>
                  <a:lnTo>
                    <a:pt x="20633" y="48"/>
                  </a:lnTo>
                  <a:lnTo>
                    <a:pt x="20410" y="17"/>
                  </a:lnTo>
                  <a:lnTo>
                    <a:pt x="20171" y="1"/>
                  </a:lnTo>
                  <a:close/>
                </a:path>
              </a:pathLst>
            </a:custGeom>
            <a:solidFill>
              <a:srgbClr val="FFE1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1"/>
            <p:cNvSpPr/>
            <p:nvPr/>
          </p:nvSpPr>
          <p:spPr>
            <a:xfrm>
              <a:off x="7939763" y="1029500"/>
              <a:ext cx="613425" cy="938450"/>
            </a:xfrm>
            <a:custGeom>
              <a:avLst/>
              <a:gdLst/>
              <a:ahLst/>
              <a:cxnLst/>
              <a:rect l="l" t="t" r="r" b="b"/>
              <a:pathLst>
                <a:path w="24537" h="37538" fill="none" extrusionOk="0">
                  <a:moveTo>
                    <a:pt x="19948" y="1"/>
                  </a:moveTo>
                  <a:lnTo>
                    <a:pt x="4605" y="1"/>
                  </a:lnTo>
                  <a:lnTo>
                    <a:pt x="4605" y="1"/>
                  </a:lnTo>
                  <a:lnTo>
                    <a:pt x="4366" y="1"/>
                  </a:lnTo>
                  <a:lnTo>
                    <a:pt x="4143" y="17"/>
                  </a:lnTo>
                  <a:lnTo>
                    <a:pt x="3904" y="48"/>
                  </a:lnTo>
                  <a:lnTo>
                    <a:pt x="3681" y="80"/>
                  </a:lnTo>
                  <a:lnTo>
                    <a:pt x="3458" y="128"/>
                  </a:lnTo>
                  <a:lnTo>
                    <a:pt x="3251" y="192"/>
                  </a:lnTo>
                  <a:lnTo>
                    <a:pt x="3028" y="256"/>
                  </a:lnTo>
                  <a:lnTo>
                    <a:pt x="2821" y="335"/>
                  </a:lnTo>
                  <a:lnTo>
                    <a:pt x="2613" y="415"/>
                  </a:lnTo>
                  <a:lnTo>
                    <a:pt x="2422" y="510"/>
                  </a:lnTo>
                  <a:lnTo>
                    <a:pt x="2231" y="606"/>
                  </a:lnTo>
                  <a:lnTo>
                    <a:pt x="2040" y="718"/>
                  </a:lnTo>
                  <a:lnTo>
                    <a:pt x="1865" y="845"/>
                  </a:lnTo>
                  <a:lnTo>
                    <a:pt x="1689" y="972"/>
                  </a:lnTo>
                  <a:lnTo>
                    <a:pt x="1514" y="1100"/>
                  </a:lnTo>
                  <a:lnTo>
                    <a:pt x="1355" y="1243"/>
                  </a:lnTo>
                  <a:lnTo>
                    <a:pt x="1211" y="1403"/>
                  </a:lnTo>
                  <a:lnTo>
                    <a:pt x="1068" y="1546"/>
                  </a:lnTo>
                  <a:lnTo>
                    <a:pt x="925" y="1721"/>
                  </a:lnTo>
                  <a:lnTo>
                    <a:pt x="797" y="1881"/>
                  </a:lnTo>
                  <a:lnTo>
                    <a:pt x="670" y="2056"/>
                  </a:lnTo>
                  <a:lnTo>
                    <a:pt x="558" y="2231"/>
                  </a:lnTo>
                  <a:lnTo>
                    <a:pt x="463" y="2422"/>
                  </a:lnTo>
                  <a:lnTo>
                    <a:pt x="367" y="2614"/>
                  </a:lnTo>
                  <a:lnTo>
                    <a:pt x="287" y="2805"/>
                  </a:lnTo>
                  <a:lnTo>
                    <a:pt x="208" y="2996"/>
                  </a:lnTo>
                  <a:lnTo>
                    <a:pt x="160" y="3203"/>
                  </a:lnTo>
                  <a:lnTo>
                    <a:pt x="96" y="3410"/>
                  </a:lnTo>
                  <a:lnTo>
                    <a:pt x="64" y="3617"/>
                  </a:lnTo>
                  <a:lnTo>
                    <a:pt x="32" y="3824"/>
                  </a:lnTo>
                  <a:lnTo>
                    <a:pt x="16" y="4047"/>
                  </a:lnTo>
                  <a:lnTo>
                    <a:pt x="1" y="4271"/>
                  </a:lnTo>
                  <a:lnTo>
                    <a:pt x="1" y="33268"/>
                  </a:lnTo>
                  <a:lnTo>
                    <a:pt x="1" y="33268"/>
                  </a:lnTo>
                  <a:lnTo>
                    <a:pt x="16" y="33491"/>
                  </a:lnTo>
                  <a:lnTo>
                    <a:pt x="32" y="33698"/>
                  </a:lnTo>
                  <a:lnTo>
                    <a:pt x="64" y="33921"/>
                  </a:lnTo>
                  <a:lnTo>
                    <a:pt x="96" y="34128"/>
                  </a:lnTo>
                  <a:lnTo>
                    <a:pt x="160" y="34335"/>
                  </a:lnTo>
                  <a:lnTo>
                    <a:pt x="208" y="34526"/>
                  </a:lnTo>
                  <a:lnTo>
                    <a:pt x="287" y="34733"/>
                  </a:lnTo>
                  <a:lnTo>
                    <a:pt x="367" y="34924"/>
                  </a:lnTo>
                  <a:lnTo>
                    <a:pt x="463" y="35116"/>
                  </a:lnTo>
                  <a:lnTo>
                    <a:pt x="558" y="35307"/>
                  </a:lnTo>
                  <a:lnTo>
                    <a:pt x="670" y="35482"/>
                  </a:lnTo>
                  <a:lnTo>
                    <a:pt x="797" y="35657"/>
                  </a:lnTo>
                  <a:lnTo>
                    <a:pt x="925" y="35817"/>
                  </a:lnTo>
                  <a:lnTo>
                    <a:pt x="1068" y="35976"/>
                  </a:lnTo>
                  <a:lnTo>
                    <a:pt x="1211" y="36135"/>
                  </a:lnTo>
                  <a:lnTo>
                    <a:pt x="1355" y="36279"/>
                  </a:lnTo>
                  <a:lnTo>
                    <a:pt x="1514" y="36422"/>
                  </a:lnTo>
                  <a:lnTo>
                    <a:pt x="1689" y="36566"/>
                  </a:lnTo>
                  <a:lnTo>
                    <a:pt x="1865" y="36693"/>
                  </a:lnTo>
                  <a:lnTo>
                    <a:pt x="2040" y="36805"/>
                  </a:lnTo>
                  <a:lnTo>
                    <a:pt x="2231" y="36916"/>
                  </a:lnTo>
                  <a:lnTo>
                    <a:pt x="2422" y="37028"/>
                  </a:lnTo>
                  <a:lnTo>
                    <a:pt x="2613" y="37123"/>
                  </a:lnTo>
                  <a:lnTo>
                    <a:pt x="2821" y="37203"/>
                  </a:lnTo>
                  <a:lnTo>
                    <a:pt x="3028" y="37282"/>
                  </a:lnTo>
                  <a:lnTo>
                    <a:pt x="3251" y="37346"/>
                  </a:lnTo>
                  <a:lnTo>
                    <a:pt x="3458" y="37410"/>
                  </a:lnTo>
                  <a:lnTo>
                    <a:pt x="3681" y="37458"/>
                  </a:lnTo>
                  <a:lnTo>
                    <a:pt x="3904" y="37490"/>
                  </a:lnTo>
                  <a:lnTo>
                    <a:pt x="4143" y="37521"/>
                  </a:lnTo>
                  <a:lnTo>
                    <a:pt x="4366" y="37537"/>
                  </a:lnTo>
                  <a:lnTo>
                    <a:pt x="4605" y="37537"/>
                  </a:lnTo>
                  <a:lnTo>
                    <a:pt x="19948" y="37537"/>
                  </a:lnTo>
                  <a:lnTo>
                    <a:pt x="19948" y="37537"/>
                  </a:lnTo>
                  <a:lnTo>
                    <a:pt x="20171" y="37537"/>
                  </a:lnTo>
                  <a:lnTo>
                    <a:pt x="20410" y="37521"/>
                  </a:lnTo>
                  <a:lnTo>
                    <a:pt x="20633" y="37490"/>
                  </a:lnTo>
                  <a:lnTo>
                    <a:pt x="20872" y="37458"/>
                  </a:lnTo>
                  <a:lnTo>
                    <a:pt x="21079" y="37410"/>
                  </a:lnTo>
                  <a:lnTo>
                    <a:pt x="21302" y="37346"/>
                  </a:lnTo>
                  <a:lnTo>
                    <a:pt x="21525" y="37282"/>
                  </a:lnTo>
                  <a:lnTo>
                    <a:pt x="21733" y="37203"/>
                  </a:lnTo>
                  <a:lnTo>
                    <a:pt x="21924" y="37123"/>
                  </a:lnTo>
                  <a:lnTo>
                    <a:pt x="22131" y="37028"/>
                  </a:lnTo>
                  <a:lnTo>
                    <a:pt x="22322" y="36916"/>
                  </a:lnTo>
                  <a:lnTo>
                    <a:pt x="22513" y="36805"/>
                  </a:lnTo>
                  <a:lnTo>
                    <a:pt x="22688" y="36693"/>
                  </a:lnTo>
                  <a:lnTo>
                    <a:pt x="22864" y="36566"/>
                  </a:lnTo>
                  <a:lnTo>
                    <a:pt x="23023" y="36422"/>
                  </a:lnTo>
                  <a:lnTo>
                    <a:pt x="23182" y="36279"/>
                  </a:lnTo>
                  <a:lnTo>
                    <a:pt x="23342" y="36135"/>
                  </a:lnTo>
                  <a:lnTo>
                    <a:pt x="23485" y="35976"/>
                  </a:lnTo>
                  <a:lnTo>
                    <a:pt x="23629" y="35817"/>
                  </a:lnTo>
                  <a:lnTo>
                    <a:pt x="23756" y="35657"/>
                  </a:lnTo>
                  <a:lnTo>
                    <a:pt x="23867" y="35482"/>
                  </a:lnTo>
                  <a:lnTo>
                    <a:pt x="23979" y="35307"/>
                  </a:lnTo>
                  <a:lnTo>
                    <a:pt x="24091" y="35116"/>
                  </a:lnTo>
                  <a:lnTo>
                    <a:pt x="24170" y="34924"/>
                  </a:lnTo>
                  <a:lnTo>
                    <a:pt x="24266" y="34733"/>
                  </a:lnTo>
                  <a:lnTo>
                    <a:pt x="24330" y="34526"/>
                  </a:lnTo>
                  <a:lnTo>
                    <a:pt x="24393" y="34335"/>
                  </a:lnTo>
                  <a:lnTo>
                    <a:pt x="24441" y="34128"/>
                  </a:lnTo>
                  <a:lnTo>
                    <a:pt x="24489" y="33921"/>
                  </a:lnTo>
                  <a:lnTo>
                    <a:pt x="24521" y="33698"/>
                  </a:lnTo>
                  <a:lnTo>
                    <a:pt x="24537" y="33491"/>
                  </a:lnTo>
                  <a:lnTo>
                    <a:pt x="24537" y="33268"/>
                  </a:lnTo>
                  <a:lnTo>
                    <a:pt x="24537" y="4271"/>
                  </a:lnTo>
                  <a:lnTo>
                    <a:pt x="24537" y="4271"/>
                  </a:lnTo>
                  <a:lnTo>
                    <a:pt x="24537" y="4047"/>
                  </a:lnTo>
                  <a:lnTo>
                    <a:pt x="24521" y="3824"/>
                  </a:lnTo>
                  <a:lnTo>
                    <a:pt x="24489" y="3617"/>
                  </a:lnTo>
                  <a:lnTo>
                    <a:pt x="24441" y="3410"/>
                  </a:lnTo>
                  <a:lnTo>
                    <a:pt x="24393" y="3203"/>
                  </a:lnTo>
                  <a:lnTo>
                    <a:pt x="24330" y="2996"/>
                  </a:lnTo>
                  <a:lnTo>
                    <a:pt x="24266" y="2805"/>
                  </a:lnTo>
                  <a:lnTo>
                    <a:pt x="24170" y="2614"/>
                  </a:lnTo>
                  <a:lnTo>
                    <a:pt x="24091" y="2422"/>
                  </a:lnTo>
                  <a:lnTo>
                    <a:pt x="23979" y="2231"/>
                  </a:lnTo>
                  <a:lnTo>
                    <a:pt x="23867" y="2056"/>
                  </a:lnTo>
                  <a:lnTo>
                    <a:pt x="23756" y="1881"/>
                  </a:lnTo>
                  <a:lnTo>
                    <a:pt x="23629" y="1721"/>
                  </a:lnTo>
                  <a:lnTo>
                    <a:pt x="23485" y="1546"/>
                  </a:lnTo>
                  <a:lnTo>
                    <a:pt x="23342" y="1403"/>
                  </a:lnTo>
                  <a:lnTo>
                    <a:pt x="23182" y="1243"/>
                  </a:lnTo>
                  <a:lnTo>
                    <a:pt x="23023" y="1100"/>
                  </a:lnTo>
                  <a:lnTo>
                    <a:pt x="22864" y="972"/>
                  </a:lnTo>
                  <a:lnTo>
                    <a:pt x="22688" y="845"/>
                  </a:lnTo>
                  <a:lnTo>
                    <a:pt x="22513" y="718"/>
                  </a:lnTo>
                  <a:lnTo>
                    <a:pt x="22322" y="606"/>
                  </a:lnTo>
                  <a:lnTo>
                    <a:pt x="22131" y="510"/>
                  </a:lnTo>
                  <a:lnTo>
                    <a:pt x="21924" y="415"/>
                  </a:lnTo>
                  <a:lnTo>
                    <a:pt x="21733" y="335"/>
                  </a:lnTo>
                  <a:lnTo>
                    <a:pt x="21525" y="256"/>
                  </a:lnTo>
                  <a:lnTo>
                    <a:pt x="21302" y="192"/>
                  </a:lnTo>
                  <a:lnTo>
                    <a:pt x="21079" y="128"/>
                  </a:lnTo>
                  <a:lnTo>
                    <a:pt x="20872" y="80"/>
                  </a:lnTo>
                  <a:lnTo>
                    <a:pt x="20633" y="48"/>
                  </a:lnTo>
                  <a:lnTo>
                    <a:pt x="20410" y="17"/>
                  </a:lnTo>
                  <a:lnTo>
                    <a:pt x="20171" y="1"/>
                  </a:lnTo>
                  <a:lnTo>
                    <a:pt x="1994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1"/>
            <p:cNvSpPr/>
            <p:nvPr/>
          </p:nvSpPr>
          <p:spPr>
            <a:xfrm>
              <a:off x="8175963" y="2024075"/>
              <a:ext cx="141425" cy="141425"/>
            </a:xfrm>
            <a:custGeom>
              <a:avLst/>
              <a:gdLst/>
              <a:ahLst/>
              <a:cxnLst/>
              <a:rect l="l" t="t" r="r" b="b"/>
              <a:pathLst>
                <a:path w="5657" h="5657" extrusionOk="0">
                  <a:moveTo>
                    <a:pt x="2821" y="1"/>
                  </a:moveTo>
                  <a:lnTo>
                    <a:pt x="2534" y="17"/>
                  </a:lnTo>
                  <a:lnTo>
                    <a:pt x="2263" y="49"/>
                  </a:lnTo>
                  <a:lnTo>
                    <a:pt x="1992" y="128"/>
                  </a:lnTo>
                  <a:lnTo>
                    <a:pt x="1721" y="224"/>
                  </a:lnTo>
                  <a:lnTo>
                    <a:pt x="1482" y="335"/>
                  </a:lnTo>
                  <a:lnTo>
                    <a:pt x="1243" y="479"/>
                  </a:lnTo>
                  <a:lnTo>
                    <a:pt x="1020" y="638"/>
                  </a:lnTo>
                  <a:lnTo>
                    <a:pt x="829" y="829"/>
                  </a:lnTo>
                  <a:lnTo>
                    <a:pt x="638" y="1021"/>
                  </a:lnTo>
                  <a:lnTo>
                    <a:pt x="479" y="1244"/>
                  </a:lnTo>
                  <a:lnTo>
                    <a:pt x="335" y="1483"/>
                  </a:lnTo>
                  <a:lnTo>
                    <a:pt x="224" y="1722"/>
                  </a:lnTo>
                  <a:lnTo>
                    <a:pt x="128" y="1992"/>
                  </a:lnTo>
                  <a:lnTo>
                    <a:pt x="48" y="2263"/>
                  </a:lnTo>
                  <a:lnTo>
                    <a:pt x="16" y="2534"/>
                  </a:lnTo>
                  <a:lnTo>
                    <a:pt x="1" y="2821"/>
                  </a:lnTo>
                  <a:lnTo>
                    <a:pt x="16" y="3108"/>
                  </a:lnTo>
                  <a:lnTo>
                    <a:pt x="48" y="3394"/>
                  </a:lnTo>
                  <a:lnTo>
                    <a:pt x="128" y="3665"/>
                  </a:lnTo>
                  <a:lnTo>
                    <a:pt x="224" y="3920"/>
                  </a:lnTo>
                  <a:lnTo>
                    <a:pt x="335" y="4175"/>
                  </a:lnTo>
                  <a:lnTo>
                    <a:pt x="479" y="4414"/>
                  </a:lnTo>
                  <a:lnTo>
                    <a:pt x="638" y="4621"/>
                  </a:lnTo>
                  <a:lnTo>
                    <a:pt x="829" y="4828"/>
                  </a:lnTo>
                  <a:lnTo>
                    <a:pt x="1020" y="5004"/>
                  </a:lnTo>
                  <a:lnTo>
                    <a:pt x="1243" y="5163"/>
                  </a:lnTo>
                  <a:lnTo>
                    <a:pt x="1482" y="5306"/>
                  </a:lnTo>
                  <a:lnTo>
                    <a:pt x="1721" y="5434"/>
                  </a:lnTo>
                  <a:lnTo>
                    <a:pt x="1992" y="5529"/>
                  </a:lnTo>
                  <a:lnTo>
                    <a:pt x="2263" y="5593"/>
                  </a:lnTo>
                  <a:lnTo>
                    <a:pt x="2534" y="5641"/>
                  </a:lnTo>
                  <a:lnTo>
                    <a:pt x="2821" y="5657"/>
                  </a:lnTo>
                  <a:lnTo>
                    <a:pt x="3107" y="5641"/>
                  </a:lnTo>
                  <a:lnTo>
                    <a:pt x="3394" y="5593"/>
                  </a:lnTo>
                  <a:lnTo>
                    <a:pt x="3665" y="5529"/>
                  </a:lnTo>
                  <a:lnTo>
                    <a:pt x="3920" y="5434"/>
                  </a:lnTo>
                  <a:lnTo>
                    <a:pt x="4175" y="5306"/>
                  </a:lnTo>
                  <a:lnTo>
                    <a:pt x="4414" y="5163"/>
                  </a:lnTo>
                  <a:lnTo>
                    <a:pt x="4621" y="5004"/>
                  </a:lnTo>
                  <a:lnTo>
                    <a:pt x="4828" y="4828"/>
                  </a:lnTo>
                  <a:lnTo>
                    <a:pt x="5003" y="4621"/>
                  </a:lnTo>
                  <a:lnTo>
                    <a:pt x="5163" y="4414"/>
                  </a:lnTo>
                  <a:lnTo>
                    <a:pt x="5306" y="4175"/>
                  </a:lnTo>
                  <a:lnTo>
                    <a:pt x="5434" y="3920"/>
                  </a:lnTo>
                  <a:lnTo>
                    <a:pt x="5529" y="3665"/>
                  </a:lnTo>
                  <a:lnTo>
                    <a:pt x="5593" y="3394"/>
                  </a:lnTo>
                  <a:lnTo>
                    <a:pt x="5641" y="3108"/>
                  </a:lnTo>
                  <a:lnTo>
                    <a:pt x="5657" y="2821"/>
                  </a:lnTo>
                  <a:lnTo>
                    <a:pt x="5641" y="2534"/>
                  </a:lnTo>
                  <a:lnTo>
                    <a:pt x="5593" y="2263"/>
                  </a:lnTo>
                  <a:lnTo>
                    <a:pt x="5529" y="1992"/>
                  </a:lnTo>
                  <a:lnTo>
                    <a:pt x="5434" y="1722"/>
                  </a:lnTo>
                  <a:lnTo>
                    <a:pt x="5306" y="1483"/>
                  </a:lnTo>
                  <a:lnTo>
                    <a:pt x="5163" y="1244"/>
                  </a:lnTo>
                  <a:lnTo>
                    <a:pt x="5003" y="1021"/>
                  </a:lnTo>
                  <a:lnTo>
                    <a:pt x="4828" y="829"/>
                  </a:lnTo>
                  <a:lnTo>
                    <a:pt x="4621" y="638"/>
                  </a:lnTo>
                  <a:lnTo>
                    <a:pt x="4414" y="479"/>
                  </a:lnTo>
                  <a:lnTo>
                    <a:pt x="4175" y="335"/>
                  </a:lnTo>
                  <a:lnTo>
                    <a:pt x="3920" y="224"/>
                  </a:lnTo>
                  <a:lnTo>
                    <a:pt x="3665" y="128"/>
                  </a:lnTo>
                  <a:lnTo>
                    <a:pt x="3394" y="49"/>
                  </a:lnTo>
                  <a:lnTo>
                    <a:pt x="3107" y="17"/>
                  </a:lnTo>
                  <a:lnTo>
                    <a:pt x="282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1"/>
            <p:cNvSpPr/>
            <p:nvPr/>
          </p:nvSpPr>
          <p:spPr>
            <a:xfrm>
              <a:off x="8005888" y="1176875"/>
              <a:ext cx="481575" cy="481575"/>
            </a:xfrm>
            <a:custGeom>
              <a:avLst/>
              <a:gdLst/>
              <a:ahLst/>
              <a:cxnLst/>
              <a:rect l="l" t="t" r="r" b="b"/>
              <a:pathLst>
                <a:path w="19263" h="19263" extrusionOk="0">
                  <a:moveTo>
                    <a:pt x="9624" y="1"/>
                  </a:moveTo>
                  <a:lnTo>
                    <a:pt x="9130" y="17"/>
                  </a:lnTo>
                  <a:lnTo>
                    <a:pt x="8652" y="48"/>
                  </a:lnTo>
                  <a:lnTo>
                    <a:pt x="8158" y="112"/>
                  </a:lnTo>
                  <a:lnTo>
                    <a:pt x="7680" y="192"/>
                  </a:lnTo>
                  <a:lnTo>
                    <a:pt x="7218" y="303"/>
                  </a:lnTo>
                  <a:lnTo>
                    <a:pt x="6772" y="431"/>
                  </a:lnTo>
                  <a:lnTo>
                    <a:pt x="6310" y="590"/>
                  </a:lnTo>
                  <a:lnTo>
                    <a:pt x="5879" y="765"/>
                  </a:lnTo>
                  <a:lnTo>
                    <a:pt x="5449" y="957"/>
                  </a:lnTo>
                  <a:lnTo>
                    <a:pt x="5035" y="1164"/>
                  </a:lnTo>
                  <a:lnTo>
                    <a:pt x="4637" y="1403"/>
                  </a:lnTo>
                  <a:lnTo>
                    <a:pt x="4238" y="1642"/>
                  </a:lnTo>
                  <a:lnTo>
                    <a:pt x="3872" y="1913"/>
                  </a:lnTo>
                  <a:lnTo>
                    <a:pt x="3506" y="2199"/>
                  </a:lnTo>
                  <a:lnTo>
                    <a:pt x="3155" y="2502"/>
                  </a:lnTo>
                  <a:lnTo>
                    <a:pt x="2820" y="2821"/>
                  </a:lnTo>
                  <a:lnTo>
                    <a:pt x="2502" y="3155"/>
                  </a:lnTo>
                  <a:lnTo>
                    <a:pt x="2199" y="3506"/>
                  </a:lnTo>
                  <a:lnTo>
                    <a:pt x="1912" y="3872"/>
                  </a:lnTo>
                  <a:lnTo>
                    <a:pt x="1641" y="4255"/>
                  </a:lnTo>
                  <a:lnTo>
                    <a:pt x="1386" y="4637"/>
                  </a:lnTo>
                  <a:lnTo>
                    <a:pt x="1163" y="5035"/>
                  </a:lnTo>
                  <a:lnTo>
                    <a:pt x="956" y="5450"/>
                  </a:lnTo>
                  <a:lnTo>
                    <a:pt x="749" y="5880"/>
                  </a:lnTo>
                  <a:lnTo>
                    <a:pt x="590" y="6326"/>
                  </a:lnTo>
                  <a:lnTo>
                    <a:pt x="431" y="6772"/>
                  </a:lnTo>
                  <a:lnTo>
                    <a:pt x="303" y="7218"/>
                  </a:lnTo>
                  <a:lnTo>
                    <a:pt x="192" y="7696"/>
                  </a:lnTo>
                  <a:lnTo>
                    <a:pt x="112" y="8158"/>
                  </a:lnTo>
                  <a:lnTo>
                    <a:pt x="48" y="8652"/>
                  </a:lnTo>
                  <a:lnTo>
                    <a:pt x="16" y="9130"/>
                  </a:lnTo>
                  <a:lnTo>
                    <a:pt x="0" y="9624"/>
                  </a:lnTo>
                  <a:lnTo>
                    <a:pt x="16" y="10134"/>
                  </a:lnTo>
                  <a:lnTo>
                    <a:pt x="48" y="10612"/>
                  </a:lnTo>
                  <a:lnTo>
                    <a:pt x="112" y="11106"/>
                  </a:lnTo>
                  <a:lnTo>
                    <a:pt x="192" y="11568"/>
                  </a:lnTo>
                  <a:lnTo>
                    <a:pt x="303" y="12046"/>
                  </a:lnTo>
                  <a:lnTo>
                    <a:pt x="431" y="12492"/>
                  </a:lnTo>
                  <a:lnTo>
                    <a:pt x="590" y="12938"/>
                  </a:lnTo>
                  <a:lnTo>
                    <a:pt x="749" y="13384"/>
                  </a:lnTo>
                  <a:lnTo>
                    <a:pt x="956" y="13814"/>
                  </a:lnTo>
                  <a:lnTo>
                    <a:pt x="1163" y="14228"/>
                  </a:lnTo>
                  <a:lnTo>
                    <a:pt x="1386" y="14627"/>
                  </a:lnTo>
                  <a:lnTo>
                    <a:pt x="1641" y="15009"/>
                  </a:lnTo>
                  <a:lnTo>
                    <a:pt x="1912" y="15391"/>
                  </a:lnTo>
                  <a:lnTo>
                    <a:pt x="2199" y="15758"/>
                  </a:lnTo>
                  <a:lnTo>
                    <a:pt x="2502" y="16108"/>
                  </a:lnTo>
                  <a:lnTo>
                    <a:pt x="2820" y="16443"/>
                  </a:lnTo>
                  <a:lnTo>
                    <a:pt x="3155" y="16762"/>
                  </a:lnTo>
                  <a:lnTo>
                    <a:pt x="3506" y="17064"/>
                  </a:lnTo>
                  <a:lnTo>
                    <a:pt x="3872" y="17351"/>
                  </a:lnTo>
                  <a:lnTo>
                    <a:pt x="4238" y="17622"/>
                  </a:lnTo>
                  <a:lnTo>
                    <a:pt x="4637" y="17861"/>
                  </a:lnTo>
                  <a:lnTo>
                    <a:pt x="5035" y="18100"/>
                  </a:lnTo>
                  <a:lnTo>
                    <a:pt x="5449" y="18307"/>
                  </a:lnTo>
                  <a:lnTo>
                    <a:pt x="5879" y="18498"/>
                  </a:lnTo>
                  <a:lnTo>
                    <a:pt x="6310" y="18673"/>
                  </a:lnTo>
                  <a:lnTo>
                    <a:pt x="6772" y="18833"/>
                  </a:lnTo>
                  <a:lnTo>
                    <a:pt x="7218" y="18960"/>
                  </a:lnTo>
                  <a:lnTo>
                    <a:pt x="7680" y="19072"/>
                  </a:lnTo>
                  <a:lnTo>
                    <a:pt x="8158" y="19151"/>
                  </a:lnTo>
                  <a:lnTo>
                    <a:pt x="8652" y="19215"/>
                  </a:lnTo>
                  <a:lnTo>
                    <a:pt x="9130" y="19247"/>
                  </a:lnTo>
                  <a:lnTo>
                    <a:pt x="9624" y="19263"/>
                  </a:lnTo>
                  <a:lnTo>
                    <a:pt x="10118" y="19247"/>
                  </a:lnTo>
                  <a:lnTo>
                    <a:pt x="10611" y="19215"/>
                  </a:lnTo>
                  <a:lnTo>
                    <a:pt x="11089" y="19151"/>
                  </a:lnTo>
                  <a:lnTo>
                    <a:pt x="11567" y="19072"/>
                  </a:lnTo>
                  <a:lnTo>
                    <a:pt x="12029" y="18960"/>
                  </a:lnTo>
                  <a:lnTo>
                    <a:pt x="12491" y="18833"/>
                  </a:lnTo>
                  <a:lnTo>
                    <a:pt x="12938" y="18673"/>
                  </a:lnTo>
                  <a:lnTo>
                    <a:pt x="13384" y="18498"/>
                  </a:lnTo>
                  <a:lnTo>
                    <a:pt x="13798" y="18307"/>
                  </a:lnTo>
                  <a:lnTo>
                    <a:pt x="14212" y="18100"/>
                  </a:lnTo>
                  <a:lnTo>
                    <a:pt x="14626" y="17861"/>
                  </a:lnTo>
                  <a:lnTo>
                    <a:pt x="15009" y="17622"/>
                  </a:lnTo>
                  <a:lnTo>
                    <a:pt x="15391" y="17351"/>
                  </a:lnTo>
                  <a:lnTo>
                    <a:pt x="15758" y="17064"/>
                  </a:lnTo>
                  <a:lnTo>
                    <a:pt x="16108" y="16762"/>
                  </a:lnTo>
                  <a:lnTo>
                    <a:pt x="16443" y="16443"/>
                  </a:lnTo>
                  <a:lnTo>
                    <a:pt x="16761" y="16108"/>
                  </a:lnTo>
                  <a:lnTo>
                    <a:pt x="17064" y="15758"/>
                  </a:lnTo>
                  <a:lnTo>
                    <a:pt x="17351" y="15391"/>
                  </a:lnTo>
                  <a:lnTo>
                    <a:pt x="17606" y="15009"/>
                  </a:lnTo>
                  <a:lnTo>
                    <a:pt x="17861" y="14627"/>
                  </a:lnTo>
                  <a:lnTo>
                    <a:pt x="18100" y="14228"/>
                  </a:lnTo>
                  <a:lnTo>
                    <a:pt x="18307" y="13814"/>
                  </a:lnTo>
                  <a:lnTo>
                    <a:pt x="18498" y="13384"/>
                  </a:lnTo>
                  <a:lnTo>
                    <a:pt x="18673" y="12938"/>
                  </a:lnTo>
                  <a:lnTo>
                    <a:pt x="18833" y="12492"/>
                  </a:lnTo>
                  <a:lnTo>
                    <a:pt x="18960" y="12046"/>
                  </a:lnTo>
                  <a:lnTo>
                    <a:pt x="19056" y="11568"/>
                  </a:lnTo>
                  <a:lnTo>
                    <a:pt x="19151" y="11106"/>
                  </a:lnTo>
                  <a:lnTo>
                    <a:pt x="19215" y="10612"/>
                  </a:lnTo>
                  <a:lnTo>
                    <a:pt x="19247" y="10134"/>
                  </a:lnTo>
                  <a:lnTo>
                    <a:pt x="19263" y="9624"/>
                  </a:lnTo>
                  <a:lnTo>
                    <a:pt x="19247" y="9130"/>
                  </a:lnTo>
                  <a:lnTo>
                    <a:pt x="19215" y="8652"/>
                  </a:lnTo>
                  <a:lnTo>
                    <a:pt x="19151" y="8158"/>
                  </a:lnTo>
                  <a:lnTo>
                    <a:pt x="19056" y="7696"/>
                  </a:lnTo>
                  <a:lnTo>
                    <a:pt x="18960" y="7218"/>
                  </a:lnTo>
                  <a:lnTo>
                    <a:pt x="18833" y="6772"/>
                  </a:lnTo>
                  <a:lnTo>
                    <a:pt x="18673" y="6326"/>
                  </a:lnTo>
                  <a:lnTo>
                    <a:pt x="18498" y="5880"/>
                  </a:lnTo>
                  <a:lnTo>
                    <a:pt x="18307" y="5450"/>
                  </a:lnTo>
                  <a:lnTo>
                    <a:pt x="18100" y="5035"/>
                  </a:lnTo>
                  <a:lnTo>
                    <a:pt x="17861" y="4637"/>
                  </a:lnTo>
                  <a:lnTo>
                    <a:pt x="17606" y="4255"/>
                  </a:lnTo>
                  <a:lnTo>
                    <a:pt x="17351" y="3872"/>
                  </a:lnTo>
                  <a:lnTo>
                    <a:pt x="17064" y="3506"/>
                  </a:lnTo>
                  <a:lnTo>
                    <a:pt x="16761" y="3155"/>
                  </a:lnTo>
                  <a:lnTo>
                    <a:pt x="16443" y="2821"/>
                  </a:lnTo>
                  <a:lnTo>
                    <a:pt x="16108" y="2502"/>
                  </a:lnTo>
                  <a:lnTo>
                    <a:pt x="15758" y="2199"/>
                  </a:lnTo>
                  <a:lnTo>
                    <a:pt x="15391" y="1913"/>
                  </a:lnTo>
                  <a:lnTo>
                    <a:pt x="15009" y="1642"/>
                  </a:lnTo>
                  <a:lnTo>
                    <a:pt x="14626" y="1403"/>
                  </a:lnTo>
                  <a:lnTo>
                    <a:pt x="14212" y="1164"/>
                  </a:lnTo>
                  <a:lnTo>
                    <a:pt x="13798" y="957"/>
                  </a:lnTo>
                  <a:lnTo>
                    <a:pt x="13384" y="765"/>
                  </a:lnTo>
                  <a:lnTo>
                    <a:pt x="12938" y="590"/>
                  </a:lnTo>
                  <a:lnTo>
                    <a:pt x="12491" y="431"/>
                  </a:lnTo>
                  <a:lnTo>
                    <a:pt x="12029" y="303"/>
                  </a:lnTo>
                  <a:lnTo>
                    <a:pt x="11567" y="192"/>
                  </a:lnTo>
                  <a:lnTo>
                    <a:pt x="11089" y="112"/>
                  </a:lnTo>
                  <a:lnTo>
                    <a:pt x="10611" y="48"/>
                  </a:lnTo>
                  <a:lnTo>
                    <a:pt x="10118" y="17"/>
                  </a:lnTo>
                  <a:lnTo>
                    <a:pt x="962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96" name="Google Shape;1696;p31"/>
            <p:cNvGrpSpPr/>
            <p:nvPr/>
          </p:nvGrpSpPr>
          <p:grpSpPr>
            <a:xfrm>
              <a:off x="8071613" y="1357700"/>
              <a:ext cx="349725" cy="119925"/>
              <a:chOff x="8071613" y="1357700"/>
              <a:chExt cx="349725" cy="119925"/>
            </a:xfrm>
          </p:grpSpPr>
          <p:sp>
            <p:nvSpPr>
              <p:cNvPr id="1697" name="Google Shape;1697;p31"/>
              <p:cNvSpPr/>
              <p:nvPr/>
            </p:nvSpPr>
            <p:spPr>
              <a:xfrm>
                <a:off x="8071613" y="1357700"/>
                <a:ext cx="92025" cy="119925"/>
              </a:xfrm>
              <a:custGeom>
                <a:avLst/>
                <a:gdLst/>
                <a:ahLst/>
                <a:cxnLst/>
                <a:rect l="l" t="t" r="r" b="b"/>
                <a:pathLst>
                  <a:path w="3681" h="4797" extrusionOk="0">
                    <a:moveTo>
                      <a:pt x="383" y="1"/>
                    </a:moveTo>
                    <a:lnTo>
                      <a:pt x="303" y="17"/>
                    </a:lnTo>
                    <a:lnTo>
                      <a:pt x="239" y="33"/>
                    </a:lnTo>
                    <a:lnTo>
                      <a:pt x="175" y="65"/>
                    </a:lnTo>
                    <a:lnTo>
                      <a:pt x="112" y="112"/>
                    </a:lnTo>
                    <a:lnTo>
                      <a:pt x="64" y="160"/>
                    </a:lnTo>
                    <a:lnTo>
                      <a:pt x="32" y="224"/>
                    </a:lnTo>
                    <a:lnTo>
                      <a:pt x="16" y="304"/>
                    </a:lnTo>
                    <a:lnTo>
                      <a:pt x="0" y="383"/>
                    </a:lnTo>
                    <a:lnTo>
                      <a:pt x="16" y="447"/>
                    </a:lnTo>
                    <a:lnTo>
                      <a:pt x="32" y="527"/>
                    </a:lnTo>
                    <a:lnTo>
                      <a:pt x="64" y="590"/>
                    </a:lnTo>
                    <a:lnTo>
                      <a:pt x="112" y="654"/>
                    </a:lnTo>
                    <a:lnTo>
                      <a:pt x="175" y="702"/>
                    </a:lnTo>
                    <a:lnTo>
                      <a:pt x="239" y="734"/>
                    </a:lnTo>
                    <a:lnTo>
                      <a:pt x="303" y="750"/>
                    </a:lnTo>
                    <a:lnTo>
                      <a:pt x="383" y="766"/>
                    </a:lnTo>
                    <a:lnTo>
                      <a:pt x="1466" y="766"/>
                    </a:lnTo>
                    <a:lnTo>
                      <a:pt x="1466" y="4414"/>
                    </a:lnTo>
                    <a:lnTo>
                      <a:pt x="1466" y="4494"/>
                    </a:lnTo>
                    <a:lnTo>
                      <a:pt x="1498" y="4574"/>
                    </a:lnTo>
                    <a:lnTo>
                      <a:pt x="1530" y="4637"/>
                    </a:lnTo>
                    <a:lnTo>
                      <a:pt x="1578" y="4685"/>
                    </a:lnTo>
                    <a:lnTo>
                      <a:pt x="1625" y="4733"/>
                    </a:lnTo>
                    <a:lnTo>
                      <a:pt x="1689" y="4765"/>
                    </a:lnTo>
                    <a:lnTo>
                      <a:pt x="1769" y="4781"/>
                    </a:lnTo>
                    <a:lnTo>
                      <a:pt x="1832" y="4797"/>
                    </a:lnTo>
                    <a:lnTo>
                      <a:pt x="1912" y="4781"/>
                    </a:lnTo>
                    <a:lnTo>
                      <a:pt x="1992" y="4765"/>
                    </a:lnTo>
                    <a:lnTo>
                      <a:pt x="2056" y="4733"/>
                    </a:lnTo>
                    <a:lnTo>
                      <a:pt x="2103" y="4685"/>
                    </a:lnTo>
                    <a:lnTo>
                      <a:pt x="2151" y="4637"/>
                    </a:lnTo>
                    <a:lnTo>
                      <a:pt x="2183" y="4574"/>
                    </a:lnTo>
                    <a:lnTo>
                      <a:pt x="2215" y="4494"/>
                    </a:lnTo>
                    <a:lnTo>
                      <a:pt x="2215" y="4414"/>
                    </a:lnTo>
                    <a:lnTo>
                      <a:pt x="2215" y="766"/>
                    </a:lnTo>
                    <a:lnTo>
                      <a:pt x="3298" y="766"/>
                    </a:lnTo>
                    <a:lnTo>
                      <a:pt x="3378" y="750"/>
                    </a:lnTo>
                    <a:lnTo>
                      <a:pt x="3442" y="734"/>
                    </a:lnTo>
                    <a:lnTo>
                      <a:pt x="3505" y="702"/>
                    </a:lnTo>
                    <a:lnTo>
                      <a:pt x="3569" y="654"/>
                    </a:lnTo>
                    <a:lnTo>
                      <a:pt x="3617" y="590"/>
                    </a:lnTo>
                    <a:lnTo>
                      <a:pt x="3649" y="527"/>
                    </a:lnTo>
                    <a:lnTo>
                      <a:pt x="3665" y="447"/>
                    </a:lnTo>
                    <a:lnTo>
                      <a:pt x="3681" y="383"/>
                    </a:lnTo>
                    <a:lnTo>
                      <a:pt x="3665" y="304"/>
                    </a:lnTo>
                    <a:lnTo>
                      <a:pt x="3649" y="224"/>
                    </a:lnTo>
                    <a:lnTo>
                      <a:pt x="3617" y="160"/>
                    </a:lnTo>
                    <a:lnTo>
                      <a:pt x="3569" y="112"/>
                    </a:lnTo>
                    <a:lnTo>
                      <a:pt x="3505" y="65"/>
                    </a:lnTo>
                    <a:lnTo>
                      <a:pt x="3442" y="33"/>
                    </a:lnTo>
                    <a:lnTo>
                      <a:pt x="3378" y="17"/>
                    </a:lnTo>
                    <a:lnTo>
                      <a:pt x="32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1"/>
              <p:cNvSpPr/>
              <p:nvPr/>
            </p:nvSpPr>
            <p:spPr>
              <a:xfrm>
                <a:off x="8168388" y="1358100"/>
                <a:ext cx="94825" cy="119525"/>
              </a:xfrm>
              <a:custGeom>
                <a:avLst/>
                <a:gdLst/>
                <a:ahLst/>
                <a:cxnLst/>
                <a:rect l="l" t="t" r="r" b="b"/>
                <a:pathLst>
                  <a:path w="3793" h="4781" extrusionOk="0">
                    <a:moveTo>
                      <a:pt x="1897" y="1419"/>
                    </a:moveTo>
                    <a:lnTo>
                      <a:pt x="2454" y="2901"/>
                    </a:lnTo>
                    <a:lnTo>
                      <a:pt x="1339" y="2901"/>
                    </a:lnTo>
                    <a:lnTo>
                      <a:pt x="1897" y="1419"/>
                    </a:lnTo>
                    <a:close/>
                    <a:moveTo>
                      <a:pt x="1785" y="1"/>
                    </a:moveTo>
                    <a:lnTo>
                      <a:pt x="1690" y="49"/>
                    </a:lnTo>
                    <a:lnTo>
                      <a:pt x="1594" y="128"/>
                    </a:lnTo>
                    <a:lnTo>
                      <a:pt x="1530" y="240"/>
                    </a:lnTo>
                    <a:lnTo>
                      <a:pt x="17" y="4271"/>
                    </a:lnTo>
                    <a:lnTo>
                      <a:pt x="1" y="4334"/>
                    </a:lnTo>
                    <a:lnTo>
                      <a:pt x="1" y="4414"/>
                    </a:lnTo>
                    <a:lnTo>
                      <a:pt x="17" y="4494"/>
                    </a:lnTo>
                    <a:lnTo>
                      <a:pt x="33" y="4558"/>
                    </a:lnTo>
                    <a:lnTo>
                      <a:pt x="65" y="4621"/>
                    </a:lnTo>
                    <a:lnTo>
                      <a:pt x="128" y="4669"/>
                    </a:lnTo>
                    <a:lnTo>
                      <a:pt x="176" y="4717"/>
                    </a:lnTo>
                    <a:lnTo>
                      <a:pt x="256" y="4765"/>
                    </a:lnTo>
                    <a:lnTo>
                      <a:pt x="319" y="4781"/>
                    </a:lnTo>
                    <a:lnTo>
                      <a:pt x="383" y="4781"/>
                    </a:lnTo>
                    <a:lnTo>
                      <a:pt x="495" y="4765"/>
                    </a:lnTo>
                    <a:lnTo>
                      <a:pt x="590" y="4717"/>
                    </a:lnTo>
                    <a:lnTo>
                      <a:pt x="670" y="4637"/>
                    </a:lnTo>
                    <a:lnTo>
                      <a:pt x="734" y="4542"/>
                    </a:lnTo>
                    <a:lnTo>
                      <a:pt x="1068" y="3649"/>
                    </a:lnTo>
                    <a:lnTo>
                      <a:pt x="2741" y="3649"/>
                    </a:lnTo>
                    <a:lnTo>
                      <a:pt x="3076" y="4542"/>
                    </a:lnTo>
                    <a:lnTo>
                      <a:pt x="3092" y="4589"/>
                    </a:lnTo>
                    <a:lnTo>
                      <a:pt x="3124" y="4637"/>
                    </a:lnTo>
                    <a:lnTo>
                      <a:pt x="3203" y="4717"/>
                    </a:lnTo>
                    <a:lnTo>
                      <a:pt x="3315" y="4765"/>
                    </a:lnTo>
                    <a:lnTo>
                      <a:pt x="3426" y="4781"/>
                    </a:lnTo>
                    <a:lnTo>
                      <a:pt x="3490" y="4781"/>
                    </a:lnTo>
                    <a:lnTo>
                      <a:pt x="3554" y="4765"/>
                    </a:lnTo>
                    <a:lnTo>
                      <a:pt x="3618" y="4717"/>
                    </a:lnTo>
                    <a:lnTo>
                      <a:pt x="3681" y="4669"/>
                    </a:lnTo>
                    <a:lnTo>
                      <a:pt x="3729" y="4621"/>
                    </a:lnTo>
                    <a:lnTo>
                      <a:pt x="3761" y="4558"/>
                    </a:lnTo>
                    <a:lnTo>
                      <a:pt x="3793" y="4494"/>
                    </a:lnTo>
                    <a:lnTo>
                      <a:pt x="3793" y="4414"/>
                    </a:lnTo>
                    <a:lnTo>
                      <a:pt x="3793" y="4334"/>
                    </a:lnTo>
                    <a:lnTo>
                      <a:pt x="3777" y="4271"/>
                    </a:lnTo>
                    <a:lnTo>
                      <a:pt x="2263" y="240"/>
                    </a:lnTo>
                    <a:lnTo>
                      <a:pt x="2200" y="128"/>
                    </a:lnTo>
                    <a:lnTo>
                      <a:pt x="2120" y="49"/>
                    </a:lnTo>
                    <a:lnTo>
                      <a:pt x="200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1"/>
              <p:cNvSpPr/>
              <p:nvPr/>
            </p:nvSpPr>
            <p:spPr>
              <a:xfrm>
                <a:off x="8282313" y="1358900"/>
                <a:ext cx="91250" cy="118725"/>
              </a:xfrm>
              <a:custGeom>
                <a:avLst/>
                <a:gdLst/>
                <a:ahLst/>
                <a:cxnLst/>
                <a:rect l="l" t="t" r="r" b="b"/>
                <a:pathLst>
                  <a:path w="3650" h="4749" extrusionOk="0">
                    <a:moveTo>
                      <a:pt x="351" y="1"/>
                    </a:moveTo>
                    <a:lnTo>
                      <a:pt x="287" y="17"/>
                    </a:lnTo>
                    <a:lnTo>
                      <a:pt x="208" y="49"/>
                    </a:lnTo>
                    <a:lnTo>
                      <a:pt x="144" y="80"/>
                    </a:lnTo>
                    <a:lnTo>
                      <a:pt x="96" y="128"/>
                    </a:lnTo>
                    <a:lnTo>
                      <a:pt x="48" y="192"/>
                    </a:lnTo>
                    <a:lnTo>
                      <a:pt x="16" y="256"/>
                    </a:lnTo>
                    <a:lnTo>
                      <a:pt x="1" y="319"/>
                    </a:lnTo>
                    <a:lnTo>
                      <a:pt x="1" y="399"/>
                    </a:lnTo>
                    <a:lnTo>
                      <a:pt x="1" y="463"/>
                    </a:lnTo>
                    <a:lnTo>
                      <a:pt x="32" y="542"/>
                    </a:lnTo>
                    <a:lnTo>
                      <a:pt x="64" y="606"/>
                    </a:lnTo>
                    <a:lnTo>
                      <a:pt x="1355" y="2375"/>
                    </a:lnTo>
                    <a:lnTo>
                      <a:pt x="64" y="4143"/>
                    </a:lnTo>
                    <a:lnTo>
                      <a:pt x="32" y="4223"/>
                    </a:lnTo>
                    <a:lnTo>
                      <a:pt x="1" y="4287"/>
                    </a:lnTo>
                    <a:lnTo>
                      <a:pt x="1" y="4350"/>
                    </a:lnTo>
                    <a:lnTo>
                      <a:pt x="1" y="4430"/>
                    </a:lnTo>
                    <a:lnTo>
                      <a:pt x="16" y="4494"/>
                    </a:lnTo>
                    <a:lnTo>
                      <a:pt x="48" y="4557"/>
                    </a:lnTo>
                    <a:lnTo>
                      <a:pt x="96" y="4621"/>
                    </a:lnTo>
                    <a:lnTo>
                      <a:pt x="144" y="4669"/>
                    </a:lnTo>
                    <a:lnTo>
                      <a:pt x="192" y="4701"/>
                    </a:lnTo>
                    <a:lnTo>
                      <a:pt x="255" y="4733"/>
                    </a:lnTo>
                    <a:lnTo>
                      <a:pt x="303" y="4749"/>
                    </a:lnTo>
                    <a:lnTo>
                      <a:pt x="367" y="4749"/>
                    </a:lnTo>
                    <a:lnTo>
                      <a:pt x="463" y="4733"/>
                    </a:lnTo>
                    <a:lnTo>
                      <a:pt x="542" y="4701"/>
                    </a:lnTo>
                    <a:lnTo>
                      <a:pt x="606" y="4653"/>
                    </a:lnTo>
                    <a:lnTo>
                      <a:pt x="670" y="4589"/>
                    </a:lnTo>
                    <a:lnTo>
                      <a:pt x="1833" y="3012"/>
                    </a:lnTo>
                    <a:lnTo>
                      <a:pt x="2980" y="4589"/>
                    </a:lnTo>
                    <a:lnTo>
                      <a:pt x="3044" y="4653"/>
                    </a:lnTo>
                    <a:lnTo>
                      <a:pt x="3107" y="4701"/>
                    </a:lnTo>
                    <a:lnTo>
                      <a:pt x="3203" y="4733"/>
                    </a:lnTo>
                    <a:lnTo>
                      <a:pt x="3283" y="4749"/>
                    </a:lnTo>
                    <a:lnTo>
                      <a:pt x="3346" y="4749"/>
                    </a:lnTo>
                    <a:lnTo>
                      <a:pt x="3394" y="4733"/>
                    </a:lnTo>
                    <a:lnTo>
                      <a:pt x="3506" y="4669"/>
                    </a:lnTo>
                    <a:lnTo>
                      <a:pt x="3569" y="4621"/>
                    </a:lnTo>
                    <a:lnTo>
                      <a:pt x="3601" y="4557"/>
                    </a:lnTo>
                    <a:lnTo>
                      <a:pt x="3633" y="4494"/>
                    </a:lnTo>
                    <a:lnTo>
                      <a:pt x="3649" y="4430"/>
                    </a:lnTo>
                    <a:lnTo>
                      <a:pt x="3649" y="4350"/>
                    </a:lnTo>
                    <a:lnTo>
                      <a:pt x="3649" y="4287"/>
                    </a:lnTo>
                    <a:lnTo>
                      <a:pt x="3617" y="4223"/>
                    </a:lnTo>
                    <a:lnTo>
                      <a:pt x="3585" y="4143"/>
                    </a:lnTo>
                    <a:lnTo>
                      <a:pt x="2279" y="2375"/>
                    </a:lnTo>
                    <a:lnTo>
                      <a:pt x="3585" y="606"/>
                    </a:lnTo>
                    <a:lnTo>
                      <a:pt x="3617" y="542"/>
                    </a:lnTo>
                    <a:lnTo>
                      <a:pt x="3649" y="463"/>
                    </a:lnTo>
                    <a:lnTo>
                      <a:pt x="3649" y="399"/>
                    </a:lnTo>
                    <a:lnTo>
                      <a:pt x="3649" y="319"/>
                    </a:lnTo>
                    <a:lnTo>
                      <a:pt x="3633" y="256"/>
                    </a:lnTo>
                    <a:lnTo>
                      <a:pt x="3601" y="192"/>
                    </a:lnTo>
                    <a:lnTo>
                      <a:pt x="3569" y="128"/>
                    </a:lnTo>
                    <a:lnTo>
                      <a:pt x="3506" y="80"/>
                    </a:lnTo>
                    <a:lnTo>
                      <a:pt x="3442" y="49"/>
                    </a:lnTo>
                    <a:lnTo>
                      <a:pt x="3362" y="17"/>
                    </a:lnTo>
                    <a:lnTo>
                      <a:pt x="3299" y="1"/>
                    </a:lnTo>
                    <a:lnTo>
                      <a:pt x="3219" y="17"/>
                    </a:lnTo>
                    <a:lnTo>
                      <a:pt x="3155" y="33"/>
                    </a:lnTo>
                    <a:lnTo>
                      <a:pt x="3091" y="64"/>
                    </a:lnTo>
                    <a:lnTo>
                      <a:pt x="3028" y="112"/>
                    </a:lnTo>
                    <a:lnTo>
                      <a:pt x="2980" y="160"/>
                    </a:lnTo>
                    <a:lnTo>
                      <a:pt x="1833" y="1737"/>
                    </a:lnTo>
                    <a:lnTo>
                      <a:pt x="670" y="160"/>
                    </a:lnTo>
                    <a:lnTo>
                      <a:pt x="622" y="112"/>
                    </a:lnTo>
                    <a:lnTo>
                      <a:pt x="558" y="64"/>
                    </a:lnTo>
                    <a:lnTo>
                      <a:pt x="494" y="33"/>
                    </a:lnTo>
                    <a:lnTo>
                      <a:pt x="431" y="17"/>
                    </a:lnTo>
                    <a:lnTo>
                      <a:pt x="3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1"/>
              <p:cNvSpPr/>
              <p:nvPr/>
            </p:nvSpPr>
            <p:spPr>
              <a:xfrm>
                <a:off x="8402613" y="1357700"/>
                <a:ext cx="18725" cy="119925"/>
              </a:xfrm>
              <a:custGeom>
                <a:avLst/>
                <a:gdLst/>
                <a:ahLst/>
                <a:cxnLst/>
                <a:rect l="l" t="t" r="r" b="b"/>
                <a:pathLst>
                  <a:path w="749" h="4797" extrusionOk="0">
                    <a:moveTo>
                      <a:pt x="367" y="1"/>
                    </a:moveTo>
                    <a:lnTo>
                      <a:pt x="287" y="17"/>
                    </a:lnTo>
                    <a:lnTo>
                      <a:pt x="223" y="33"/>
                    </a:lnTo>
                    <a:lnTo>
                      <a:pt x="159" y="65"/>
                    </a:lnTo>
                    <a:lnTo>
                      <a:pt x="112" y="112"/>
                    </a:lnTo>
                    <a:lnTo>
                      <a:pt x="64" y="160"/>
                    </a:lnTo>
                    <a:lnTo>
                      <a:pt x="32" y="224"/>
                    </a:lnTo>
                    <a:lnTo>
                      <a:pt x="0" y="304"/>
                    </a:lnTo>
                    <a:lnTo>
                      <a:pt x="0" y="383"/>
                    </a:lnTo>
                    <a:lnTo>
                      <a:pt x="0" y="4414"/>
                    </a:lnTo>
                    <a:lnTo>
                      <a:pt x="0" y="4494"/>
                    </a:lnTo>
                    <a:lnTo>
                      <a:pt x="32" y="4574"/>
                    </a:lnTo>
                    <a:lnTo>
                      <a:pt x="64" y="4637"/>
                    </a:lnTo>
                    <a:lnTo>
                      <a:pt x="112" y="4685"/>
                    </a:lnTo>
                    <a:lnTo>
                      <a:pt x="159" y="4733"/>
                    </a:lnTo>
                    <a:lnTo>
                      <a:pt x="223" y="4765"/>
                    </a:lnTo>
                    <a:lnTo>
                      <a:pt x="287" y="4781"/>
                    </a:lnTo>
                    <a:lnTo>
                      <a:pt x="367" y="4797"/>
                    </a:lnTo>
                    <a:lnTo>
                      <a:pt x="446" y="4781"/>
                    </a:lnTo>
                    <a:lnTo>
                      <a:pt x="526" y="4765"/>
                    </a:lnTo>
                    <a:lnTo>
                      <a:pt x="590" y="4733"/>
                    </a:lnTo>
                    <a:lnTo>
                      <a:pt x="637" y="4685"/>
                    </a:lnTo>
                    <a:lnTo>
                      <a:pt x="685" y="4637"/>
                    </a:lnTo>
                    <a:lnTo>
                      <a:pt x="717" y="4574"/>
                    </a:lnTo>
                    <a:lnTo>
                      <a:pt x="749" y="4494"/>
                    </a:lnTo>
                    <a:lnTo>
                      <a:pt x="749" y="4414"/>
                    </a:lnTo>
                    <a:lnTo>
                      <a:pt x="749" y="383"/>
                    </a:lnTo>
                    <a:lnTo>
                      <a:pt x="749" y="304"/>
                    </a:lnTo>
                    <a:lnTo>
                      <a:pt x="717" y="224"/>
                    </a:lnTo>
                    <a:lnTo>
                      <a:pt x="685" y="160"/>
                    </a:lnTo>
                    <a:lnTo>
                      <a:pt x="637" y="112"/>
                    </a:lnTo>
                    <a:lnTo>
                      <a:pt x="590" y="65"/>
                    </a:lnTo>
                    <a:lnTo>
                      <a:pt x="526" y="33"/>
                    </a:lnTo>
                    <a:lnTo>
                      <a:pt x="446" y="17"/>
                    </a:lnTo>
                    <a:lnTo>
                      <a:pt x="36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01" name="Google Shape;1701;p31"/>
          <p:cNvGrpSpPr/>
          <p:nvPr/>
        </p:nvGrpSpPr>
        <p:grpSpPr>
          <a:xfrm>
            <a:off x="7875732" y="1142472"/>
            <a:ext cx="609632" cy="581956"/>
            <a:chOff x="7667725" y="2795775"/>
            <a:chExt cx="1181000" cy="1123250"/>
          </a:xfrm>
        </p:grpSpPr>
        <p:sp>
          <p:nvSpPr>
            <p:cNvPr id="1702" name="Google Shape;1702;p31"/>
            <p:cNvSpPr/>
            <p:nvPr/>
          </p:nvSpPr>
          <p:spPr>
            <a:xfrm>
              <a:off x="8061250" y="3040725"/>
              <a:ext cx="393550" cy="878300"/>
            </a:xfrm>
            <a:custGeom>
              <a:avLst/>
              <a:gdLst/>
              <a:ahLst/>
              <a:cxnLst/>
              <a:rect l="l" t="t" r="r" b="b"/>
              <a:pathLst>
                <a:path w="15742" h="35132" extrusionOk="0">
                  <a:moveTo>
                    <a:pt x="0" y="1"/>
                  </a:moveTo>
                  <a:lnTo>
                    <a:pt x="0" y="29842"/>
                  </a:lnTo>
                  <a:lnTo>
                    <a:pt x="15742" y="35132"/>
                  </a:lnTo>
                  <a:lnTo>
                    <a:pt x="15742" y="4940"/>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1"/>
            <p:cNvSpPr/>
            <p:nvPr/>
          </p:nvSpPr>
          <p:spPr>
            <a:xfrm>
              <a:off x="7667725" y="3040725"/>
              <a:ext cx="393950" cy="878300"/>
            </a:xfrm>
            <a:custGeom>
              <a:avLst/>
              <a:gdLst/>
              <a:ahLst/>
              <a:cxnLst/>
              <a:rect l="l" t="t" r="r" b="b"/>
              <a:pathLst>
                <a:path w="15758" h="35132" extrusionOk="0">
                  <a:moveTo>
                    <a:pt x="15757" y="1"/>
                  </a:moveTo>
                  <a:lnTo>
                    <a:pt x="0" y="4940"/>
                  </a:lnTo>
                  <a:lnTo>
                    <a:pt x="0" y="35132"/>
                  </a:lnTo>
                  <a:lnTo>
                    <a:pt x="15757" y="29842"/>
                  </a:lnTo>
                  <a:lnTo>
                    <a:pt x="157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1"/>
            <p:cNvSpPr/>
            <p:nvPr/>
          </p:nvSpPr>
          <p:spPr>
            <a:xfrm>
              <a:off x="8454775" y="3040725"/>
              <a:ext cx="393950" cy="878300"/>
            </a:xfrm>
            <a:custGeom>
              <a:avLst/>
              <a:gdLst/>
              <a:ahLst/>
              <a:cxnLst/>
              <a:rect l="l" t="t" r="r" b="b"/>
              <a:pathLst>
                <a:path w="15758" h="35132" extrusionOk="0">
                  <a:moveTo>
                    <a:pt x="15758" y="1"/>
                  </a:moveTo>
                  <a:lnTo>
                    <a:pt x="1" y="4940"/>
                  </a:lnTo>
                  <a:lnTo>
                    <a:pt x="1" y="35132"/>
                  </a:lnTo>
                  <a:lnTo>
                    <a:pt x="15758" y="29842"/>
                  </a:lnTo>
                  <a:lnTo>
                    <a:pt x="157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1"/>
            <p:cNvSpPr/>
            <p:nvPr/>
          </p:nvSpPr>
          <p:spPr>
            <a:xfrm>
              <a:off x="7972025" y="2795775"/>
              <a:ext cx="548900" cy="689500"/>
            </a:xfrm>
            <a:custGeom>
              <a:avLst/>
              <a:gdLst/>
              <a:ahLst/>
              <a:cxnLst/>
              <a:rect l="l" t="t" r="r" b="b"/>
              <a:pathLst>
                <a:path w="21956" h="27580" extrusionOk="0">
                  <a:moveTo>
                    <a:pt x="10978" y="0"/>
                  </a:moveTo>
                  <a:lnTo>
                    <a:pt x="10404" y="16"/>
                  </a:lnTo>
                  <a:lnTo>
                    <a:pt x="9847" y="48"/>
                  </a:lnTo>
                  <a:lnTo>
                    <a:pt x="9305" y="128"/>
                  </a:lnTo>
                  <a:lnTo>
                    <a:pt x="8763" y="224"/>
                  </a:lnTo>
                  <a:lnTo>
                    <a:pt x="8238" y="351"/>
                  </a:lnTo>
                  <a:lnTo>
                    <a:pt x="7712" y="494"/>
                  </a:lnTo>
                  <a:lnTo>
                    <a:pt x="7202" y="670"/>
                  </a:lnTo>
                  <a:lnTo>
                    <a:pt x="6692" y="861"/>
                  </a:lnTo>
                  <a:lnTo>
                    <a:pt x="6214" y="1084"/>
                  </a:lnTo>
                  <a:lnTo>
                    <a:pt x="5736" y="1323"/>
                  </a:lnTo>
                  <a:lnTo>
                    <a:pt x="5274" y="1594"/>
                  </a:lnTo>
                  <a:lnTo>
                    <a:pt x="4828" y="1881"/>
                  </a:lnTo>
                  <a:lnTo>
                    <a:pt x="4398" y="2183"/>
                  </a:lnTo>
                  <a:lnTo>
                    <a:pt x="3984" y="2502"/>
                  </a:lnTo>
                  <a:lnTo>
                    <a:pt x="3585" y="2852"/>
                  </a:lnTo>
                  <a:lnTo>
                    <a:pt x="3203" y="3219"/>
                  </a:lnTo>
                  <a:lnTo>
                    <a:pt x="2852" y="3601"/>
                  </a:lnTo>
                  <a:lnTo>
                    <a:pt x="2502" y="4000"/>
                  </a:lnTo>
                  <a:lnTo>
                    <a:pt x="2167" y="4414"/>
                  </a:lnTo>
                  <a:lnTo>
                    <a:pt x="1865" y="4844"/>
                  </a:lnTo>
                  <a:lnTo>
                    <a:pt x="1578" y="5290"/>
                  </a:lnTo>
                  <a:lnTo>
                    <a:pt x="1323" y="5752"/>
                  </a:lnTo>
                  <a:lnTo>
                    <a:pt x="1084" y="6214"/>
                  </a:lnTo>
                  <a:lnTo>
                    <a:pt x="861" y="6708"/>
                  </a:lnTo>
                  <a:lnTo>
                    <a:pt x="654" y="7202"/>
                  </a:lnTo>
                  <a:lnTo>
                    <a:pt x="494" y="7712"/>
                  </a:lnTo>
                  <a:lnTo>
                    <a:pt x="335" y="8238"/>
                  </a:lnTo>
                  <a:lnTo>
                    <a:pt x="224" y="8763"/>
                  </a:lnTo>
                  <a:lnTo>
                    <a:pt x="112" y="9305"/>
                  </a:lnTo>
                  <a:lnTo>
                    <a:pt x="48" y="9863"/>
                  </a:lnTo>
                  <a:lnTo>
                    <a:pt x="1" y="10420"/>
                  </a:lnTo>
                  <a:lnTo>
                    <a:pt x="1" y="10978"/>
                  </a:lnTo>
                  <a:lnTo>
                    <a:pt x="1" y="11424"/>
                  </a:lnTo>
                  <a:lnTo>
                    <a:pt x="32" y="11854"/>
                  </a:lnTo>
                  <a:lnTo>
                    <a:pt x="64" y="12284"/>
                  </a:lnTo>
                  <a:lnTo>
                    <a:pt x="128" y="12699"/>
                  </a:lnTo>
                  <a:lnTo>
                    <a:pt x="208" y="13113"/>
                  </a:lnTo>
                  <a:lnTo>
                    <a:pt x="287" y="13527"/>
                  </a:lnTo>
                  <a:lnTo>
                    <a:pt x="399" y="13941"/>
                  </a:lnTo>
                  <a:lnTo>
                    <a:pt x="510" y="14340"/>
                  </a:lnTo>
                  <a:lnTo>
                    <a:pt x="654" y="14738"/>
                  </a:lnTo>
                  <a:lnTo>
                    <a:pt x="797" y="15120"/>
                  </a:lnTo>
                  <a:lnTo>
                    <a:pt x="956" y="15503"/>
                  </a:lnTo>
                  <a:lnTo>
                    <a:pt x="1132" y="15869"/>
                  </a:lnTo>
                  <a:lnTo>
                    <a:pt x="1323" y="16236"/>
                  </a:lnTo>
                  <a:lnTo>
                    <a:pt x="1530" y="16586"/>
                  </a:lnTo>
                  <a:lnTo>
                    <a:pt x="1753" y="16937"/>
                  </a:lnTo>
                  <a:lnTo>
                    <a:pt x="1976" y="17271"/>
                  </a:lnTo>
                  <a:lnTo>
                    <a:pt x="2215" y="17606"/>
                  </a:lnTo>
                  <a:lnTo>
                    <a:pt x="2470" y="17924"/>
                  </a:lnTo>
                  <a:lnTo>
                    <a:pt x="2725" y="18227"/>
                  </a:lnTo>
                  <a:lnTo>
                    <a:pt x="3012" y="18530"/>
                  </a:lnTo>
                  <a:lnTo>
                    <a:pt x="3299" y="18817"/>
                  </a:lnTo>
                  <a:lnTo>
                    <a:pt x="3585" y="19103"/>
                  </a:lnTo>
                  <a:lnTo>
                    <a:pt x="3888" y="19374"/>
                  </a:lnTo>
                  <a:lnTo>
                    <a:pt x="4207" y="19629"/>
                  </a:lnTo>
                  <a:lnTo>
                    <a:pt x="4541" y="19868"/>
                  </a:lnTo>
                  <a:lnTo>
                    <a:pt x="4876" y="20107"/>
                  </a:lnTo>
                  <a:lnTo>
                    <a:pt x="5210" y="20330"/>
                  </a:lnTo>
                  <a:lnTo>
                    <a:pt x="5561" y="20537"/>
                  </a:lnTo>
                  <a:lnTo>
                    <a:pt x="5927" y="20729"/>
                  </a:lnTo>
                  <a:lnTo>
                    <a:pt x="6294" y="20920"/>
                  </a:lnTo>
                  <a:lnTo>
                    <a:pt x="6676" y="21079"/>
                  </a:lnTo>
                  <a:lnTo>
                    <a:pt x="7059" y="21238"/>
                  </a:lnTo>
                  <a:lnTo>
                    <a:pt x="10978" y="27580"/>
                  </a:lnTo>
                  <a:lnTo>
                    <a:pt x="14897" y="21238"/>
                  </a:lnTo>
                  <a:lnTo>
                    <a:pt x="15280" y="21079"/>
                  </a:lnTo>
                  <a:lnTo>
                    <a:pt x="15646" y="20920"/>
                  </a:lnTo>
                  <a:lnTo>
                    <a:pt x="16013" y="20729"/>
                  </a:lnTo>
                  <a:lnTo>
                    <a:pt x="16379" y="20537"/>
                  </a:lnTo>
                  <a:lnTo>
                    <a:pt x="16730" y="20330"/>
                  </a:lnTo>
                  <a:lnTo>
                    <a:pt x="17080" y="20107"/>
                  </a:lnTo>
                  <a:lnTo>
                    <a:pt x="17415" y="19868"/>
                  </a:lnTo>
                  <a:lnTo>
                    <a:pt x="17733" y="19629"/>
                  </a:lnTo>
                  <a:lnTo>
                    <a:pt x="18052" y="19374"/>
                  </a:lnTo>
                  <a:lnTo>
                    <a:pt x="18355" y="19103"/>
                  </a:lnTo>
                  <a:lnTo>
                    <a:pt x="18658" y="18817"/>
                  </a:lnTo>
                  <a:lnTo>
                    <a:pt x="18944" y="18530"/>
                  </a:lnTo>
                  <a:lnTo>
                    <a:pt x="19215" y="18227"/>
                  </a:lnTo>
                  <a:lnTo>
                    <a:pt x="19486" y="17924"/>
                  </a:lnTo>
                  <a:lnTo>
                    <a:pt x="19725" y="17606"/>
                  </a:lnTo>
                  <a:lnTo>
                    <a:pt x="19964" y="17271"/>
                  </a:lnTo>
                  <a:lnTo>
                    <a:pt x="20203" y="16937"/>
                  </a:lnTo>
                  <a:lnTo>
                    <a:pt x="20410" y="16586"/>
                  </a:lnTo>
                  <a:lnTo>
                    <a:pt x="20617" y="16236"/>
                  </a:lnTo>
                  <a:lnTo>
                    <a:pt x="20808" y="15869"/>
                  </a:lnTo>
                  <a:lnTo>
                    <a:pt x="20984" y="15503"/>
                  </a:lnTo>
                  <a:lnTo>
                    <a:pt x="21143" y="15120"/>
                  </a:lnTo>
                  <a:lnTo>
                    <a:pt x="21302" y="14738"/>
                  </a:lnTo>
                  <a:lnTo>
                    <a:pt x="21430" y="14340"/>
                  </a:lnTo>
                  <a:lnTo>
                    <a:pt x="21557" y="13941"/>
                  </a:lnTo>
                  <a:lnTo>
                    <a:pt x="21653" y="13527"/>
                  </a:lnTo>
                  <a:lnTo>
                    <a:pt x="21748" y="13113"/>
                  </a:lnTo>
                  <a:lnTo>
                    <a:pt x="21828" y="12699"/>
                  </a:lnTo>
                  <a:lnTo>
                    <a:pt x="21876" y="12284"/>
                  </a:lnTo>
                  <a:lnTo>
                    <a:pt x="21924" y="11854"/>
                  </a:lnTo>
                  <a:lnTo>
                    <a:pt x="21940" y="11424"/>
                  </a:lnTo>
                  <a:lnTo>
                    <a:pt x="21956" y="10978"/>
                  </a:lnTo>
                  <a:lnTo>
                    <a:pt x="21940" y="10420"/>
                  </a:lnTo>
                  <a:lnTo>
                    <a:pt x="21892" y="9863"/>
                  </a:lnTo>
                  <a:lnTo>
                    <a:pt x="21828" y="9305"/>
                  </a:lnTo>
                  <a:lnTo>
                    <a:pt x="21732" y="8763"/>
                  </a:lnTo>
                  <a:lnTo>
                    <a:pt x="21605" y="8238"/>
                  </a:lnTo>
                  <a:lnTo>
                    <a:pt x="21462" y="7712"/>
                  </a:lnTo>
                  <a:lnTo>
                    <a:pt x="21286" y="7202"/>
                  </a:lnTo>
                  <a:lnTo>
                    <a:pt x="21095" y="6708"/>
                  </a:lnTo>
                  <a:lnTo>
                    <a:pt x="20872" y="6214"/>
                  </a:lnTo>
                  <a:lnTo>
                    <a:pt x="20633" y="5752"/>
                  </a:lnTo>
                  <a:lnTo>
                    <a:pt x="20362" y="5290"/>
                  </a:lnTo>
                  <a:lnTo>
                    <a:pt x="20076" y="4844"/>
                  </a:lnTo>
                  <a:lnTo>
                    <a:pt x="19773" y="4414"/>
                  </a:lnTo>
                  <a:lnTo>
                    <a:pt x="19454" y="4000"/>
                  </a:lnTo>
                  <a:lnTo>
                    <a:pt x="19104" y="3601"/>
                  </a:lnTo>
                  <a:lnTo>
                    <a:pt x="18737" y="3219"/>
                  </a:lnTo>
                  <a:lnTo>
                    <a:pt x="18355" y="2852"/>
                  </a:lnTo>
                  <a:lnTo>
                    <a:pt x="17956" y="2502"/>
                  </a:lnTo>
                  <a:lnTo>
                    <a:pt x="17542" y="2183"/>
                  </a:lnTo>
                  <a:lnTo>
                    <a:pt x="17112" y="1881"/>
                  </a:lnTo>
                  <a:lnTo>
                    <a:pt x="16666" y="1594"/>
                  </a:lnTo>
                  <a:lnTo>
                    <a:pt x="16204" y="1323"/>
                  </a:lnTo>
                  <a:lnTo>
                    <a:pt x="15742" y="1084"/>
                  </a:lnTo>
                  <a:lnTo>
                    <a:pt x="15248" y="861"/>
                  </a:lnTo>
                  <a:lnTo>
                    <a:pt x="14754" y="670"/>
                  </a:lnTo>
                  <a:lnTo>
                    <a:pt x="14244" y="494"/>
                  </a:lnTo>
                  <a:lnTo>
                    <a:pt x="13718" y="351"/>
                  </a:lnTo>
                  <a:lnTo>
                    <a:pt x="13193" y="224"/>
                  </a:lnTo>
                  <a:lnTo>
                    <a:pt x="12651" y="128"/>
                  </a:lnTo>
                  <a:lnTo>
                    <a:pt x="12093" y="48"/>
                  </a:lnTo>
                  <a:lnTo>
                    <a:pt x="11536" y="16"/>
                  </a:lnTo>
                  <a:lnTo>
                    <a:pt x="109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1"/>
            <p:cNvSpPr/>
            <p:nvPr/>
          </p:nvSpPr>
          <p:spPr>
            <a:xfrm>
              <a:off x="8051300" y="2875050"/>
              <a:ext cx="390350" cy="390350"/>
            </a:xfrm>
            <a:custGeom>
              <a:avLst/>
              <a:gdLst/>
              <a:ahLst/>
              <a:cxnLst/>
              <a:rect l="l" t="t" r="r" b="b"/>
              <a:pathLst>
                <a:path w="15614" h="15614" extrusionOk="0">
                  <a:moveTo>
                    <a:pt x="7807" y="0"/>
                  </a:moveTo>
                  <a:lnTo>
                    <a:pt x="7409" y="16"/>
                  </a:lnTo>
                  <a:lnTo>
                    <a:pt x="7010" y="48"/>
                  </a:lnTo>
                  <a:lnTo>
                    <a:pt x="6612" y="96"/>
                  </a:lnTo>
                  <a:lnTo>
                    <a:pt x="6230" y="159"/>
                  </a:lnTo>
                  <a:lnTo>
                    <a:pt x="5847" y="255"/>
                  </a:lnTo>
                  <a:lnTo>
                    <a:pt x="5481" y="351"/>
                  </a:lnTo>
                  <a:lnTo>
                    <a:pt x="5114" y="478"/>
                  </a:lnTo>
                  <a:lnTo>
                    <a:pt x="4764" y="621"/>
                  </a:lnTo>
                  <a:lnTo>
                    <a:pt x="4413" y="781"/>
                  </a:lnTo>
                  <a:lnTo>
                    <a:pt x="4079" y="940"/>
                  </a:lnTo>
                  <a:lnTo>
                    <a:pt x="3760" y="1131"/>
                  </a:lnTo>
                  <a:lnTo>
                    <a:pt x="3442" y="1338"/>
                  </a:lnTo>
                  <a:lnTo>
                    <a:pt x="3139" y="1561"/>
                  </a:lnTo>
                  <a:lnTo>
                    <a:pt x="2836" y="1784"/>
                  </a:lnTo>
                  <a:lnTo>
                    <a:pt x="2549" y="2023"/>
                  </a:lnTo>
                  <a:lnTo>
                    <a:pt x="2278" y="2294"/>
                  </a:lnTo>
                  <a:lnTo>
                    <a:pt x="2024" y="2565"/>
                  </a:lnTo>
                  <a:lnTo>
                    <a:pt x="1785" y="2852"/>
                  </a:lnTo>
                  <a:lnTo>
                    <a:pt x="1546" y="3139"/>
                  </a:lnTo>
                  <a:lnTo>
                    <a:pt x="1338" y="3441"/>
                  </a:lnTo>
                  <a:lnTo>
                    <a:pt x="1131" y="3760"/>
                  </a:lnTo>
                  <a:lnTo>
                    <a:pt x="940" y="4095"/>
                  </a:lnTo>
                  <a:lnTo>
                    <a:pt x="765" y="4429"/>
                  </a:lnTo>
                  <a:lnTo>
                    <a:pt x="606" y="4764"/>
                  </a:lnTo>
                  <a:lnTo>
                    <a:pt x="478" y="5130"/>
                  </a:lnTo>
                  <a:lnTo>
                    <a:pt x="351" y="5481"/>
                  </a:lnTo>
                  <a:lnTo>
                    <a:pt x="239" y="5863"/>
                  </a:lnTo>
                  <a:lnTo>
                    <a:pt x="159" y="6230"/>
                  </a:lnTo>
                  <a:lnTo>
                    <a:pt x="96" y="6628"/>
                  </a:lnTo>
                  <a:lnTo>
                    <a:pt x="32" y="7010"/>
                  </a:lnTo>
                  <a:lnTo>
                    <a:pt x="16" y="7409"/>
                  </a:lnTo>
                  <a:lnTo>
                    <a:pt x="0" y="7807"/>
                  </a:lnTo>
                  <a:lnTo>
                    <a:pt x="16" y="8205"/>
                  </a:lnTo>
                  <a:lnTo>
                    <a:pt x="32" y="8604"/>
                  </a:lnTo>
                  <a:lnTo>
                    <a:pt x="96" y="9002"/>
                  </a:lnTo>
                  <a:lnTo>
                    <a:pt x="159" y="9384"/>
                  </a:lnTo>
                  <a:lnTo>
                    <a:pt x="239" y="9767"/>
                  </a:lnTo>
                  <a:lnTo>
                    <a:pt x="351" y="10133"/>
                  </a:lnTo>
                  <a:lnTo>
                    <a:pt x="478" y="10500"/>
                  </a:lnTo>
                  <a:lnTo>
                    <a:pt x="606" y="10850"/>
                  </a:lnTo>
                  <a:lnTo>
                    <a:pt x="765" y="11185"/>
                  </a:lnTo>
                  <a:lnTo>
                    <a:pt x="940" y="11535"/>
                  </a:lnTo>
                  <a:lnTo>
                    <a:pt x="1131" y="11854"/>
                  </a:lnTo>
                  <a:lnTo>
                    <a:pt x="1338" y="12172"/>
                  </a:lnTo>
                  <a:lnTo>
                    <a:pt x="1546" y="12475"/>
                  </a:lnTo>
                  <a:lnTo>
                    <a:pt x="1785" y="12778"/>
                  </a:lnTo>
                  <a:lnTo>
                    <a:pt x="2024" y="13049"/>
                  </a:lnTo>
                  <a:lnTo>
                    <a:pt x="2278" y="13335"/>
                  </a:lnTo>
                  <a:lnTo>
                    <a:pt x="2549" y="13590"/>
                  </a:lnTo>
                  <a:lnTo>
                    <a:pt x="2836" y="13829"/>
                  </a:lnTo>
                  <a:lnTo>
                    <a:pt x="3139" y="14068"/>
                  </a:lnTo>
                  <a:lnTo>
                    <a:pt x="3442" y="14275"/>
                  </a:lnTo>
                  <a:lnTo>
                    <a:pt x="3760" y="14483"/>
                  </a:lnTo>
                  <a:lnTo>
                    <a:pt x="4079" y="14674"/>
                  </a:lnTo>
                  <a:lnTo>
                    <a:pt x="4413" y="14849"/>
                  </a:lnTo>
                  <a:lnTo>
                    <a:pt x="4764" y="14992"/>
                  </a:lnTo>
                  <a:lnTo>
                    <a:pt x="5114" y="15136"/>
                  </a:lnTo>
                  <a:lnTo>
                    <a:pt x="5481" y="15263"/>
                  </a:lnTo>
                  <a:lnTo>
                    <a:pt x="5847" y="15375"/>
                  </a:lnTo>
                  <a:lnTo>
                    <a:pt x="6230" y="15454"/>
                  </a:lnTo>
                  <a:lnTo>
                    <a:pt x="6612" y="15518"/>
                  </a:lnTo>
                  <a:lnTo>
                    <a:pt x="7010" y="15566"/>
                  </a:lnTo>
                  <a:lnTo>
                    <a:pt x="7409" y="15598"/>
                  </a:lnTo>
                  <a:lnTo>
                    <a:pt x="7807" y="15614"/>
                  </a:lnTo>
                  <a:lnTo>
                    <a:pt x="8205" y="15598"/>
                  </a:lnTo>
                  <a:lnTo>
                    <a:pt x="8604" y="15566"/>
                  </a:lnTo>
                  <a:lnTo>
                    <a:pt x="8986" y="15518"/>
                  </a:lnTo>
                  <a:lnTo>
                    <a:pt x="9368" y="15454"/>
                  </a:lnTo>
                  <a:lnTo>
                    <a:pt x="9751" y="15375"/>
                  </a:lnTo>
                  <a:lnTo>
                    <a:pt x="10117" y="15263"/>
                  </a:lnTo>
                  <a:lnTo>
                    <a:pt x="10484" y="15136"/>
                  </a:lnTo>
                  <a:lnTo>
                    <a:pt x="10834" y="14992"/>
                  </a:lnTo>
                  <a:lnTo>
                    <a:pt x="11185" y="14849"/>
                  </a:lnTo>
                  <a:lnTo>
                    <a:pt x="11519" y="14674"/>
                  </a:lnTo>
                  <a:lnTo>
                    <a:pt x="11854" y="14483"/>
                  </a:lnTo>
                  <a:lnTo>
                    <a:pt x="12173" y="14275"/>
                  </a:lnTo>
                  <a:lnTo>
                    <a:pt x="12475" y="14068"/>
                  </a:lnTo>
                  <a:lnTo>
                    <a:pt x="12762" y="13829"/>
                  </a:lnTo>
                  <a:lnTo>
                    <a:pt x="13049" y="13590"/>
                  </a:lnTo>
                  <a:lnTo>
                    <a:pt x="13320" y="13335"/>
                  </a:lnTo>
                  <a:lnTo>
                    <a:pt x="13575" y="13049"/>
                  </a:lnTo>
                  <a:lnTo>
                    <a:pt x="13830" y="12778"/>
                  </a:lnTo>
                  <a:lnTo>
                    <a:pt x="14053" y="12475"/>
                  </a:lnTo>
                  <a:lnTo>
                    <a:pt x="14276" y="12172"/>
                  </a:lnTo>
                  <a:lnTo>
                    <a:pt x="14483" y="11854"/>
                  </a:lnTo>
                  <a:lnTo>
                    <a:pt x="14674" y="11535"/>
                  </a:lnTo>
                  <a:lnTo>
                    <a:pt x="14833" y="11185"/>
                  </a:lnTo>
                  <a:lnTo>
                    <a:pt x="14993" y="10850"/>
                  </a:lnTo>
                  <a:lnTo>
                    <a:pt x="15136" y="10500"/>
                  </a:lnTo>
                  <a:lnTo>
                    <a:pt x="15263" y="10133"/>
                  </a:lnTo>
                  <a:lnTo>
                    <a:pt x="15359" y="9767"/>
                  </a:lnTo>
                  <a:lnTo>
                    <a:pt x="15455" y="9384"/>
                  </a:lnTo>
                  <a:lnTo>
                    <a:pt x="15518" y="9002"/>
                  </a:lnTo>
                  <a:lnTo>
                    <a:pt x="15566" y="8604"/>
                  </a:lnTo>
                  <a:lnTo>
                    <a:pt x="15598" y="8205"/>
                  </a:lnTo>
                  <a:lnTo>
                    <a:pt x="15614" y="7807"/>
                  </a:lnTo>
                  <a:lnTo>
                    <a:pt x="15598" y="7409"/>
                  </a:lnTo>
                  <a:lnTo>
                    <a:pt x="15566" y="7010"/>
                  </a:lnTo>
                  <a:lnTo>
                    <a:pt x="15518" y="6628"/>
                  </a:lnTo>
                  <a:lnTo>
                    <a:pt x="15455" y="6230"/>
                  </a:lnTo>
                  <a:lnTo>
                    <a:pt x="15359" y="5863"/>
                  </a:lnTo>
                  <a:lnTo>
                    <a:pt x="15263" y="5481"/>
                  </a:lnTo>
                  <a:lnTo>
                    <a:pt x="15136" y="5130"/>
                  </a:lnTo>
                  <a:lnTo>
                    <a:pt x="14993" y="4764"/>
                  </a:lnTo>
                  <a:lnTo>
                    <a:pt x="14833" y="4429"/>
                  </a:lnTo>
                  <a:lnTo>
                    <a:pt x="14674" y="4095"/>
                  </a:lnTo>
                  <a:lnTo>
                    <a:pt x="14483" y="3760"/>
                  </a:lnTo>
                  <a:lnTo>
                    <a:pt x="14276" y="3441"/>
                  </a:lnTo>
                  <a:lnTo>
                    <a:pt x="14053" y="3139"/>
                  </a:lnTo>
                  <a:lnTo>
                    <a:pt x="13830" y="2852"/>
                  </a:lnTo>
                  <a:lnTo>
                    <a:pt x="13575" y="2565"/>
                  </a:lnTo>
                  <a:lnTo>
                    <a:pt x="13320" y="2294"/>
                  </a:lnTo>
                  <a:lnTo>
                    <a:pt x="13049" y="2023"/>
                  </a:lnTo>
                  <a:lnTo>
                    <a:pt x="12762" y="1784"/>
                  </a:lnTo>
                  <a:lnTo>
                    <a:pt x="12475" y="1561"/>
                  </a:lnTo>
                  <a:lnTo>
                    <a:pt x="12173" y="1338"/>
                  </a:lnTo>
                  <a:lnTo>
                    <a:pt x="11854" y="1131"/>
                  </a:lnTo>
                  <a:lnTo>
                    <a:pt x="11519" y="940"/>
                  </a:lnTo>
                  <a:lnTo>
                    <a:pt x="11185" y="781"/>
                  </a:lnTo>
                  <a:lnTo>
                    <a:pt x="10834" y="621"/>
                  </a:lnTo>
                  <a:lnTo>
                    <a:pt x="10484" y="478"/>
                  </a:lnTo>
                  <a:lnTo>
                    <a:pt x="10117" y="351"/>
                  </a:lnTo>
                  <a:lnTo>
                    <a:pt x="9751" y="255"/>
                  </a:lnTo>
                  <a:lnTo>
                    <a:pt x="9368" y="159"/>
                  </a:lnTo>
                  <a:lnTo>
                    <a:pt x="8986" y="96"/>
                  </a:lnTo>
                  <a:lnTo>
                    <a:pt x="8604" y="48"/>
                  </a:lnTo>
                  <a:lnTo>
                    <a:pt x="8205" y="16"/>
                  </a:lnTo>
                  <a:lnTo>
                    <a:pt x="78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8" name="Google Shape;1708;p31"/>
          <p:cNvGrpSpPr/>
          <p:nvPr/>
        </p:nvGrpSpPr>
        <p:grpSpPr>
          <a:xfrm>
            <a:off x="1507934" y="3624713"/>
            <a:ext cx="2574465" cy="976187"/>
            <a:chOff x="2949886" y="1228738"/>
            <a:chExt cx="2029200" cy="976187"/>
          </a:xfrm>
        </p:grpSpPr>
        <p:sp>
          <p:nvSpPr>
            <p:cNvPr id="1709" name="Google Shape;1709;p31"/>
            <p:cNvSpPr txBox="1"/>
            <p:nvPr/>
          </p:nvSpPr>
          <p:spPr>
            <a:xfrm>
              <a:off x="2964825" y="1228738"/>
              <a:ext cx="1485900"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1800" b="1" dirty="0">
                  <a:latin typeface="Fira Sans Extra Condensed"/>
                  <a:ea typeface="Fira Sans Extra Condensed"/>
                  <a:cs typeface="Fira Sans Extra Condensed"/>
                  <a:sym typeface="Fira Sans Extra Condensed"/>
                </a:rPr>
                <a:t>Further Research </a:t>
              </a:r>
              <a:endParaRPr sz="1800" b="1" dirty="0">
                <a:solidFill>
                  <a:srgbClr val="000000"/>
                </a:solidFill>
                <a:latin typeface="Fira Sans Extra Condensed"/>
                <a:ea typeface="Fira Sans Extra Condensed"/>
                <a:cs typeface="Fira Sans Extra Condensed"/>
                <a:sym typeface="Fira Sans Extra Condensed"/>
              </a:endParaRPr>
            </a:p>
          </p:txBody>
        </p:sp>
        <p:sp>
          <p:nvSpPr>
            <p:cNvPr id="1710" name="Google Shape;1710;p31"/>
            <p:cNvSpPr txBox="1"/>
            <p:nvPr/>
          </p:nvSpPr>
          <p:spPr>
            <a:xfrm>
              <a:off x="2949886" y="1820325"/>
              <a:ext cx="2029200" cy="38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000000"/>
                  </a:solidFill>
                  <a:latin typeface="Roboto"/>
                  <a:ea typeface="Roboto"/>
                  <a:cs typeface="Roboto"/>
                  <a:sym typeface="Roboto"/>
                </a:rPr>
                <a:t>Explore dynamic pricing, ride-sharing impact, and external economic factors.</a:t>
              </a:r>
              <a:endParaRPr dirty="0">
                <a:latin typeface="Roboto"/>
                <a:ea typeface="Roboto"/>
                <a:cs typeface="Roboto"/>
                <a:sym typeface="Roboto"/>
              </a:endParaRPr>
            </a:p>
          </p:txBody>
        </p:sp>
      </p:grpSp>
      <p:grpSp>
        <p:nvGrpSpPr>
          <p:cNvPr id="1716" name="Google Shape;1716;p31"/>
          <p:cNvGrpSpPr/>
          <p:nvPr/>
        </p:nvGrpSpPr>
        <p:grpSpPr>
          <a:xfrm>
            <a:off x="1526887" y="838587"/>
            <a:ext cx="2614807" cy="979462"/>
            <a:chOff x="2964824" y="1228738"/>
            <a:chExt cx="2060998" cy="979462"/>
          </a:xfrm>
        </p:grpSpPr>
        <p:sp>
          <p:nvSpPr>
            <p:cNvPr id="1717" name="Google Shape;1717;p31"/>
            <p:cNvSpPr txBox="1"/>
            <p:nvPr/>
          </p:nvSpPr>
          <p:spPr>
            <a:xfrm>
              <a:off x="2964824" y="1228738"/>
              <a:ext cx="1861771"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de-DE" sz="1800" b="1" dirty="0">
                  <a:solidFill>
                    <a:srgbClr val="000000"/>
                  </a:solidFill>
                  <a:latin typeface="Fira Sans Extra Condensed"/>
                  <a:ea typeface="Fira Sans Extra Condensed"/>
                  <a:cs typeface="Fira Sans Extra Condensed"/>
                  <a:sym typeface="Fira Sans Extra Condensed"/>
                </a:rPr>
                <a:t>Fare Optimization</a:t>
              </a:r>
              <a:endParaRPr sz="1800" b="1" dirty="0">
                <a:solidFill>
                  <a:srgbClr val="000000"/>
                </a:solidFill>
                <a:latin typeface="Fira Sans Extra Condensed"/>
                <a:ea typeface="Fira Sans Extra Condensed"/>
                <a:cs typeface="Fira Sans Extra Condensed"/>
                <a:sym typeface="Fira Sans Extra Condensed"/>
              </a:endParaRPr>
            </a:p>
          </p:txBody>
        </p:sp>
        <p:sp>
          <p:nvSpPr>
            <p:cNvPr id="1718" name="Google Shape;1718;p31"/>
            <p:cNvSpPr txBox="1"/>
            <p:nvPr/>
          </p:nvSpPr>
          <p:spPr>
            <a:xfrm>
              <a:off x="2996622" y="1823600"/>
              <a:ext cx="2029200" cy="38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rgbClr val="000000"/>
                  </a:solidFill>
                  <a:latin typeface="Roboto"/>
                  <a:ea typeface="Roboto"/>
                  <a:cs typeface="Roboto"/>
                  <a:sym typeface="Roboto"/>
                </a:rPr>
                <a:t>Adjust pricing strategies based on peak hours and demand trends.</a:t>
              </a:r>
              <a:endParaRPr dirty="0">
                <a:solidFill>
                  <a:srgbClr val="000000"/>
                </a:solidFill>
                <a:latin typeface="Roboto"/>
                <a:ea typeface="Roboto"/>
                <a:cs typeface="Roboto"/>
                <a:sym typeface="Roboto"/>
              </a:endParaRPr>
            </a:p>
          </p:txBody>
        </p:sp>
      </p:grpSp>
      <p:grpSp>
        <p:nvGrpSpPr>
          <p:cNvPr id="1730" name="Google Shape;1730;p31"/>
          <p:cNvGrpSpPr/>
          <p:nvPr/>
        </p:nvGrpSpPr>
        <p:grpSpPr>
          <a:xfrm>
            <a:off x="4760259" y="3755838"/>
            <a:ext cx="2914041" cy="976187"/>
            <a:chOff x="5793495" y="3840775"/>
            <a:chExt cx="2029200" cy="976187"/>
          </a:xfrm>
        </p:grpSpPr>
        <p:sp>
          <p:nvSpPr>
            <p:cNvPr id="1731" name="Google Shape;1731;p31"/>
            <p:cNvSpPr txBox="1"/>
            <p:nvPr/>
          </p:nvSpPr>
          <p:spPr>
            <a:xfrm>
              <a:off x="6325125" y="3840775"/>
              <a:ext cx="1485900"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de-DE" sz="1800" b="1" dirty="0">
                  <a:latin typeface="Fira Sans Extra Condensed"/>
                  <a:ea typeface="Fira Sans Extra Condensed"/>
                  <a:cs typeface="Fira Sans Extra Condensed"/>
                  <a:sym typeface="Fira Sans Extra Condensed"/>
                </a:rPr>
                <a:t>Customer Experience Enhancement</a:t>
              </a:r>
              <a:endParaRPr sz="1800" b="1" dirty="0">
                <a:solidFill>
                  <a:srgbClr val="000000"/>
                </a:solidFill>
                <a:latin typeface="Fira Sans Extra Condensed"/>
                <a:ea typeface="Fira Sans Extra Condensed"/>
                <a:cs typeface="Fira Sans Extra Condensed"/>
                <a:sym typeface="Fira Sans Extra Condensed"/>
              </a:endParaRPr>
            </a:p>
          </p:txBody>
        </p:sp>
        <p:sp>
          <p:nvSpPr>
            <p:cNvPr id="1732" name="Google Shape;1732;p31"/>
            <p:cNvSpPr txBox="1"/>
            <p:nvPr/>
          </p:nvSpPr>
          <p:spPr>
            <a:xfrm>
              <a:off x="5793495" y="4432362"/>
              <a:ext cx="2029200" cy="384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dirty="0">
                  <a:solidFill>
                    <a:srgbClr val="000000"/>
                  </a:solidFill>
                  <a:latin typeface="Roboto"/>
                  <a:ea typeface="Roboto"/>
                  <a:cs typeface="Roboto"/>
                  <a:sym typeface="Roboto"/>
                </a:rPr>
                <a:t>Leverage insights to reduce wait times and improve service reliability.</a:t>
              </a:r>
              <a:endParaRPr dirty="0">
                <a:latin typeface="Roboto"/>
                <a:ea typeface="Roboto"/>
                <a:cs typeface="Roboto"/>
                <a:sym typeface="Roboto"/>
              </a:endParaRPr>
            </a:p>
          </p:txBody>
        </p:sp>
      </p:grpSp>
      <p:grpSp>
        <p:nvGrpSpPr>
          <p:cNvPr id="1735" name="Google Shape;1735;p31"/>
          <p:cNvGrpSpPr/>
          <p:nvPr/>
        </p:nvGrpSpPr>
        <p:grpSpPr>
          <a:xfrm>
            <a:off x="5099836" y="851367"/>
            <a:ext cx="2574465" cy="966682"/>
            <a:chOff x="5547001" y="1092313"/>
            <a:chExt cx="2029200" cy="966682"/>
          </a:xfrm>
        </p:grpSpPr>
        <p:sp>
          <p:nvSpPr>
            <p:cNvPr id="1736" name="Google Shape;1736;p31"/>
            <p:cNvSpPr txBox="1"/>
            <p:nvPr/>
          </p:nvSpPr>
          <p:spPr>
            <a:xfrm>
              <a:off x="5756301" y="1092313"/>
              <a:ext cx="1819900"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de-DE" sz="1800" b="1" dirty="0">
                  <a:latin typeface="Fira Sans Extra Condensed"/>
                  <a:ea typeface="Fira Sans Extra Condensed"/>
                  <a:cs typeface="Fira Sans Extra Condensed"/>
                  <a:sym typeface="Fira Sans Extra Condensed"/>
                </a:rPr>
                <a:t> Operational Efficiency</a:t>
              </a:r>
              <a:endParaRPr sz="1800" b="1" dirty="0">
                <a:solidFill>
                  <a:srgbClr val="000000"/>
                </a:solidFill>
                <a:latin typeface="Fira Sans Extra Condensed"/>
                <a:ea typeface="Fira Sans Extra Condensed"/>
                <a:cs typeface="Fira Sans Extra Condensed"/>
                <a:sym typeface="Fira Sans Extra Condensed"/>
              </a:endParaRPr>
            </a:p>
          </p:txBody>
        </p:sp>
        <p:sp>
          <p:nvSpPr>
            <p:cNvPr id="1737" name="Google Shape;1737;p31"/>
            <p:cNvSpPr txBox="1"/>
            <p:nvPr/>
          </p:nvSpPr>
          <p:spPr>
            <a:xfrm>
              <a:off x="5547001" y="1674395"/>
              <a:ext cx="2029200" cy="384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US" dirty="0">
                  <a:latin typeface="Roboto"/>
                  <a:ea typeface="Roboto"/>
                  <a:cs typeface="Roboto"/>
                  <a:sym typeface="Roboto"/>
                </a:rPr>
                <a:t>Improve taxi availability in high-demand locations and time slots.</a:t>
              </a:r>
              <a:endParaRPr dirty="0">
                <a:latin typeface="Roboto"/>
                <a:ea typeface="Roboto"/>
                <a:cs typeface="Roboto"/>
                <a:sym typeface="Roboto"/>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C5DED8E4-3F63-9CE1-55C2-5E15518634B7}"/>
            </a:ext>
          </a:extLst>
        </p:cNvPr>
        <p:cNvGrpSpPr/>
        <p:nvPr/>
      </p:nvGrpSpPr>
      <p:grpSpPr>
        <a:xfrm>
          <a:off x="0" y="0"/>
          <a:ext cx="0" cy="0"/>
          <a:chOff x="0" y="0"/>
          <a:chExt cx="0" cy="0"/>
        </a:xfrm>
      </p:grpSpPr>
      <p:sp>
        <p:nvSpPr>
          <p:cNvPr id="46" name="Google Shape;46;p15">
            <a:extLst>
              <a:ext uri="{FF2B5EF4-FFF2-40B4-BE49-F238E27FC236}">
                <a16:creationId xmlns:a16="http://schemas.microsoft.com/office/drawing/2014/main" id="{9F4039DF-0DD2-9DA7-4F55-D80B1114534C}"/>
              </a:ext>
            </a:extLst>
          </p:cNvPr>
          <p:cNvSpPr txBox="1">
            <a:spLocks noGrp="1"/>
          </p:cNvSpPr>
          <p:nvPr>
            <p:ph type="ctrTitle"/>
          </p:nvPr>
        </p:nvSpPr>
        <p:spPr>
          <a:xfrm>
            <a:off x="202379" y="668717"/>
            <a:ext cx="5839500" cy="1042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DE" sz="13800" dirty="0">
                <a:solidFill>
                  <a:schemeClr val="accent1"/>
                </a:solidFill>
              </a:rPr>
              <a:t>Thanks!</a:t>
            </a:r>
            <a:endParaRPr sz="13800" dirty="0"/>
          </a:p>
        </p:txBody>
      </p:sp>
      <p:sp>
        <p:nvSpPr>
          <p:cNvPr id="47" name="Google Shape;47;p15">
            <a:extLst>
              <a:ext uri="{FF2B5EF4-FFF2-40B4-BE49-F238E27FC236}">
                <a16:creationId xmlns:a16="http://schemas.microsoft.com/office/drawing/2014/main" id="{85235A97-3421-DB4A-495D-54F4A25EADB8}"/>
              </a:ext>
            </a:extLst>
          </p:cNvPr>
          <p:cNvSpPr txBox="1">
            <a:spLocks noGrp="1"/>
          </p:cNvSpPr>
          <p:nvPr>
            <p:ph type="subTitle" idx="1"/>
          </p:nvPr>
        </p:nvSpPr>
        <p:spPr>
          <a:xfrm>
            <a:off x="323403" y="3035684"/>
            <a:ext cx="4114800" cy="396300"/>
          </a:xfrm>
          <a:prstGeom prst="rect">
            <a:avLst/>
          </a:prstGeom>
        </p:spPr>
        <p:txBody>
          <a:bodyPr spcFirstLastPara="1" wrap="square" lIns="91425" tIns="91425" rIns="91425" bIns="91425" anchor="ctr" anchorCtr="0">
            <a:noAutofit/>
          </a:bodyPr>
          <a:lstStyle/>
          <a:p>
            <a:pPr marL="0" lvl="0" indent="0" algn="l" rtl="0">
              <a:lnSpc>
                <a:spcPct val="200000"/>
              </a:lnSpc>
              <a:spcBef>
                <a:spcPts val="0"/>
              </a:spcBef>
              <a:spcAft>
                <a:spcPts val="0"/>
              </a:spcAft>
              <a:buNone/>
            </a:pPr>
            <a:r>
              <a:rPr lang="de-DE" sz="2400" dirty="0"/>
              <a:t>B</a:t>
            </a:r>
            <a:r>
              <a:rPr lang="en" sz="2400" dirty="0"/>
              <a:t>y : </a:t>
            </a:r>
            <a:r>
              <a:rPr lang="en" sz="2400" b="1" dirty="0"/>
              <a:t>Group </a:t>
            </a:r>
            <a:r>
              <a:rPr lang="en" sz="2400" b="1" dirty="0">
                <a:solidFill>
                  <a:schemeClr val="accent6"/>
                </a:solidFill>
              </a:rPr>
              <a:t>3</a:t>
            </a:r>
          </a:p>
          <a:p>
            <a:pPr marL="285750" indent="-285750" algn="l" rtl="0">
              <a:lnSpc>
                <a:spcPct val="200000"/>
              </a:lnSpc>
              <a:spcAft>
                <a:spcPts val="800"/>
              </a:spcAft>
              <a:buFont typeface="Arial" panose="020B0604020202020204" pitchFamily="34" charset="0"/>
              <a:buChar char="•"/>
            </a:pPr>
            <a:r>
              <a:rPr lang="de-DE" sz="1800" i="0" u="none" strike="noStrike" dirty="0">
                <a:solidFill>
                  <a:srgbClr val="000000"/>
                </a:solidFill>
                <a:effectLst/>
                <a:latin typeface="DM Sans" pitchFamily="2" charset="0"/>
              </a:rPr>
              <a:t>Mahmoud Ayman Samir </a:t>
            </a:r>
            <a:endParaRPr lang="en-US" sz="1800" i="0" u="none" strike="noStrike" kern="100" dirty="0">
              <a:solidFill>
                <a:srgbClr val="000000"/>
              </a:solidFill>
              <a:latin typeface="DM Sans" pitchFamily="2" charset="0"/>
              <a:cs typeface="Arial" panose="020B0604020202020204" pitchFamily="34" charset="0"/>
            </a:endParaRPr>
          </a:p>
          <a:p>
            <a:pPr marL="285750" indent="-285750" algn="l" rtl="0">
              <a:lnSpc>
                <a:spcPct val="200000"/>
              </a:lnSpc>
              <a:spcAft>
                <a:spcPts val="800"/>
              </a:spcAft>
              <a:buFont typeface="Arial" panose="020B0604020202020204" pitchFamily="34" charset="0"/>
              <a:buChar char="•"/>
            </a:pPr>
            <a:r>
              <a:rPr lang="de-DE" sz="1800" i="0" u="none" strike="noStrike" dirty="0">
                <a:solidFill>
                  <a:srgbClr val="000000"/>
                </a:solidFill>
                <a:effectLst/>
                <a:latin typeface="DM Sans" pitchFamily="2" charset="0"/>
              </a:rPr>
              <a:t>Hana Alaaeldin Saleh</a:t>
            </a:r>
            <a:r>
              <a:rPr lang="de-DE" sz="1800" dirty="0">
                <a:latin typeface="DM Sans" pitchFamily="2" charset="0"/>
              </a:rPr>
              <a:t> </a:t>
            </a:r>
            <a:endParaRPr lang="en-US" sz="1800" kern="100" dirty="0">
              <a:latin typeface="DM Sans" pitchFamily="2" charset="0"/>
              <a:cs typeface="Arial" panose="020B0604020202020204" pitchFamily="34" charset="0"/>
            </a:endParaRPr>
          </a:p>
          <a:p>
            <a:pPr marL="285750" indent="-285750" algn="l" rtl="0">
              <a:lnSpc>
                <a:spcPct val="200000"/>
              </a:lnSpc>
              <a:spcAft>
                <a:spcPts val="800"/>
              </a:spcAft>
              <a:buFont typeface="Arial" panose="020B0604020202020204" pitchFamily="34" charset="0"/>
              <a:buChar char="•"/>
            </a:pPr>
            <a:r>
              <a:rPr lang="de-DE" sz="1800" i="0" u="none" strike="noStrike" dirty="0">
                <a:solidFill>
                  <a:srgbClr val="000000"/>
                </a:solidFill>
                <a:effectLst/>
                <a:latin typeface="DM Sans" pitchFamily="2" charset="0"/>
              </a:rPr>
              <a:t>Mahmoud shawky</a:t>
            </a:r>
            <a:r>
              <a:rPr lang="de-DE" sz="1800" dirty="0">
                <a:latin typeface="DM Sans" pitchFamily="2" charset="0"/>
              </a:rPr>
              <a:t> </a:t>
            </a:r>
            <a:endParaRPr lang="en-US" sz="1800" kern="100" dirty="0">
              <a:effectLst/>
              <a:latin typeface="DM Sans" pitchFamily="2" charset="0"/>
              <a:ea typeface="Calibri" panose="020F0502020204030204" pitchFamily="34" charset="0"/>
              <a:cs typeface="Arial" panose="020B0604020202020204" pitchFamily="34" charset="0"/>
            </a:endParaRPr>
          </a:p>
        </p:txBody>
      </p:sp>
      <p:grpSp>
        <p:nvGrpSpPr>
          <p:cNvPr id="48" name="Google Shape;48;p15">
            <a:extLst>
              <a:ext uri="{FF2B5EF4-FFF2-40B4-BE49-F238E27FC236}">
                <a16:creationId xmlns:a16="http://schemas.microsoft.com/office/drawing/2014/main" id="{94A044EA-A072-1216-BD54-8CB27DA972D0}"/>
              </a:ext>
            </a:extLst>
          </p:cNvPr>
          <p:cNvGrpSpPr/>
          <p:nvPr/>
        </p:nvGrpSpPr>
        <p:grpSpPr>
          <a:xfrm>
            <a:off x="3487037" y="2149187"/>
            <a:ext cx="6397303" cy="2582888"/>
            <a:chOff x="1474600" y="238125"/>
            <a:chExt cx="4680725" cy="1829000"/>
          </a:xfrm>
        </p:grpSpPr>
        <p:sp>
          <p:nvSpPr>
            <p:cNvPr id="49" name="Google Shape;49;p15">
              <a:extLst>
                <a:ext uri="{FF2B5EF4-FFF2-40B4-BE49-F238E27FC236}">
                  <a16:creationId xmlns:a16="http://schemas.microsoft.com/office/drawing/2014/main" id="{026D6B43-C45B-9475-FEAA-785CCC7BB729}"/>
                </a:ext>
              </a:extLst>
            </p:cNvPr>
            <p:cNvSpPr/>
            <p:nvPr/>
          </p:nvSpPr>
          <p:spPr>
            <a:xfrm>
              <a:off x="3698775" y="238125"/>
              <a:ext cx="548125" cy="198600"/>
            </a:xfrm>
            <a:custGeom>
              <a:avLst/>
              <a:gdLst/>
              <a:ahLst/>
              <a:cxnLst/>
              <a:rect l="l" t="t" r="r" b="b"/>
              <a:pathLst>
                <a:path w="21925" h="7944" extrusionOk="0">
                  <a:moveTo>
                    <a:pt x="19303" y="0"/>
                  </a:moveTo>
                  <a:lnTo>
                    <a:pt x="3019" y="715"/>
                  </a:lnTo>
                  <a:lnTo>
                    <a:pt x="1" y="7546"/>
                  </a:lnTo>
                  <a:lnTo>
                    <a:pt x="21925" y="7944"/>
                  </a:lnTo>
                  <a:lnTo>
                    <a:pt x="19303"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5">
              <a:extLst>
                <a:ext uri="{FF2B5EF4-FFF2-40B4-BE49-F238E27FC236}">
                  <a16:creationId xmlns:a16="http://schemas.microsoft.com/office/drawing/2014/main" id="{A38EBAB3-F789-1573-066C-E0A5546BE923}"/>
                </a:ext>
              </a:extLst>
            </p:cNvPr>
            <p:cNvSpPr/>
            <p:nvPr/>
          </p:nvSpPr>
          <p:spPr>
            <a:xfrm>
              <a:off x="1756600" y="1252900"/>
              <a:ext cx="3812900" cy="399175"/>
            </a:xfrm>
            <a:custGeom>
              <a:avLst/>
              <a:gdLst/>
              <a:ahLst/>
              <a:cxnLst/>
              <a:rect l="l" t="t" r="r" b="b"/>
              <a:pathLst>
                <a:path w="152516" h="15967" extrusionOk="0">
                  <a:moveTo>
                    <a:pt x="73557" y="0"/>
                  </a:moveTo>
                  <a:lnTo>
                    <a:pt x="0" y="1351"/>
                  </a:lnTo>
                  <a:lnTo>
                    <a:pt x="874" y="12472"/>
                  </a:lnTo>
                  <a:lnTo>
                    <a:pt x="7864" y="12472"/>
                  </a:lnTo>
                  <a:lnTo>
                    <a:pt x="27485" y="13345"/>
                  </a:lnTo>
                  <a:lnTo>
                    <a:pt x="28279" y="13743"/>
                  </a:lnTo>
                  <a:lnTo>
                    <a:pt x="29153" y="14140"/>
                  </a:lnTo>
                  <a:lnTo>
                    <a:pt x="30186" y="14616"/>
                  </a:lnTo>
                  <a:lnTo>
                    <a:pt x="31456" y="15093"/>
                  </a:lnTo>
                  <a:lnTo>
                    <a:pt x="32886" y="15490"/>
                  </a:lnTo>
                  <a:lnTo>
                    <a:pt x="34316" y="15808"/>
                  </a:lnTo>
                  <a:lnTo>
                    <a:pt x="35031" y="15887"/>
                  </a:lnTo>
                  <a:lnTo>
                    <a:pt x="35746" y="15967"/>
                  </a:lnTo>
                  <a:lnTo>
                    <a:pt x="116929" y="15967"/>
                  </a:lnTo>
                  <a:lnTo>
                    <a:pt x="117564" y="15887"/>
                  </a:lnTo>
                  <a:lnTo>
                    <a:pt x="117961" y="15808"/>
                  </a:lnTo>
                  <a:lnTo>
                    <a:pt x="118358" y="15570"/>
                  </a:lnTo>
                  <a:lnTo>
                    <a:pt x="118835" y="15252"/>
                  </a:lnTo>
                  <a:lnTo>
                    <a:pt x="119312" y="14855"/>
                  </a:lnTo>
                  <a:lnTo>
                    <a:pt x="119868" y="14299"/>
                  </a:lnTo>
                  <a:lnTo>
                    <a:pt x="120662" y="13822"/>
                  </a:lnTo>
                  <a:lnTo>
                    <a:pt x="121536" y="13425"/>
                  </a:lnTo>
                  <a:lnTo>
                    <a:pt x="122489" y="13028"/>
                  </a:lnTo>
                  <a:lnTo>
                    <a:pt x="123998" y="12551"/>
                  </a:lnTo>
                  <a:lnTo>
                    <a:pt x="124713" y="12313"/>
                  </a:lnTo>
                  <a:lnTo>
                    <a:pt x="145684" y="14696"/>
                  </a:lnTo>
                  <a:lnTo>
                    <a:pt x="152515" y="14696"/>
                  </a:lnTo>
                  <a:lnTo>
                    <a:pt x="152515" y="318"/>
                  </a:lnTo>
                  <a:lnTo>
                    <a:pt x="735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5">
              <a:extLst>
                <a:ext uri="{FF2B5EF4-FFF2-40B4-BE49-F238E27FC236}">
                  <a16:creationId xmlns:a16="http://schemas.microsoft.com/office/drawing/2014/main" id="{7FC8528E-E241-D5F5-1BD0-07D16E5C0E5E}"/>
                </a:ext>
              </a:extLst>
            </p:cNvPr>
            <p:cNvSpPr/>
            <p:nvPr/>
          </p:nvSpPr>
          <p:spPr>
            <a:xfrm>
              <a:off x="3591550" y="1608375"/>
              <a:ext cx="232375" cy="83425"/>
            </a:xfrm>
            <a:custGeom>
              <a:avLst/>
              <a:gdLst/>
              <a:ahLst/>
              <a:cxnLst/>
              <a:rect l="l" t="t" r="r" b="b"/>
              <a:pathLst>
                <a:path w="9295" h="3337" extrusionOk="0">
                  <a:moveTo>
                    <a:pt x="3019" y="0"/>
                  </a:moveTo>
                  <a:lnTo>
                    <a:pt x="1668" y="80"/>
                  </a:lnTo>
                  <a:lnTo>
                    <a:pt x="1112" y="80"/>
                  </a:lnTo>
                  <a:lnTo>
                    <a:pt x="636" y="239"/>
                  </a:lnTo>
                  <a:lnTo>
                    <a:pt x="318" y="397"/>
                  </a:lnTo>
                  <a:lnTo>
                    <a:pt x="80" y="636"/>
                  </a:lnTo>
                  <a:lnTo>
                    <a:pt x="0" y="1033"/>
                  </a:lnTo>
                  <a:lnTo>
                    <a:pt x="80" y="1510"/>
                  </a:lnTo>
                  <a:lnTo>
                    <a:pt x="238" y="2145"/>
                  </a:lnTo>
                  <a:lnTo>
                    <a:pt x="477" y="2781"/>
                  </a:lnTo>
                  <a:lnTo>
                    <a:pt x="636" y="2939"/>
                  </a:lnTo>
                  <a:lnTo>
                    <a:pt x="874" y="3178"/>
                  </a:lnTo>
                  <a:lnTo>
                    <a:pt x="1192" y="3257"/>
                  </a:lnTo>
                  <a:lnTo>
                    <a:pt x="1509" y="3337"/>
                  </a:lnTo>
                  <a:lnTo>
                    <a:pt x="4131" y="3257"/>
                  </a:lnTo>
                  <a:lnTo>
                    <a:pt x="6752" y="3337"/>
                  </a:lnTo>
                  <a:lnTo>
                    <a:pt x="7705" y="3257"/>
                  </a:lnTo>
                  <a:lnTo>
                    <a:pt x="8261" y="3178"/>
                  </a:lnTo>
                  <a:lnTo>
                    <a:pt x="8500" y="3019"/>
                  </a:lnTo>
                  <a:lnTo>
                    <a:pt x="8659" y="2860"/>
                  </a:lnTo>
                  <a:lnTo>
                    <a:pt x="8897" y="2463"/>
                  </a:lnTo>
                  <a:lnTo>
                    <a:pt x="9056" y="1907"/>
                  </a:lnTo>
                  <a:lnTo>
                    <a:pt x="9215" y="1510"/>
                  </a:lnTo>
                  <a:lnTo>
                    <a:pt x="9294" y="1192"/>
                  </a:lnTo>
                  <a:lnTo>
                    <a:pt x="9215" y="953"/>
                  </a:lnTo>
                  <a:lnTo>
                    <a:pt x="9135" y="795"/>
                  </a:lnTo>
                  <a:lnTo>
                    <a:pt x="8976" y="556"/>
                  </a:lnTo>
                  <a:lnTo>
                    <a:pt x="8738" y="397"/>
                  </a:lnTo>
                  <a:lnTo>
                    <a:pt x="8420" y="318"/>
                  </a:lnTo>
                  <a:lnTo>
                    <a:pt x="7705" y="159"/>
                  </a:lnTo>
                  <a:lnTo>
                    <a:pt x="67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5">
              <a:extLst>
                <a:ext uri="{FF2B5EF4-FFF2-40B4-BE49-F238E27FC236}">
                  <a16:creationId xmlns:a16="http://schemas.microsoft.com/office/drawing/2014/main" id="{70FAD96E-BA97-A38C-EDEF-E3F014995662}"/>
                </a:ext>
              </a:extLst>
            </p:cNvPr>
            <p:cNvSpPr/>
            <p:nvPr/>
          </p:nvSpPr>
          <p:spPr>
            <a:xfrm>
              <a:off x="6040125" y="1217150"/>
              <a:ext cx="67550" cy="63575"/>
            </a:xfrm>
            <a:custGeom>
              <a:avLst/>
              <a:gdLst/>
              <a:ahLst/>
              <a:cxnLst/>
              <a:rect l="l" t="t" r="r" b="b"/>
              <a:pathLst>
                <a:path w="2702" h="2543" extrusionOk="0">
                  <a:moveTo>
                    <a:pt x="1271" y="1"/>
                  </a:moveTo>
                  <a:lnTo>
                    <a:pt x="1033" y="80"/>
                  </a:lnTo>
                  <a:lnTo>
                    <a:pt x="715" y="159"/>
                  </a:lnTo>
                  <a:lnTo>
                    <a:pt x="477" y="318"/>
                  </a:lnTo>
                  <a:lnTo>
                    <a:pt x="318" y="477"/>
                  </a:lnTo>
                  <a:lnTo>
                    <a:pt x="159" y="715"/>
                  </a:lnTo>
                  <a:lnTo>
                    <a:pt x="80" y="954"/>
                  </a:lnTo>
                  <a:lnTo>
                    <a:pt x="1" y="1192"/>
                  </a:lnTo>
                  <a:lnTo>
                    <a:pt x="1" y="1430"/>
                  </a:lnTo>
                  <a:lnTo>
                    <a:pt x="1" y="1748"/>
                  </a:lnTo>
                  <a:lnTo>
                    <a:pt x="80" y="1986"/>
                  </a:lnTo>
                  <a:lnTo>
                    <a:pt x="239" y="2145"/>
                  </a:lnTo>
                  <a:lnTo>
                    <a:pt x="477" y="2304"/>
                  </a:lnTo>
                  <a:lnTo>
                    <a:pt x="715" y="2463"/>
                  </a:lnTo>
                  <a:lnTo>
                    <a:pt x="1033" y="2542"/>
                  </a:lnTo>
                  <a:lnTo>
                    <a:pt x="1589" y="2542"/>
                  </a:lnTo>
                  <a:lnTo>
                    <a:pt x="1828" y="2463"/>
                  </a:lnTo>
                  <a:lnTo>
                    <a:pt x="2145" y="2384"/>
                  </a:lnTo>
                  <a:lnTo>
                    <a:pt x="2384" y="2225"/>
                  </a:lnTo>
                  <a:lnTo>
                    <a:pt x="2542" y="2066"/>
                  </a:lnTo>
                  <a:lnTo>
                    <a:pt x="2622" y="1828"/>
                  </a:lnTo>
                  <a:lnTo>
                    <a:pt x="2701" y="1669"/>
                  </a:lnTo>
                  <a:lnTo>
                    <a:pt x="2701" y="1192"/>
                  </a:lnTo>
                  <a:lnTo>
                    <a:pt x="2542" y="715"/>
                  </a:lnTo>
                  <a:lnTo>
                    <a:pt x="2463" y="477"/>
                  </a:lnTo>
                  <a:lnTo>
                    <a:pt x="2225" y="318"/>
                  </a:lnTo>
                  <a:lnTo>
                    <a:pt x="2066" y="159"/>
                  </a:lnTo>
                  <a:lnTo>
                    <a:pt x="1828" y="80"/>
                  </a:lnTo>
                  <a:lnTo>
                    <a:pt x="1510" y="1"/>
                  </a:lnTo>
                  <a:close/>
                </a:path>
              </a:pathLst>
            </a:custGeom>
            <a:solidFill>
              <a:srgbClr val="D835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5">
              <a:extLst>
                <a:ext uri="{FF2B5EF4-FFF2-40B4-BE49-F238E27FC236}">
                  <a16:creationId xmlns:a16="http://schemas.microsoft.com/office/drawing/2014/main" id="{D4E1250F-8608-A200-8F4E-5C30FF787EA1}"/>
                </a:ext>
              </a:extLst>
            </p:cNvPr>
            <p:cNvSpPr/>
            <p:nvPr/>
          </p:nvSpPr>
          <p:spPr>
            <a:xfrm>
              <a:off x="1830075" y="1368075"/>
              <a:ext cx="699050" cy="699050"/>
            </a:xfrm>
            <a:custGeom>
              <a:avLst/>
              <a:gdLst/>
              <a:ahLst/>
              <a:cxnLst/>
              <a:rect l="l" t="t" r="r" b="b"/>
              <a:pathLst>
                <a:path w="27962" h="27962" extrusionOk="0">
                  <a:moveTo>
                    <a:pt x="12789" y="1"/>
                  </a:moveTo>
                  <a:lnTo>
                    <a:pt x="11359" y="80"/>
                  </a:lnTo>
                  <a:lnTo>
                    <a:pt x="10009" y="239"/>
                  </a:lnTo>
                  <a:lnTo>
                    <a:pt x="8738" y="636"/>
                  </a:lnTo>
                  <a:lnTo>
                    <a:pt x="7467" y="1113"/>
                  </a:lnTo>
                  <a:lnTo>
                    <a:pt x="6355" y="1669"/>
                  </a:lnTo>
                  <a:lnTo>
                    <a:pt x="5322" y="2384"/>
                  </a:lnTo>
                  <a:lnTo>
                    <a:pt x="4369" y="3178"/>
                  </a:lnTo>
                  <a:lnTo>
                    <a:pt x="3495" y="4052"/>
                  </a:lnTo>
                  <a:lnTo>
                    <a:pt x="2701" y="5084"/>
                  </a:lnTo>
                  <a:lnTo>
                    <a:pt x="1986" y="6117"/>
                  </a:lnTo>
                  <a:lnTo>
                    <a:pt x="1430" y="7309"/>
                  </a:lnTo>
                  <a:lnTo>
                    <a:pt x="874" y="8500"/>
                  </a:lnTo>
                  <a:lnTo>
                    <a:pt x="556" y="9851"/>
                  </a:lnTo>
                  <a:lnTo>
                    <a:pt x="239" y="11122"/>
                  </a:lnTo>
                  <a:lnTo>
                    <a:pt x="80" y="12551"/>
                  </a:lnTo>
                  <a:lnTo>
                    <a:pt x="0" y="13981"/>
                  </a:lnTo>
                  <a:lnTo>
                    <a:pt x="80" y="15411"/>
                  </a:lnTo>
                  <a:lnTo>
                    <a:pt x="318" y="16761"/>
                  </a:lnTo>
                  <a:lnTo>
                    <a:pt x="636" y="18112"/>
                  </a:lnTo>
                  <a:lnTo>
                    <a:pt x="1112" y="19383"/>
                  </a:lnTo>
                  <a:lnTo>
                    <a:pt x="1668" y="20654"/>
                  </a:lnTo>
                  <a:lnTo>
                    <a:pt x="2383" y="21766"/>
                  </a:lnTo>
                  <a:lnTo>
                    <a:pt x="3178" y="22878"/>
                  </a:lnTo>
                  <a:lnTo>
                    <a:pt x="4131" y="23831"/>
                  </a:lnTo>
                  <a:lnTo>
                    <a:pt x="5084" y="24784"/>
                  </a:lnTo>
                  <a:lnTo>
                    <a:pt x="6196" y="25579"/>
                  </a:lnTo>
                  <a:lnTo>
                    <a:pt x="7308" y="26294"/>
                  </a:lnTo>
                  <a:lnTo>
                    <a:pt x="8579" y="26850"/>
                  </a:lnTo>
                  <a:lnTo>
                    <a:pt x="9850" y="27326"/>
                  </a:lnTo>
                  <a:lnTo>
                    <a:pt x="11201" y="27644"/>
                  </a:lnTo>
                  <a:lnTo>
                    <a:pt x="12551" y="27882"/>
                  </a:lnTo>
                  <a:lnTo>
                    <a:pt x="13981" y="27962"/>
                  </a:lnTo>
                  <a:lnTo>
                    <a:pt x="15411" y="27882"/>
                  </a:lnTo>
                  <a:lnTo>
                    <a:pt x="16841" y="27644"/>
                  </a:lnTo>
                  <a:lnTo>
                    <a:pt x="18191" y="27326"/>
                  </a:lnTo>
                  <a:lnTo>
                    <a:pt x="19462" y="26850"/>
                  </a:lnTo>
                  <a:lnTo>
                    <a:pt x="20653" y="26294"/>
                  </a:lnTo>
                  <a:lnTo>
                    <a:pt x="21845" y="25579"/>
                  </a:lnTo>
                  <a:lnTo>
                    <a:pt x="22878" y="24784"/>
                  </a:lnTo>
                  <a:lnTo>
                    <a:pt x="23910" y="23831"/>
                  </a:lnTo>
                  <a:lnTo>
                    <a:pt x="24784" y="22878"/>
                  </a:lnTo>
                  <a:lnTo>
                    <a:pt x="25578" y="21766"/>
                  </a:lnTo>
                  <a:lnTo>
                    <a:pt x="26293" y="20654"/>
                  </a:lnTo>
                  <a:lnTo>
                    <a:pt x="26929" y="19383"/>
                  </a:lnTo>
                  <a:lnTo>
                    <a:pt x="27326" y="18112"/>
                  </a:lnTo>
                  <a:lnTo>
                    <a:pt x="27723" y="16761"/>
                  </a:lnTo>
                  <a:lnTo>
                    <a:pt x="27882" y="15411"/>
                  </a:lnTo>
                  <a:lnTo>
                    <a:pt x="27961" y="13981"/>
                  </a:lnTo>
                  <a:lnTo>
                    <a:pt x="27882" y="12551"/>
                  </a:lnTo>
                  <a:lnTo>
                    <a:pt x="27644" y="11122"/>
                  </a:lnTo>
                  <a:lnTo>
                    <a:pt x="27247" y="9851"/>
                  </a:lnTo>
                  <a:lnTo>
                    <a:pt x="26690" y="8500"/>
                  </a:lnTo>
                  <a:lnTo>
                    <a:pt x="25976" y="7309"/>
                  </a:lnTo>
                  <a:lnTo>
                    <a:pt x="25181" y="6117"/>
                  </a:lnTo>
                  <a:lnTo>
                    <a:pt x="24307" y="5084"/>
                  </a:lnTo>
                  <a:lnTo>
                    <a:pt x="23275" y="4052"/>
                  </a:lnTo>
                  <a:lnTo>
                    <a:pt x="22163" y="3178"/>
                  </a:lnTo>
                  <a:lnTo>
                    <a:pt x="20971" y="2384"/>
                  </a:lnTo>
                  <a:lnTo>
                    <a:pt x="19700" y="1669"/>
                  </a:lnTo>
                  <a:lnTo>
                    <a:pt x="18429" y="1113"/>
                  </a:lnTo>
                  <a:lnTo>
                    <a:pt x="16999" y="636"/>
                  </a:lnTo>
                  <a:lnTo>
                    <a:pt x="15649" y="239"/>
                  </a:lnTo>
                  <a:lnTo>
                    <a:pt x="14219" y="80"/>
                  </a:lnTo>
                  <a:lnTo>
                    <a:pt x="1278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5">
              <a:extLst>
                <a:ext uri="{FF2B5EF4-FFF2-40B4-BE49-F238E27FC236}">
                  <a16:creationId xmlns:a16="http://schemas.microsoft.com/office/drawing/2014/main" id="{AF7073D0-D7B4-252D-9715-25055830C46D}"/>
                </a:ext>
              </a:extLst>
            </p:cNvPr>
            <p:cNvSpPr/>
            <p:nvPr/>
          </p:nvSpPr>
          <p:spPr>
            <a:xfrm>
              <a:off x="1994900" y="1532900"/>
              <a:ext cx="369400" cy="369400"/>
            </a:xfrm>
            <a:custGeom>
              <a:avLst/>
              <a:gdLst/>
              <a:ahLst/>
              <a:cxnLst/>
              <a:rect l="l" t="t" r="r" b="b"/>
              <a:pathLst>
                <a:path w="14776" h="14776" extrusionOk="0">
                  <a:moveTo>
                    <a:pt x="6991" y="1"/>
                  </a:moveTo>
                  <a:lnTo>
                    <a:pt x="6276" y="160"/>
                  </a:lnTo>
                  <a:lnTo>
                    <a:pt x="5561" y="318"/>
                  </a:lnTo>
                  <a:lnTo>
                    <a:pt x="4846" y="557"/>
                  </a:lnTo>
                  <a:lnTo>
                    <a:pt x="4210" y="875"/>
                  </a:lnTo>
                  <a:lnTo>
                    <a:pt x="3575" y="1272"/>
                  </a:lnTo>
                  <a:lnTo>
                    <a:pt x="3019" y="1748"/>
                  </a:lnTo>
                  <a:lnTo>
                    <a:pt x="2463" y="2225"/>
                  </a:lnTo>
                  <a:lnTo>
                    <a:pt x="1907" y="2781"/>
                  </a:lnTo>
                  <a:lnTo>
                    <a:pt x="1510" y="3416"/>
                  </a:lnTo>
                  <a:lnTo>
                    <a:pt x="1112" y="4052"/>
                  </a:lnTo>
                  <a:lnTo>
                    <a:pt x="715" y="4767"/>
                  </a:lnTo>
                  <a:lnTo>
                    <a:pt x="477" y="5402"/>
                  </a:lnTo>
                  <a:lnTo>
                    <a:pt x="239" y="6197"/>
                  </a:lnTo>
                  <a:lnTo>
                    <a:pt x="80" y="6912"/>
                  </a:lnTo>
                  <a:lnTo>
                    <a:pt x="0" y="7706"/>
                  </a:lnTo>
                  <a:lnTo>
                    <a:pt x="0" y="8421"/>
                  </a:lnTo>
                  <a:lnTo>
                    <a:pt x="80" y="9136"/>
                  </a:lnTo>
                  <a:lnTo>
                    <a:pt x="239" y="9851"/>
                  </a:lnTo>
                  <a:lnTo>
                    <a:pt x="477" y="10486"/>
                  </a:lnTo>
                  <a:lnTo>
                    <a:pt x="715" y="11042"/>
                  </a:lnTo>
                  <a:lnTo>
                    <a:pt x="1112" y="11678"/>
                  </a:lnTo>
                  <a:lnTo>
                    <a:pt x="1510" y="12154"/>
                  </a:lnTo>
                  <a:lnTo>
                    <a:pt x="1907" y="12631"/>
                  </a:lnTo>
                  <a:lnTo>
                    <a:pt x="2463" y="13108"/>
                  </a:lnTo>
                  <a:lnTo>
                    <a:pt x="2939" y="13505"/>
                  </a:lnTo>
                  <a:lnTo>
                    <a:pt x="3575" y="13822"/>
                  </a:lnTo>
                  <a:lnTo>
                    <a:pt x="4210" y="14140"/>
                  </a:lnTo>
                  <a:lnTo>
                    <a:pt x="4846" y="14379"/>
                  </a:lnTo>
                  <a:lnTo>
                    <a:pt x="5561" y="14537"/>
                  </a:lnTo>
                  <a:lnTo>
                    <a:pt x="6276" y="14696"/>
                  </a:lnTo>
                  <a:lnTo>
                    <a:pt x="7070" y="14776"/>
                  </a:lnTo>
                  <a:lnTo>
                    <a:pt x="7785" y="14776"/>
                  </a:lnTo>
                  <a:lnTo>
                    <a:pt x="8500" y="14696"/>
                  </a:lnTo>
                  <a:lnTo>
                    <a:pt x="9215" y="14537"/>
                  </a:lnTo>
                  <a:lnTo>
                    <a:pt x="9930" y="14299"/>
                  </a:lnTo>
                  <a:lnTo>
                    <a:pt x="10565" y="14061"/>
                  </a:lnTo>
                  <a:lnTo>
                    <a:pt x="11201" y="13664"/>
                  </a:lnTo>
                  <a:lnTo>
                    <a:pt x="11836" y="13266"/>
                  </a:lnTo>
                  <a:lnTo>
                    <a:pt x="12313" y="12869"/>
                  </a:lnTo>
                  <a:lnTo>
                    <a:pt x="12869" y="12313"/>
                  </a:lnTo>
                  <a:lnTo>
                    <a:pt x="13266" y="11837"/>
                  </a:lnTo>
                  <a:lnTo>
                    <a:pt x="13663" y="11201"/>
                  </a:lnTo>
                  <a:lnTo>
                    <a:pt x="14060" y="10566"/>
                  </a:lnTo>
                  <a:lnTo>
                    <a:pt x="14299" y="9930"/>
                  </a:lnTo>
                  <a:lnTo>
                    <a:pt x="14537" y="9215"/>
                  </a:lnTo>
                  <a:lnTo>
                    <a:pt x="14696" y="8500"/>
                  </a:lnTo>
                  <a:lnTo>
                    <a:pt x="14775" y="7785"/>
                  </a:lnTo>
                  <a:lnTo>
                    <a:pt x="14775" y="6991"/>
                  </a:lnTo>
                  <a:lnTo>
                    <a:pt x="14696" y="6276"/>
                  </a:lnTo>
                  <a:lnTo>
                    <a:pt x="14537" y="5561"/>
                  </a:lnTo>
                  <a:lnTo>
                    <a:pt x="14299" y="4846"/>
                  </a:lnTo>
                  <a:lnTo>
                    <a:pt x="14060" y="4211"/>
                  </a:lnTo>
                  <a:lnTo>
                    <a:pt x="13743" y="3575"/>
                  </a:lnTo>
                  <a:lnTo>
                    <a:pt x="13345" y="3019"/>
                  </a:lnTo>
                  <a:lnTo>
                    <a:pt x="12869" y="2463"/>
                  </a:lnTo>
                  <a:lnTo>
                    <a:pt x="12392" y="1907"/>
                  </a:lnTo>
                  <a:lnTo>
                    <a:pt x="11836" y="1510"/>
                  </a:lnTo>
                  <a:lnTo>
                    <a:pt x="11201" y="1113"/>
                  </a:lnTo>
                  <a:lnTo>
                    <a:pt x="10645" y="716"/>
                  </a:lnTo>
                  <a:lnTo>
                    <a:pt x="9930" y="477"/>
                  </a:lnTo>
                  <a:lnTo>
                    <a:pt x="9215" y="239"/>
                  </a:lnTo>
                  <a:lnTo>
                    <a:pt x="8500" y="80"/>
                  </a:lnTo>
                  <a:lnTo>
                    <a:pt x="77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5">
              <a:extLst>
                <a:ext uri="{FF2B5EF4-FFF2-40B4-BE49-F238E27FC236}">
                  <a16:creationId xmlns:a16="http://schemas.microsoft.com/office/drawing/2014/main" id="{FCBEB1A9-17F1-4168-D4BA-932A5DBDE17A}"/>
                </a:ext>
              </a:extLst>
            </p:cNvPr>
            <p:cNvSpPr/>
            <p:nvPr/>
          </p:nvSpPr>
          <p:spPr>
            <a:xfrm>
              <a:off x="2090225" y="1624250"/>
              <a:ext cx="178750" cy="182725"/>
            </a:xfrm>
            <a:custGeom>
              <a:avLst/>
              <a:gdLst/>
              <a:ahLst/>
              <a:cxnLst/>
              <a:rect l="l" t="t" r="r" b="b"/>
              <a:pathLst>
                <a:path w="7150" h="7309" extrusionOk="0">
                  <a:moveTo>
                    <a:pt x="2939" y="1"/>
                  </a:moveTo>
                  <a:lnTo>
                    <a:pt x="2304" y="239"/>
                  </a:lnTo>
                  <a:lnTo>
                    <a:pt x="1748" y="557"/>
                  </a:lnTo>
                  <a:lnTo>
                    <a:pt x="1192" y="954"/>
                  </a:lnTo>
                  <a:lnTo>
                    <a:pt x="715" y="1510"/>
                  </a:lnTo>
                  <a:lnTo>
                    <a:pt x="318" y="2066"/>
                  </a:lnTo>
                  <a:lnTo>
                    <a:pt x="80" y="2781"/>
                  </a:lnTo>
                  <a:lnTo>
                    <a:pt x="0" y="3496"/>
                  </a:lnTo>
                  <a:lnTo>
                    <a:pt x="0" y="4211"/>
                  </a:lnTo>
                  <a:lnTo>
                    <a:pt x="159" y="4846"/>
                  </a:lnTo>
                  <a:lnTo>
                    <a:pt x="397" y="5482"/>
                  </a:lnTo>
                  <a:lnTo>
                    <a:pt x="795" y="6038"/>
                  </a:lnTo>
                  <a:lnTo>
                    <a:pt x="1351" y="6594"/>
                  </a:lnTo>
                  <a:lnTo>
                    <a:pt x="1986" y="6991"/>
                  </a:lnTo>
                  <a:lnTo>
                    <a:pt x="2622" y="7229"/>
                  </a:lnTo>
                  <a:lnTo>
                    <a:pt x="3337" y="7309"/>
                  </a:lnTo>
                  <a:lnTo>
                    <a:pt x="4051" y="7309"/>
                  </a:lnTo>
                  <a:lnTo>
                    <a:pt x="4766" y="7150"/>
                  </a:lnTo>
                  <a:lnTo>
                    <a:pt x="5402" y="6912"/>
                  </a:lnTo>
                  <a:lnTo>
                    <a:pt x="5958" y="6514"/>
                  </a:lnTo>
                  <a:lnTo>
                    <a:pt x="6435" y="5958"/>
                  </a:lnTo>
                  <a:lnTo>
                    <a:pt x="6832" y="5323"/>
                  </a:lnTo>
                  <a:lnTo>
                    <a:pt x="7070" y="4687"/>
                  </a:lnTo>
                  <a:lnTo>
                    <a:pt x="7149" y="3973"/>
                  </a:lnTo>
                  <a:lnTo>
                    <a:pt x="7070" y="3178"/>
                  </a:lnTo>
                  <a:lnTo>
                    <a:pt x="6911" y="2543"/>
                  </a:lnTo>
                  <a:lnTo>
                    <a:pt x="6593" y="1828"/>
                  </a:lnTo>
                  <a:lnTo>
                    <a:pt x="6117" y="1272"/>
                  </a:lnTo>
                  <a:lnTo>
                    <a:pt x="5561" y="716"/>
                  </a:lnTo>
                  <a:lnTo>
                    <a:pt x="4925" y="318"/>
                  </a:lnTo>
                  <a:lnTo>
                    <a:pt x="4290" y="80"/>
                  </a:lnTo>
                  <a:lnTo>
                    <a:pt x="3575"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5">
              <a:extLst>
                <a:ext uri="{FF2B5EF4-FFF2-40B4-BE49-F238E27FC236}">
                  <a16:creationId xmlns:a16="http://schemas.microsoft.com/office/drawing/2014/main" id="{75C9DFA0-DD79-B933-0AC9-C2B468AA0ACF}"/>
                </a:ext>
              </a:extLst>
            </p:cNvPr>
            <p:cNvSpPr/>
            <p:nvPr/>
          </p:nvSpPr>
          <p:spPr>
            <a:xfrm>
              <a:off x="2125975" y="1662000"/>
              <a:ext cx="111225" cy="109225"/>
            </a:xfrm>
            <a:custGeom>
              <a:avLst/>
              <a:gdLst/>
              <a:ahLst/>
              <a:cxnLst/>
              <a:rect l="l" t="t" r="r" b="b"/>
              <a:pathLst>
                <a:path w="4449" h="4369" extrusionOk="0">
                  <a:moveTo>
                    <a:pt x="2304" y="0"/>
                  </a:moveTo>
                  <a:lnTo>
                    <a:pt x="1827" y="79"/>
                  </a:lnTo>
                  <a:lnTo>
                    <a:pt x="1430" y="159"/>
                  </a:lnTo>
                  <a:lnTo>
                    <a:pt x="1033" y="318"/>
                  </a:lnTo>
                  <a:lnTo>
                    <a:pt x="715" y="556"/>
                  </a:lnTo>
                  <a:lnTo>
                    <a:pt x="397" y="874"/>
                  </a:lnTo>
                  <a:lnTo>
                    <a:pt x="159" y="1271"/>
                  </a:lnTo>
                  <a:lnTo>
                    <a:pt x="0" y="1668"/>
                  </a:lnTo>
                  <a:lnTo>
                    <a:pt x="0" y="2145"/>
                  </a:lnTo>
                  <a:lnTo>
                    <a:pt x="0" y="2542"/>
                  </a:lnTo>
                  <a:lnTo>
                    <a:pt x="80" y="2939"/>
                  </a:lnTo>
                  <a:lnTo>
                    <a:pt x="238" y="3336"/>
                  </a:lnTo>
                  <a:lnTo>
                    <a:pt x="477" y="3654"/>
                  </a:lnTo>
                  <a:lnTo>
                    <a:pt x="794" y="3972"/>
                  </a:lnTo>
                  <a:lnTo>
                    <a:pt x="1192" y="4210"/>
                  </a:lnTo>
                  <a:lnTo>
                    <a:pt x="1668" y="4369"/>
                  </a:lnTo>
                  <a:lnTo>
                    <a:pt x="2542" y="4369"/>
                  </a:lnTo>
                  <a:lnTo>
                    <a:pt x="2939" y="4210"/>
                  </a:lnTo>
                  <a:lnTo>
                    <a:pt x="3336" y="3972"/>
                  </a:lnTo>
                  <a:lnTo>
                    <a:pt x="3654" y="3733"/>
                  </a:lnTo>
                  <a:lnTo>
                    <a:pt x="3972" y="3336"/>
                  </a:lnTo>
                  <a:lnTo>
                    <a:pt x="4210" y="3019"/>
                  </a:lnTo>
                  <a:lnTo>
                    <a:pt x="4369" y="2542"/>
                  </a:lnTo>
                  <a:lnTo>
                    <a:pt x="4448" y="2145"/>
                  </a:lnTo>
                  <a:lnTo>
                    <a:pt x="4369" y="1748"/>
                  </a:lnTo>
                  <a:lnTo>
                    <a:pt x="4290" y="1430"/>
                  </a:lnTo>
                  <a:lnTo>
                    <a:pt x="4051" y="1033"/>
                  </a:lnTo>
                  <a:lnTo>
                    <a:pt x="3813" y="715"/>
                  </a:lnTo>
                  <a:lnTo>
                    <a:pt x="3495" y="477"/>
                  </a:lnTo>
                  <a:lnTo>
                    <a:pt x="3098" y="238"/>
                  </a:lnTo>
                  <a:lnTo>
                    <a:pt x="2701" y="79"/>
                  </a:lnTo>
                  <a:lnTo>
                    <a:pt x="2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5">
              <a:extLst>
                <a:ext uri="{FF2B5EF4-FFF2-40B4-BE49-F238E27FC236}">
                  <a16:creationId xmlns:a16="http://schemas.microsoft.com/office/drawing/2014/main" id="{780072C5-9BD1-78DB-90AF-207106B709C3}"/>
                </a:ext>
              </a:extLst>
            </p:cNvPr>
            <p:cNvSpPr/>
            <p:nvPr/>
          </p:nvSpPr>
          <p:spPr>
            <a:xfrm>
              <a:off x="2123975" y="1654050"/>
              <a:ext cx="15925" cy="15900"/>
            </a:xfrm>
            <a:custGeom>
              <a:avLst/>
              <a:gdLst/>
              <a:ahLst/>
              <a:cxnLst/>
              <a:rect l="l" t="t" r="r" b="b"/>
              <a:pathLst>
                <a:path w="637" h="636" extrusionOk="0">
                  <a:moveTo>
                    <a:pt x="239" y="0"/>
                  </a:moveTo>
                  <a:lnTo>
                    <a:pt x="80" y="80"/>
                  </a:lnTo>
                  <a:lnTo>
                    <a:pt x="1" y="159"/>
                  </a:lnTo>
                  <a:lnTo>
                    <a:pt x="1" y="318"/>
                  </a:lnTo>
                  <a:lnTo>
                    <a:pt x="1" y="397"/>
                  </a:lnTo>
                  <a:lnTo>
                    <a:pt x="80" y="556"/>
                  </a:lnTo>
                  <a:lnTo>
                    <a:pt x="160" y="636"/>
                  </a:lnTo>
                  <a:lnTo>
                    <a:pt x="477" y="636"/>
                  </a:lnTo>
                  <a:lnTo>
                    <a:pt x="636" y="397"/>
                  </a:lnTo>
                  <a:lnTo>
                    <a:pt x="636" y="239"/>
                  </a:lnTo>
                  <a:lnTo>
                    <a:pt x="557"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5">
              <a:extLst>
                <a:ext uri="{FF2B5EF4-FFF2-40B4-BE49-F238E27FC236}">
                  <a16:creationId xmlns:a16="http://schemas.microsoft.com/office/drawing/2014/main" id="{DDD1C6FB-B02A-9652-8E1B-24700179982C}"/>
                </a:ext>
              </a:extLst>
            </p:cNvPr>
            <p:cNvSpPr/>
            <p:nvPr/>
          </p:nvSpPr>
          <p:spPr>
            <a:xfrm>
              <a:off x="2173625" y="1640150"/>
              <a:ext cx="15925" cy="15900"/>
            </a:xfrm>
            <a:custGeom>
              <a:avLst/>
              <a:gdLst/>
              <a:ahLst/>
              <a:cxnLst/>
              <a:rect l="l" t="t" r="r" b="b"/>
              <a:pathLst>
                <a:path w="637" h="636" extrusionOk="0">
                  <a:moveTo>
                    <a:pt x="159" y="0"/>
                  </a:moveTo>
                  <a:lnTo>
                    <a:pt x="80" y="80"/>
                  </a:lnTo>
                  <a:lnTo>
                    <a:pt x="1" y="239"/>
                  </a:lnTo>
                  <a:lnTo>
                    <a:pt x="1" y="397"/>
                  </a:lnTo>
                  <a:lnTo>
                    <a:pt x="80" y="477"/>
                  </a:lnTo>
                  <a:lnTo>
                    <a:pt x="159" y="556"/>
                  </a:lnTo>
                  <a:lnTo>
                    <a:pt x="318" y="636"/>
                  </a:lnTo>
                  <a:lnTo>
                    <a:pt x="398" y="556"/>
                  </a:lnTo>
                  <a:lnTo>
                    <a:pt x="557" y="556"/>
                  </a:lnTo>
                  <a:lnTo>
                    <a:pt x="636" y="318"/>
                  </a:lnTo>
                  <a:lnTo>
                    <a:pt x="636" y="159"/>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a:extLst>
                <a:ext uri="{FF2B5EF4-FFF2-40B4-BE49-F238E27FC236}">
                  <a16:creationId xmlns:a16="http://schemas.microsoft.com/office/drawing/2014/main" id="{B82872C2-ED86-0CF0-9216-C1C308028E2B}"/>
                </a:ext>
              </a:extLst>
            </p:cNvPr>
            <p:cNvSpPr/>
            <p:nvPr/>
          </p:nvSpPr>
          <p:spPr>
            <a:xfrm>
              <a:off x="2102125" y="1703700"/>
              <a:ext cx="15925" cy="15900"/>
            </a:xfrm>
            <a:custGeom>
              <a:avLst/>
              <a:gdLst/>
              <a:ahLst/>
              <a:cxnLst/>
              <a:rect l="l" t="t" r="r" b="b"/>
              <a:pathLst>
                <a:path w="637" h="636" extrusionOk="0">
                  <a:moveTo>
                    <a:pt x="239" y="0"/>
                  </a:moveTo>
                  <a:lnTo>
                    <a:pt x="80" y="80"/>
                  </a:lnTo>
                  <a:lnTo>
                    <a:pt x="1" y="159"/>
                  </a:lnTo>
                  <a:lnTo>
                    <a:pt x="1" y="238"/>
                  </a:lnTo>
                  <a:lnTo>
                    <a:pt x="1" y="397"/>
                  </a:lnTo>
                  <a:lnTo>
                    <a:pt x="80" y="477"/>
                  </a:lnTo>
                  <a:lnTo>
                    <a:pt x="160" y="556"/>
                  </a:lnTo>
                  <a:lnTo>
                    <a:pt x="319" y="636"/>
                  </a:lnTo>
                  <a:lnTo>
                    <a:pt x="398" y="636"/>
                  </a:lnTo>
                  <a:lnTo>
                    <a:pt x="477" y="556"/>
                  </a:lnTo>
                  <a:lnTo>
                    <a:pt x="636" y="318"/>
                  </a:lnTo>
                  <a:lnTo>
                    <a:pt x="636" y="238"/>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a:extLst>
                <a:ext uri="{FF2B5EF4-FFF2-40B4-BE49-F238E27FC236}">
                  <a16:creationId xmlns:a16="http://schemas.microsoft.com/office/drawing/2014/main" id="{BFF23F94-4653-B2B0-DA4E-B1BBB5A78A39}"/>
                </a:ext>
              </a:extLst>
            </p:cNvPr>
            <p:cNvSpPr/>
            <p:nvPr/>
          </p:nvSpPr>
          <p:spPr>
            <a:xfrm>
              <a:off x="2114050" y="1749375"/>
              <a:ext cx="15900" cy="15900"/>
            </a:xfrm>
            <a:custGeom>
              <a:avLst/>
              <a:gdLst/>
              <a:ahLst/>
              <a:cxnLst/>
              <a:rect l="l" t="t" r="r" b="b"/>
              <a:pathLst>
                <a:path w="636" h="636" extrusionOk="0">
                  <a:moveTo>
                    <a:pt x="239" y="0"/>
                  </a:moveTo>
                  <a:lnTo>
                    <a:pt x="159" y="80"/>
                  </a:lnTo>
                  <a:lnTo>
                    <a:pt x="80" y="159"/>
                  </a:lnTo>
                  <a:lnTo>
                    <a:pt x="0" y="318"/>
                  </a:lnTo>
                  <a:lnTo>
                    <a:pt x="0" y="397"/>
                  </a:lnTo>
                  <a:lnTo>
                    <a:pt x="80" y="556"/>
                  </a:lnTo>
                  <a:lnTo>
                    <a:pt x="159" y="636"/>
                  </a:lnTo>
                  <a:lnTo>
                    <a:pt x="557" y="636"/>
                  </a:lnTo>
                  <a:lnTo>
                    <a:pt x="636" y="397"/>
                  </a:lnTo>
                  <a:lnTo>
                    <a:pt x="636" y="238"/>
                  </a:lnTo>
                  <a:lnTo>
                    <a:pt x="557" y="159"/>
                  </a:lnTo>
                  <a:lnTo>
                    <a:pt x="477" y="80"/>
                  </a:lnTo>
                  <a:lnTo>
                    <a:pt x="39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a:extLst>
                <a:ext uri="{FF2B5EF4-FFF2-40B4-BE49-F238E27FC236}">
                  <a16:creationId xmlns:a16="http://schemas.microsoft.com/office/drawing/2014/main" id="{737F1F18-1E20-52F3-E6E1-BBF06CEBEAA2}"/>
                </a:ext>
              </a:extLst>
            </p:cNvPr>
            <p:cNvSpPr/>
            <p:nvPr/>
          </p:nvSpPr>
          <p:spPr>
            <a:xfrm>
              <a:off x="2151775" y="1779150"/>
              <a:ext cx="15925" cy="15925"/>
            </a:xfrm>
            <a:custGeom>
              <a:avLst/>
              <a:gdLst/>
              <a:ahLst/>
              <a:cxnLst/>
              <a:rect l="l" t="t" r="r" b="b"/>
              <a:pathLst>
                <a:path w="637" h="637" extrusionOk="0">
                  <a:moveTo>
                    <a:pt x="239" y="1"/>
                  </a:moveTo>
                  <a:lnTo>
                    <a:pt x="160" y="80"/>
                  </a:lnTo>
                  <a:lnTo>
                    <a:pt x="80" y="160"/>
                  </a:lnTo>
                  <a:lnTo>
                    <a:pt x="1" y="239"/>
                  </a:lnTo>
                  <a:lnTo>
                    <a:pt x="1" y="398"/>
                  </a:lnTo>
                  <a:lnTo>
                    <a:pt x="80" y="477"/>
                  </a:lnTo>
                  <a:lnTo>
                    <a:pt x="160" y="557"/>
                  </a:lnTo>
                  <a:lnTo>
                    <a:pt x="319" y="636"/>
                  </a:lnTo>
                  <a:lnTo>
                    <a:pt x="398" y="636"/>
                  </a:lnTo>
                  <a:lnTo>
                    <a:pt x="557" y="557"/>
                  </a:lnTo>
                  <a:lnTo>
                    <a:pt x="636" y="318"/>
                  </a:lnTo>
                  <a:lnTo>
                    <a:pt x="636" y="239"/>
                  </a:lnTo>
                  <a:lnTo>
                    <a:pt x="557" y="80"/>
                  </a:lnTo>
                  <a:lnTo>
                    <a:pt x="477"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a:extLst>
                <a:ext uri="{FF2B5EF4-FFF2-40B4-BE49-F238E27FC236}">
                  <a16:creationId xmlns:a16="http://schemas.microsoft.com/office/drawing/2014/main" id="{1BBD91D5-FBD8-F187-A716-0EB053D2DFD8}"/>
                </a:ext>
              </a:extLst>
            </p:cNvPr>
            <p:cNvSpPr/>
            <p:nvPr/>
          </p:nvSpPr>
          <p:spPr>
            <a:xfrm>
              <a:off x="2195475" y="1777175"/>
              <a:ext cx="15900" cy="15900"/>
            </a:xfrm>
            <a:custGeom>
              <a:avLst/>
              <a:gdLst/>
              <a:ahLst/>
              <a:cxnLst/>
              <a:rect l="l" t="t" r="r" b="b"/>
              <a:pathLst>
                <a:path w="636" h="636" extrusionOk="0">
                  <a:moveTo>
                    <a:pt x="398" y="0"/>
                  </a:moveTo>
                  <a:lnTo>
                    <a:pt x="239" y="80"/>
                  </a:lnTo>
                  <a:lnTo>
                    <a:pt x="159" y="80"/>
                  </a:lnTo>
                  <a:lnTo>
                    <a:pt x="80" y="159"/>
                  </a:lnTo>
                  <a:lnTo>
                    <a:pt x="0" y="318"/>
                  </a:lnTo>
                  <a:lnTo>
                    <a:pt x="0" y="477"/>
                  </a:lnTo>
                  <a:lnTo>
                    <a:pt x="80" y="556"/>
                  </a:lnTo>
                  <a:lnTo>
                    <a:pt x="159" y="636"/>
                  </a:lnTo>
                  <a:lnTo>
                    <a:pt x="556" y="636"/>
                  </a:lnTo>
                  <a:lnTo>
                    <a:pt x="636" y="397"/>
                  </a:lnTo>
                  <a:lnTo>
                    <a:pt x="636" y="239"/>
                  </a:lnTo>
                  <a:lnTo>
                    <a:pt x="556" y="159"/>
                  </a:lnTo>
                  <a:lnTo>
                    <a:pt x="477" y="80"/>
                  </a:lnTo>
                  <a:lnTo>
                    <a:pt x="39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a:extLst>
                <a:ext uri="{FF2B5EF4-FFF2-40B4-BE49-F238E27FC236}">
                  <a16:creationId xmlns:a16="http://schemas.microsoft.com/office/drawing/2014/main" id="{4A29D5B8-821B-344E-5B3B-3E7ED340F770}"/>
                </a:ext>
              </a:extLst>
            </p:cNvPr>
            <p:cNvSpPr/>
            <p:nvPr/>
          </p:nvSpPr>
          <p:spPr>
            <a:xfrm>
              <a:off x="2235200" y="1751350"/>
              <a:ext cx="15900" cy="15925"/>
            </a:xfrm>
            <a:custGeom>
              <a:avLst/>
              <a:gdLst/>
              <a:ahLst/>
              <a:cxnLst/>
              <a:rect l="l" t="t" r="r" b="b"/>
              <a:pathLst>
                <a:path w="636" h="637" extrusionOk="0">
                  <a:moveTo>
                    <a:pt x="238" y="1"/>
                  </a:moveTo>
                  <a:lnTo>
                    <a:pt x="79" y="80"/>
                  </a:lnTo>
                  <a:lnTo>
                    <a:pt x="0" y="159"/>
                  </a:lnTo>
                  <a:lnTo>
                    <a:pt x="0" y="318"/>
                  </a:lnTo>
                  <a:lnTo>
                    <a:pt x="0" y="398"/>
                  </a:lnTo>
                  <a:lnTo>
                    <a:pt x="79" y="557"/>
                  </a:lnTo>
                  <a:lnTo>
                    <a:pt x="159" y="636"/>
                  </a:lnTo>
                  <a:lnTo>
                    <a:pt x="397" y="636"/>
                  </a:lnTo>
                  <a:lnTo>
                    <a:pt x="477" y="557"/>
                  </a:lnTo>
                  <a:lnTo>
                    <a:pt x="636" y="398"/>
                  </a:lnTo>
                  <a:lnTo>
                    <a:pt x="636" y="239"/>
                  </a:lnTo>
                  <a:lnTo>
                    <a:pt x="556" y="159"/>
                  </a:lnTo>
                  <a:lnTo>
                    <a:pt x="477" y="80"/>
                  </a:lnTo>
                  <a:lnTo>
                    <a:pt x="318"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a:extLst>
                <a:ext uri="{FF2B5EF4-FFF2-40B4-BE49-F238E27FC236}">
                  <a16:creationId xmlns:a16="http://schemas.microsoft.com/office/drawing/2014/main" id="{0BEC347C-4C35-A731-9B5D-D9837423BDE4}"/>
                </a:ext>
              </a:extLst>
            </p:cNvPr>
            <p:cNvSpPr/>
            <p:nvPr/>
          </p:nvSpPr>
          <p:spPr>
            <a:xfrm>
              <a:off x="2243125" y="1699725"/>
              <a:ext cx="15925" cy="15900"/>
            </a:xfrm>
            <a:custGeom>
              <a:avLst/>
              <a:gdLst/>
              <a:ahLst/>
              <a:cxnLst/>
              <a:rect l="l" t="t" r="r" b="b"/>
              <a:pathLst>
                <a:path w="637" h="636" extrusionOk="0">
                  <a:moveTo>
                    <a:pt x="239" y="0"/>
                  </a:moveTo>
                  <a:lnTo>
                    <a:pt x="160" y="80"/>
                  </a:lnTo>
                  <a:lnTo>
                    <a:pt x="80" y="159"/>
                  </a:lnTo>
                  <a:lnTo>
                    <a:pt x="1" y="239"/>
                  </a:lnTo>
                  <a:lnTo>
                    <a:pt x="80" y="397"/>
                  </a:lnTo>
                  <a:lnTo>
                    <a:pt x="80" y="477"/>
                  </a:lnTo>
                  <a:lnTo>
                    <a:pt x="239" y="556"/>
                  </a:lnTo>
                  <a:lnTo>
                    <a:pt x="319" y="636"/>
                  </a:lnTo>
                  <a:lnTo>
                    <a:pt x="477" y="636"/>
                  </a:lnTo>
                  <a:lnTo>
                    <a:pt x="557" y="556"/>
                  </a:lnTo>
                  <a:lnTo>
                    <a:pt x="636" y="318"/>
                  </a:lnTo>
                  <a:lnTo>
                    <a:pt x="636" y="239"/>
                  </a:lnTo>
                  <a:lnTo>
                    <a:pt x="636"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a:extLst>
                <a:ext uri="{FF2B5EF4-FFF2-40B4-BE49-F238E27FC236}">
                  <a16:creationId xmlns:a16="http://schemas.microsoft.com/office/drawing/2014/main" id="{7ED6696D-B029-1A19-01D0-17ED76CD2847}"/>
                </a:ext>
              </a:extLst>
            </p:cNvPr>
            <p:cNvSpPr/>
            <p:nvPr/>
          </p:nvSpPr>
          <p:spPr>
            <a:xfrm>
              <a:off x="2217325" y="1658025"/>
              <a:ext cx="15900" cy="15900"/>
            </a:xfrm>
            <a:custGeom>
              <a:avLst/>
              <a:gdLst/>
              <a:ahLst/>
              <a:cxnLst/>
              <a:rect l="l" t="t" r="r" b="b"/>
              <a:pathLst>
                <a:path w="636" h="636" extrusionOk="0">
                  <a:moveTo>
                    <a:pt x="238" y="0"/>
                  </a:moveTo>
                  <a:lnTo>
                    <a:pt x="159" y="80"/>
                  </a:lnTo>
                  <a:lnTo>
                    <a:pt x="80" y="159"/>
                  </a:lnTo>
                  <a:lnTo>
                    <a:pt x="0" y="238"/>
                  </a:lnTo>
                  <a:lnTo>
                    <a:pt x="0" y="397"/>
                  </a:lnTo>
                  <a:lnTo>
                    <a:pt x="80" y="477"/>
                  </a:lnTo>
                  <a:lnTo>
                    <a:pt x="159" y="556"/>
                  </a:lnTo>
                  <a:lnTo>
                    <a:pt x="318" y="636"/>
                  </a:lnTo>
                  <a:lnTo>
                    <a:pt x="397" y="636"/>
                  </a:lnTo>
                  <a:lnTo>
                    <a:pt x="556" y="556"/>
                  </a:lnTo>
                  <a:lnTo>
                    <a:pt x="636" y="318"/>
                  </a:lnTo>
                  <a:lnTo>
                    <a:pt x="636" y="238"/>
                  </a:lnTo>
                  <a:lnTo>
                    <a:pt x="556"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a:extLst>
                <a:ext uri="{FF2B5EF4-FFF2-40B4-BE49-F238E27FC236}">
                  <a16:creationId xmlns:a16="http://schemas.microsoft.com/office/drawing/2014/main" id="{C10A565E-3F1B-F4FC-6465-69F25905A9A6}"/>
                </a:ext>
              </a:extLst>
            </p:cNvPr>
            <p:cNvSpPr/>
            <p:nvPr/>
          </p:nvSpPr>
          <p:spPr>
            <a:xfrm>
              <a:off x="2304700" y="1638150"/>
              <a:ext cx="172800" cy="343600"/>
            </a:xfrm>
            <a:custGeom>
              <a:avLst/>
              <a:gdLst/>
              <a:ahLst/>
              <a:cxnLst/>
              <a:rect l="l" t="t" r="r" b="b"/>
              <a:pathLst>
                <a:path w="6912" h="13744" extrusionOk="0">
                  <a:moveTo>
                    <a:pt x="5640" y="1"/>
                  </a:moveTo>
                  <a:lnTo>
                    <a:pt x="5243" y="160"/>
                  </a:lnTo>
                  <a:lnTo>
                    <a:pt x="4925" y="319"/>
                  </a:lnTo>
                  <a:lnTo>
                    <a:pt x="4607" y="557"/>
                  </a:lnTo>
                  <a:lnTo>
                    <a:pt x="4449" y="795"/>
                  </a:lnTo>
                  <a:lnTo>
                    <a:pt x="4290" y="1192"/>
                  </a:lnTo>
                  <a:lnTo>
                    <a:pt x="4131" y="1590"/>
                  </a:lnTo>
                  <a:lnTo>
                    <a:pt x="3972" y="2543"/>
                  </a:lnTo>
                  <a:lnTo>
                    <a:pt x="3734" y="4846"/>
                  </a:lnTo>
                  <a:lnTo>
                    <a:pt x="3495" y="6117"/>
                  </a:lnTo>
                  <a:lnTo>
                    <a:pt x="3257" y="6753"/>
                  </a:lnTo>
                  <a:lnTo>
                    <a:pt x="3019" y="7388"/>
                  </a:lnTo>
                  <a:lnTo>
                    <a:pt x="2780" y="8024"/>
                  </a:lnTo>
                  <a:lnTo>
                    <a:pt x="2463" y="8580"/>
                  </a:lnTo>
                  <a:lnTo>
                    <a:pt x="1827" y="9533"/>
                  </a:lnTo>
                  <a:lnTo>
                    <a:pt x="636" y="11042"/>
                  </a:lnTo>
                  <a:lnTo>
                    <a:pt x="239" y="11678"/>
                  </a:lnTo>
                  <a:lnTo>
                    <a:pt x="80" y="11916"/>
                  </a:lnTo>
                  <a:lnTo>
                    <a:pt x="0" y="12234"/>
                  </a:lnTo>
                  <a:lnTo>
                    <a:pt x="0" y="12472"/>
                  </a:lnTo>
                  <a:lnTo>
                    <a:pt x="0" y="12790"/>
                  </a:lnTo>
                  <a:lnTo>
                    <a:pt x="159" y="13028"/>
                  </a:lnTo>
                  <a:lnTo>
                    <a:pt x="397" y="13346"/>
                  </a:lnTo>
                  <a:lnTo>
                    <a:pt x="636" y="13584"/>
                  </a:lnTo>
                  <a:lnTo>
                    <a:pt x="874" y="13743"/>
                  </a:lnTo>
                  <a:lnTo>
                    <a:pt x="1192" y="13743"/>
                  </a:lnTo>
                  <a:lnTo>
                    <a:pt x="1510" y="13664"/>
                  </a:lnTo>
                  <a:lnTo>
                    <a:pt x="1827" y="13584"/>
                  </a:lnTo>
                  <a:lnTo>
                    <a:pt x="2224" y="13346"/>
                  </a:lnTo>
                  <a:lnTo>
                    <a:pt x="2939" y="12790"/>
                  </a:lnTo>
                  <a:lnTo>
                    <a:pt x="3654" y="11916"/>
                  </a:lnTo>
                  <a:lnTo>
                    <a:pt x="4369" y="10883"/>
                  </a:lnTo>
                  <a:lnTo>
                    <a:pt x="5084" y="9771"/>
                  </a:lnTo>
                  <a:lnTo>
                    <a:pt x="5640" y="8500"/>
                  </a:lnTo>
                  <a:lnTo>
                    <a:pt x="6117" y="7071"/>
                  </a:lnTo>
                  <a:lnTo>
                    <a:pt x="6514" y="5641"/>
                  </a:lnTo>
                  <a:lnTo>
                    <a:pt x="6832" y="4211"/>
                  </a:lnTo>
                  <a:lnTo>
                    <a:pt x="6911" y="2860"/>
                  </a:lnTo>
                  <a:lnTo>
                    <a:pt x="6911" y="1669"/>
                  </a:lnTo>
                  <a:lnTo>
                    <a:pt x="6832" y="1192"/>
                  </a:lnTo>
                  <a:lnTo>
                    <a:pt x="6673" y="716"/>
                  </a:lnTo>
                  <a:lnTo>
                    <a:pt x="6514" y="398"/>
                  </a:lnTo>
                  <a:lnTo>
                    <a:pt x="6276" y="160"/>
                  </a:lnTo>
                  <a:lnTo>
                    <a:pt x="5958" y="80"/>
                  </a:lnTo>
                  <a:lnTo>
                    <a:pt x="5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a:extLst>
                <a:ext uri="{FF2B5EF4-FFF2-40B4-BE49-F238E27FC236}">
                  <a16:creationId xmlns:a16="http://schemas.microsoft.com/office/drawing/2014/main" id="{906ED21E-1166-9C3D-7303-61D2CD469B30}"/>
                </a:ext>
              </a:extLst>
            </p:cNvPr>
            <p:cNvSpPr/>
            <p:nvPr/>
          </p:nvSpPr>
          <p:spPr>
            <a:xfrm>
              <a:off x="1480550" y="978850"/>
              <a:ext cx="123150" cy="194625"/>
            </a:xfrm>
            <a:custGeom>
              <a:avLst/>
              <a:gdLst/>
              <a:ahLst/>
              <a:cxnLst/>
              <a:rect l="l" t="t" r="r" b="b"/>
              <a:pathLst>
                <a:path w="4926" h="7785" extrusionOk="0">
                  <a:moveTo>
                    <a:pt x="3178" y="0"/>
                  </a:moveTo>
                  <a:lnTo>
                    <a:pt x="2702" y="80"/>
                  </a:lnTo>
                  <a:lnTo>
                    <a:pt x="2225" y="318"/>
                  </a:lnTo>
                  <a:lnTo>
                    <a:pt x="1669" y="636"/>
                  </a:lnTo>
                  <a:lnTo>
                    <a:pt x="1113" y="1112"/>
                  </a:lnTo>
                  <a:lnTo>
                    <a:pt x="716" y="1668"/>
                  </a:lnTo>
                  <a:lnTo>
                    <a:pt x="318" y="2304"/>
                  </a:lnTo>
                  <a:lnTo>
                    <a:pt x="80" y="3019"/>
                  </a:lnTo>
                  <a:lnTo>
                    <a:pt x="1" y="3813"/>
                  </a:lnTo>
                  <a:lnTo>
                    <a:pt x="80" y="4528"/>
                  </a:lnTo>
                  <a:lnTo>
                    <a:pt x="239" y="5322"/>
                  </a:lnTo>
                  <a:lnTo>
                    <a:pt x="557" y="5958"/>
                  </a:lnTo>
                  <a:lnTo>
                    <a:pt x="954" y="6593"/>
                  </a:lnTo>
                  <a:lnTo>
                    <a:pt x="1351" y="7070"/>
                  </a:lnTo>
                  <a:lnTo>
                    <a:pt x="1828" y="7467"/>
                  </a:lnTo>
                  <a:lnTo>
                    <a:pt x="2304" y="7706"/>
                  </a:lnTo>
                  <a:lnTo>
                    <a:pt x="2781" y="7785"/>
                  </a:lnTo>
                  <a:lnTo>
                    <a:pt x="3178" y="7706"/>
                  </a:lnTo>
                  <a:lnTo>
                    <a:pt x="3655" y="7467"/>
                  </a:lnTo>
                  <a:lnTo>
                    <a:pt x="3972" y="7149"/>
                  </a:lnTo>
                  <a:lnTo>
                    <a:pt x="4290" y="6673"/>
                  </a:lnTo>
                  <a:lnTo>
                    <a:pt x="4608" y="6117"/>
                  </a:lnTo>
                  <a:lnTo>
                    <a:pt x="4767" y="5481"/>
                  </a:lnTo>
                  <a:lnTo>
                    <a:pt x="4926" y="4766"/>
                  </a:lnTo>
                  <a:lnTo>
                    <a:pt x="4926" y="3972"/>
                  </a:lnTo>
                  <a:lnTo>
                    <a:pt x="4926" y="3178"/>
                  </a:lnTo>
                  <a:lnTo>
                    <a:pt x="4846" y="2463"/>
                  </a:lnTo>
                  <a:lnTo>
                    <a:pt x="4687" y="1827"/>
                  </a:lnTo>
                  <a:lnTo>
                    <a:pt x="4529" y="1192"/>
                  </a:lnTo>
                  <a:lnTo>
                    <a:pt x="4290" y="715"/>
                  </a:lnTo>
                  <a:lnTo>
                    <a:pt x="3972" y="318"/>
                  </a:lnTo>
                  <a:lnTo>
                    <a:pt x="3575" y="80"/>
                  </a:lnTo>
                  <a:lnTo>
                    <a:pt x="317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a:extLst>
                <a:ext uri="{FF2B5EF4-FFF2-40B4-BE49-F238E27FC236}">
                  <a16:creationId xmlns:a16="http://schemas.microsoft.com/office/drawing/2014/main" id="{DA7B35E3-46C3-6C6F-CEA5-6C40ADDC4C2D}"/>
                </a:ext>
              </a:extLst>
            </p:cNvPr>
            <p:cNvSpPr/>
            <p:nvPr/>
          </p:nvSpPr>
          <p:spPr>
            <a:xfrm>
              <a:off x="6020275" y="1042400"/>
              <a:ext cx="105275" cy="150950"/>
            </a:xfrm>
            <a:custGeom>
              <a:avLst/>
              <a:gdLst/>
              <a:ahLst/>
              <a:cxnLst/>
              <a:rect l="l" t="t" r="r" b="b"/>
              <a:pathLst>
                <a:path w="4211" h="6038" extrusionOk="0">
                  <a:moveTo>
                    <a:pt x="1907" y="0"/>
                  </a:moveTo>
                  <a:lnTo>
                    <a:pt x="1509" y="80"/>
                  </a:lnTo>
                  <a:lnTo>
                    <a:pt x="1112" y="239"/>
                  </a:lnTo>
                  <a:lnTo>
                    <a:pt x="795" y="477"/>
                  </a:lnTo>
                  <a:lnTo>
                    <a:pt x="556" y="874"/>
                  </a:lnTo>
                  <a:lnTo>
                    <a:pt x="318" y="1351"/>
                  </a:lnTo>
                  <a:lnTo>
                    <a:pt x="159" y="1827"/>
                  </a:lnTo>
                  <a:lnTo>
                    <a:pt x="80" y="2383"/>
                  </a:lnTo>
                  <a:lnTo>
                    <a:pt x="0" y="3019"/>
                  </a:lnTo>
                  <a:lnTo>
                    <a:pt x="80" y="3654"/>
                  </a:lnTo>
                  <a:lnTo>
                    <a:pt x="159" y="4210"/>
                  </a:lnTo>
                  <a:lnTo>
                    <a:pt x="318" y="4687"/>
                  </a:lnTo>
                  <a:lnTo>
                    <a:pt x="556" y="5164"/>
                  </a:lnTo>
                  <a:lnTo>
                    <a:pt x="795" y="5561"/>
                  </a:lnTo>
                  <a:lnTo>
                    <a:pt x="1112" y="5799"/>
                  </a:lnTo>
                  <a:lnTo>
                    <a:pt x="1509" y="6037"/>
                  </a:lnTo>
                  <a:lnTo>
                    <a:pt x="1907" y="6037"/>
                  </a:lnTo>
                  <a:lnTo>
                    <a:pt x="2304" y="5958"/>
                  </a:lnTo>
                  <a:lnTo>
                    <a:pt x="2701" y="5799"/>
                  </a:lnTo>
                  <a:lnTo>
                    <a:pt x="3098" y="5481"/>
                  </a:lnTo>
                  <a:lnTo>
                    <a:pt x="3416" y="5005"/>
                  </a:lnTo>
                  <a:lnTo>
                    <a:pt x="3734" y="4528"/>
                  </a:lnTo>
                  <a:lnTo>
                    <a:pt x="3972" y="3972"/>
                  </a:lnTo>
                  <a:lnTo>
                    <a:pt x="4210" y="3337"/>
                  </a:lnTo>
                  <a:lnTo>
                    <a:pt x="4210" y="2780"/>
                  </a:lnTo>
                  <a:lnTo>
                    <a:pt x="4210" y="2145"/>
                  </a:lnTo>
                  <a:lnTo>
                    <a:pt x="3972" y="1589"/>
                  </a:lnTo>
                  <a:lnTo>
                    <a:pt x="3734" y="1112"/>
                  </a:lnTo>
                  <a:lnTo>
                    <a:pt x="3416" y="715"/>
                  </a:lnTo>
                  <a:lnTo>
                    <a:pt x="3098" y="397"/>
                  </a:lnTo>
                  <a:lnTo>
                    <a:pt x="2701" y="159"/>
                  </a:lnTo>
                  <a:lnTo>
                    <a:pt x="2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a:extLst>
                <a:ext uri="{FF2B5EF4-FFF2-40B4-BE49-F238E27FC236}">
                  <a16:creationId xmlns:a16="http://schemas.microsoft.com/office/drawing/2014/main" id="{D0F8EA12-D8A7-D692-68C4-CFC47594B57A}"/>
                </a:ext>
              </a:extLst>
            </p:cNvPr>
            <p:cNvSpPr/>
            <p:nvPr/>
          </p:nvSpPr>
          <p:spPr>
            <a:xfrm>
              <a:off x="4747325" y="1368075"/>
              <a:ext cx="699050" cy="699050"/>
            </a:xfrm>
            <a:custGeom>
              <a:avLst/>
              <a:gdLst/>
              <a:ahLst/>
              <a:cxnLst/>
              <a:rect l="l" t="t" r="r" b="b"/>
              <a:pathLst>
                <a:path w="27962" h="27962" extrusionOk="0">
                  <a:moveTo>
                    <a:pt x="12710" y="1"/>
                  </a:moveTo>
                  <a:lnTo>
                    <a:pt x="11280" y="80"/>
                  </a:lnTo>
                  <a:lnTo>
                    <a:pt x="9930" y="239"/>
                  </a:lnTo>
                  <a:lnTo>
                    <a:pt x="8659" y="636"/>
                  </a:lnTo>
                  <a:lnTo>
                    <a:pt x="7467" y="1113"/>
                  </a:lnTo>
                  <a:lnTo>
                    <a:pt x="6355" y="1669"/>
                  </a:lnTo>
                  <a:lnTo>
                    <a:pt x="5322" y="2384"/>
                  </a:lnTo>
                  <a:lnTo>
                    <a:pt x="4369" y="3178"/>
                  </a:lnTo>
                  <a:lnTo>
                    <a:pt x="3495" y="4052"/>
                  </a:lnTo>
                  <a:lnTo>
                    <a:pt x="2701" y="5084"/>
                  </a:lnTo>
                  <a:lnTo>
                    <a:pt x="1986" y="6117"/>
                  </a:lnTo>
                  <a:lnTo>
                    <a:pt x="1351" y="7309"/>
                  </a:lnTo>
                  <a:lnTo>
                    <a:pt x="874" y="8500"/>
                  </a:lnTo>
                  <a:lnTo>
                    <a:pt x="477" y="9851"/>
                  </a:lnTo>
                  <a:lnTo>
                    <a:pt x="239" y="11122"/>
                  </a:lnTo>
                  <a:lnTo>
                    <a:pt x="80" y="12551"/>
                  </a:lnTo>
                  <a:lnTo>
                    <a:pt x="0" y="13981"/>
                  </a:lnTo>
                  <a:lnTo>
                    <a:pt x="80" y="15411"/>
                  </a:lnTo>
                  <a:lnTo>
                    <a:pt x="239" y="16761"/>
                  </a:lnTo>
                  <a:lnTo>
                    <a:pt x="636" y="18112"/>
                  </a:lnTo>
                  <a:lnTo>
                    <a:pt x="1112" y="19383"/>
                  </a:lnTo>
                  <a:lnTo>
                    <a:pt x="1668" y="20654"/>
                  </a:lnTo>
                  <a:lnTo>
                    <a:pt x="2383" y="21766"/>
                  </a:lnTo>
                  <a:lnTo>
                    <a:pt x="3178" y="22878"/>
                  </a:lnTo>
                  <a:lnTo>
                    <a:pt x="4052" y="23831"/>
                  </a:lnTo>
                  <a:lnTo>
                    <a:pt x="5084" y="24784"/>
                  </a:lnTo>
                  <a:lnTo>
                    <a:pt x="6117" y="25579"/>
                  </a:lnTo>
                  <a:lnTo>
                    <a:pt x="7308" y="26294"/>
                  </a:lnTo>
                  <a:lnTo>
                    <a:pt x="8500" y="26850"/>
                  </a:lnTo>
                  <a:lnTo>
                    <a:pt x="9850" y="27326"/>
                  </a:lnTo>
                  <a:lnTo>
                    <a:pt x="11121" y="27644"/>
                  </a:lnTo>
                  <a:lnTo>
                    <a:pt x="12551" y="27882"/>
                  </a:lnTo>
                  <a:lnTo>
                    <a:pt x="13981" y="27962"/>
                  </a:lnTo>
                  <a:lnTo>
                    <a:pt x="15411" y="27882"/>
                  </a:lnTo>
                  <a:lnTo>
                    <a:pt x="16761" y="27644"/>
                  </a:lnTo>
                  <a:lnTo>
                    <a:pt x="18112" y="27326"/>
                  </a:lnTo>
                  <a:lnTo>
                    <a:pt x="19382" y="26850"/>
                  </a:lnTo>
                  <a:lnTo>
                    <a:pt x="20653" y="26294"/>
                  </a:lnTo>
                  <a:lnTo>
                    <a:pt x="21766" y="25579"/>
                  </a:lnTo>
                  <a:lnTo>
                    <a:pt x="22878" y="24784"/>
                  </a:lnTo>
                  <a:lnTo>
                    <a:pt x="23831" y="23831"/>
                  </a:lnTo>
                  <a:lnTo>
                    <a:pt x="24784" y="22878"/>
                  </a:lnTo>
                  <a:lnTo>
                    <a:pt x="25578" y="21766"/>
                  </a:lnTo>
                  <a:lnTo>
                    <a:pt x="26293" y="20654"/>
                  </a:lnTo>
                  <a:lnTo>
                    <a:pt x="26849" y="19383"/>
                  </a:lnTo>
                  <a:lnTo>
                    <a:pt x="27326" y="18112"/>
                  </a:lnTo>
                  <a:lnTo>
                    <a:pt x="27644" y="16761"/>
                  </a:lnTo>
                  <a:lnTo>
                    <a:pt x="27882" y="15411"/>
                  </a:lnTo>
                  <a:lnTo>
                    <a:pt x="27961" y="13981"/>
                  </a:lnTo>
                  <a:lnTo>
                    <a:pt x="27882" y="12551"/>
                  </a:lnTo>
                  <a:lnTo>
                    <a:pt x="27644" y="11122"/>
                  </a:lnTo>
                  <a:lnTo>
                    <a:pt x="27247" y="9851"/>
                  </a:lnTo>
                  <a:lnTo>
                    <a:pt x="26691" y="8500"/>
                  </a:lnTo>
                  <a:lnTo>
                    <a:pt x="25976" y="7309"/>
                  </a:lnTo>
                  <a:lnTo>
                    <a:pt x="25181" y="6117"/>
                  </a:lnTo>
                  <a:lnTo>
                    <a:pt x="24228" y="5084"/>
                  </a:lnTo>
                  <a:lnTo>
                    <a:pt x="23275" y="4052"/>
                  </a:lnTo>
                  <a:lnTo>
                    <a:pt x="22163" y="3178"/>
                  </a:lnTo>
                  <a:lnTo>
                    <a:pt x="20971" y="2384"/>
                  </a:lnTo>
                  <a:lnTo>
                    <a:pt x="19700" y="1669"/>
                  </a:lnTo>
                  <a:lnTo>
                    <a:pt x="18350" y="1113"/>
                  </a:lnTo>
                  <a:lnTo>
                    <a:pt x="16999" y="636"/>
                  </a:lnTo>
                  <a:lnTo>
                    <a:pt x="15570" y="239"/>
                  </a:lnTo>
                  <a:lnTo>
                    <a:pt x="14140" y="80"/>
                  </a:lnTo>
                  <a:lnTo>
                    <a:pt x="127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a:extLst>
                <a:ext uri="{FF2B5EF4-FFF2-40B4-BE49-F238E27FC236}">
                  <a16:creationId xmlns:a16="http://schemas.microsoft.com/office/drawing/2014/main" id="{FB566AD0-81EF-E980-140F-ECFE2E57127D}"/>
                </a:ext>
              </a:extLst>
            </p:cNvPr>
            <p:cNvSpPr/>
            <p:nvPr/>
          </p:nvSpPr>
          <p:spPr>
            <a:xfrm>
              <a:off x="4912150" y="1532900"/>
              <a:ext cx="369400" cy="369400"/>
            </a:xfrm>
            <a:custGeom>
              <a:avLst/>
              <a:gdLst/>
              <a:ahLst/>
              <a:cxnLst/>
              <a:rect l="l" t="t" r="r" b="b"/>
              <a:pathLst>
                <a:path w="14776" h="14776" extrusionOk="0">
                  <a:moveTo>
                    <a:pt x="6991" y="1"/>
                  </a:moveTo>
                  <a:lnTo>
                    <a:pt x="6276" y="160"/>
                  </a:lnTo>
                  <a:lnTo>
                    <a:pt x="5561" y="318"/>
                  </a:lnTo>
                  <a:lnTo>
                    <a:pt x="4846" y="557"/>
                  </a:lnTo>
                  <a:lnTo>
                    <a:pt x="4211" y="875"/>
                  </a:lnTo>
                  <a:lnTo>
                    <a:pt x="3575" y="1272"/>
                  </a:lnTo>
                  <a:lnTo>
                    <a:pt x="2940" y="1748"/>
                  </a:lnTo>
                  <a:lnTo>
                    <a:pt x="2383" y="2225"/>
                  </a:lnTo>
                  <a:lnTo>
                    <a:pt x="1907" y="2781"/>
                  </a:lnTo>
                  <a:lnTo>
                    <a:pt x="1430" y="3416"/>
                  </a:lnTo>
                  <a:lnTo>
                    <a:pt x="1033" y="4052"/>
                  </a:lnTo>
                  <a:lnTo>
                    <a:pt x="715" y="4767"/>
                  </a:lnTo>
                  <a:lnTo>
                    <a:pt x="398" y="5402"/>
                  </a:lnTo>
                  <a:lnTo>
                    <a:pt x="239" y="6197"/>
                  </a:lnTo>
                  <a:lnTo>
                    <a:pt x="80" y="6912"/>
                  </a:lnTo>
                  <a:lnTo>
                    <a:pt x="0" y="7706"/>
                  </a:lnTo>
                  <a:lnTo>
                    <a:pt x="0" y="8421"/>
                  </a:lnTo>
                  <a:lnTo>
                    <a:pt x="80" y="9136"/>
                  </a:lnTo>
                  <a:lnTo>
                    <a:pt x="239" y="9851"/>
                  </a:lnTo>
                  <a:lnTo>
                    <a:pt x="398" y="10486"/>
                  </a:lnTo>
                  <a:lnTo>
                    <a:pt x="715" y="11042"/>
                  </a:lnTo>
                  <a:lnTo>
                    <a:pt x="1033" y="11678"/>
                  </a:lnTo>
                  <a:lnTo>
                    <a:pt x="1430" y="12154"/>
                  </a:lnTo>
                  <a:lnTo>
                    <a:pt x="1907" y="12631"/>
                  </a:lnTo>
                  <a:lnTo>
                    <a:pt x="2383" y="13108"/>
                  </a:lnTo>
                  <a:lnTo>
                    <a:pt x="2940" y="13505"/>
                  </a:lnTo>
                  <a:lnTo>
                    <a:pt x="3575" y="13822"/>
                  </a:lnTo>
                  <a:lnTo>
                    <a:pt x="4211" y="14140"/>
                  </a:lnTo>
                  <a:lnTo>
                    <a:pt x="4846" y="14379"/>
                  </a:lnTo>
                  <a:lnTo>
                    <a:pt x="5561" y="14537"/>
                  </a:lnTo>
                  <a:lnTo>
                    <a:pt x="6276" y="14696"/>
                  </a:lnTo>
                  <a:lnTo>
                    <a:pt x="6991" y="14776"/>
                  </a:lnTo>
                  <a:lnTo>
                    <a:pt x="7785" y="14776"/>
                  </a:lnTo>
                  <a:lnTo>
                    <a:pt x="8500" y="14696"/>
                  </a:lnTo>
                  <a:lnTo>
                    <a:pt x="9215" y="14537"/>
                  </a:lnTo>
                  <a:lnTo>
                    <a:pt x="9930" y="14299"/>
                  </a:lnTo>
                  <a:lnTo>
                    <a:pt x="10565" y="14061"/>
                  </a:lnTo>
                  <a:lnTo>
                    <a:pt x="11201" y="13664"/>
                  </a:lnTo>
                  <a:lnTo>
                    <a:pt x="11757" y="13266"/>
                  </a:lnTo>
                  <a:lnTo>
                    <a:pt x="12313" y="12869"/>
                  </a:lnTo>
                  <a:lnTo>
                    <a:pt x="12789" y="12313"/>
                  </a:lnTo>
                  <a:lnTo>
                    <a:pt x="13266" y="11837"/>
                  </a:lnTo>
                  <a:lnTo>
                    <a:pt x="13663" y="11201"/>
                  </a:lnTo>
                  <a:lnTo>
                    <a:pt x="13981" y="10566"/>
                  </a:lnTo>
                  <a:lnTo>
                    <a:pt x="14299" y="9930"/>
                  </a:lnTo>
                  <a:lnTo>
                    <a:pt x="14537" y="9215"/>
                  </a:lnTo>
                  <a:lnTo>
                    <a:pt x="14696" y="8500"/>
                  </a:lnTo>
                  <a:lnTo>
                    <a:pt x="14775" y="7785"/>
                  </a:lnTo>
                  <a:lnTo>
                    <a:pt x="14775" y="6991"/>
                  </a:lnTo>
                  <a:lnTo>
                    <a:pt x="14696" y="6276"/>
                  </a:lnTo>
                  <a:lnTo>
                    <a:pt x="14537" y="5561"/>
                  </a:lnTo>
                  <a:lnTo>
                    <a:pt x="14299" y="4846"/>
                  </a:lnTo>
                  <a:lnTo>
                    <a:pt x="14060" y="4211"/>
                  </a:lnTo>
                  <a:lnTo>
                    <a:pt x="13663" y="3575"/>
                  </a:lnTo>
                  <a:lnTo>
                    <a:pt x="13266" y="3019"/>
                  </a:lnTo>
                  <a:lnTo>
                    <a:pt x="12869" y="2463"/>
                  </a:lnTo>
                  <a:lnTo>
                    <a:pt x="12313" y="1907"/>
                  </a:lnTo>
                  <a:lnTo>
                    <a:pt x="11836" y="1510"/>
                  </a:lnTo>
                  <a:lnTo>
                    <a:pt x="11201" y="1113"/>
                  </a:lnTo>
                  <a:lnTo>
                    <a:pt x="10565" y="716"/>
                  </a:lnTo>
                  <a:lnTo>
                    <a:pt x="9930" y="477"/>
                  </a:lnTo>
                  <a:lnTo>
                    <a:pt x="9215" y="239"/>
                  </a:lnTo>
                  <a:lnTo>
                    <a:pt x="8500" y="80"/>
                  </a:lnTo>
                  <a:lnTo>
                    <a:pt x="778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a:extLst>
                <a:ext uri="{FF2B5EF4-FFF2-40B4-BE49-F238E27FC236}">
                  <a16:creationId xmlns:a16="http://schemas.microsoft.com/office/drawing/2014/main" id="{44AAB745-D687-AE98-F2E4-5FF3CB90CA5D}"/>
                </a:ext>
              </a:extLst>
            </p:cNvPr>
            <p:cNvSpPr/>
            <p:nvPr/>
          </p:nvSpPr>
          <p:spPr>
            <a:xfrm>
              <a:off x="5005475" y="1624250"/>
              <a:ext cx="180750" cy="182725"/>
            </a:xfrm>
            <a:custGeom>
              <a:avLst/>
              <a:gdLst/>
              <a:ahLst/>
              <a:cxnLst/>
              <a:rect l="l" t="t" r="r" b="b"/>
              <a:pathLst>
                <a:path w="7230" h="7309" extrusionOk="0">
                  <a:moveTo>
                    <a:pt x="3019" y="1"/>
                  </a:moveTo>
                  <a:lnTo>
                    <a:pt x="2384" y="239"/>
                  </a:lnTo>
                  <a:lnTo>
                    <a:pt x="1748" y="557"/>
                  </a:lnTo>
                  <a:lnTo>
                    <a:pt x="1272" y="954"/>
                  </a:lnTo>
                  <a:lnTo>
                    <a:pt x="795" y="1510"/>
                  </a:lnTo>
                  <a:lnTo>
                    <a:pt x="398" y="2066"/>
                  </a:lnTo>
                  <a:lnTo>
                    <a:pt x="160" y="2781"/>
                  </a:lnTo>
                  <a:lnTo>
                    <a:pt x="1" y="3496"/>
                  </a:lnTo>
                  <a:lnTo>
                    <a:pt x="80" y="4211"/>
                  </a:lnTo>
                  <a:lnTo>
                    <a:pt x="239" y="4846"/>
                  </a:lnTo>
                  <a:lnTo>
                    <a:pt x="478" y="5482"/>
                  </a:lnTo>
                  <a:lnTo>
                    <a:pt x="875" y="6038"/>
                  </a:lnTo>
                  <a:lnTo>
                    <a:pt x="1431" y="6594"/>
                  </a:lnTo>
                  <a:lnTo>
                    <a:pt x="1987" y="6991"/>
                  </a:lnTo>
                  <a:lnTo>
                    <a:pt x="2702" y="7229"/>
                  </a:lnTo>
                  <a:lnTo>
                    <a:pt x="3417" y="7309"/>
                  </a:lnTo>
                  <a:lnTo>
                    <a:pt x="4132" y="7309"/>
                  </a:lnTo>
                  <a:lnTo>
                    <a:pt x="4767" y="7150"/>
                  </a:lnTo>
                  <a:lnTo>
                    <a:pt x="5402" y="6912"/>
                  </a:lnTo>
                  <a:lnTo>
                    <a:pt x="6038" y="6514"/>
                  </a:lnTo>
                  <a:lnTo>
                    <a:pt x="6515" y="5958"/>
                  </a:lnTo>
                  <a:lnTo>
                    <a:pt x="6912" y="5323"/>
                  </a:lnTo>
                  <a:lnTo>
                    <a:pt x="7150" y="4687"/>
                  </a:lnTo>
                  <a:lnTo>
                    <a:pt x="7229" y="3973"/>
                  </a:lnTo>
                  <a:lnTo>
                    <a:pt x="7150" y="3178"/>
                  </a:lnTo>
                  <a:lnTo>
                    <a:pt x="6912" y="2543"/>
                  </a:lnTo>
                  <a:lnTo>
                    <a:pt x="6594" y="1828"/>
                  </a:lnTo>
                  <a:lnTo>
                    <a:pt x="6197" y="1272"/>
                  </a:lnTo>
                  <a:lnTo>
                    <a:pt x="5641" y="716"/>
                  </a:lnTo>
                  <a:lnTo>
                    <a:pt x="5005" y="318"/>
                  </a:lnTo>
                  <a:lnTo>
                    <a:pt x="4290" y="80"/>
                  </a:lnTo>
                  <a:lnTo>
                    <a:pt x="3655"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5">
              <a:extLst>
                <a:ext uri="{FF2B5EF4-FFF2-40B4-BE49-F238E27FC236}">
                  <a16:creationId xmlns:a16="http://schemas.microsoft.com/office/drawing/2014/main" id="{D29C8A19-807C-CAC9-E1BE-82714189DF68}"/>
                </a:ext>
              </a:extLst>
            </p:cNvPr>
            <p:cNvSpPr/>
            <p:nvPr/>
          </p:nvSpPr>
          <p:spPr>
            <a:xfrm>
              <a:off x="5041225" y="1662000"/>
              <a:ext cx="111250" cy="109225"/>
            </a:xfrm>
            <a:custGeom>
              <a:avLst/>
              <a:gdLst/>
              <a:ahLst/>
              <a:cxnLst/>
              <a:rect l="l" t="t" r="r" b="b"/>
              <a:pathLst>
                <a:path w="4450" h="4369" extrusionOk="0">
                  <a:moveTo>
                    <a:pt x="2304" y="0"/>
                  </a:moveTo>
                  <a:lnTo>
                    <a:pt x="1907" y="79"/>
                  </a:lnTo>
                  <a:lnTo>
                    <a:pt x="1510" y="159"/>
                  </a:lnTo>
                  <a:lnTo>
                    <a:pt x="1113" y="318"/>
                  </a:lnTo>
                  <a:lnTo>
                    <a:pt x="795" y="556"/>
                  </a:lnTo>
                  <a:lnTo>
                    <a:pt x="477" y="874"/>
                  </a:lnTo>
                  <a:lnTo>
                    <a:pt x="239" y="1271"/>
                  </a:lnTo>
                  <a:lnTo>
                    <a:pt x="80" y="1668"/>
                  </a:lnTo>
                  <a:lnTo>
                    <a:pt x="1" y="2145"/>
                  </a:lnTo>
                  <a:lnTo>
                    <a:pt x="80" y="2542"/>
                  </a:lnTo>
                  <a:lnTo>
                    <a:pt x="160" y="2939"/>
                  </a:lnTo>
                  <a:lnTo>
                    <a:pt x="318" y="3336"/>
                  </a:lnTo>
                  <a:lnTo>
                    <a:pt x="557" y="3654"/>
                  </a:lnTo>
                  <a:lnTo>
                    <a:pt x="875" y="3972"/>
                  </a:lnTo>
                  <a:lnTo>
                    <a:pt x="1272" y="4210"/>
                  </a:lnTo>
                  <a:lnTo>
                    <a:pt x="1669" y="4369"/>
                  </a:lnTo>
                  <a:lnTo>
                    <a:pt x="2543" y="4369"/>
                  </a:lnTo>
                  <a:lnTo>
                    <a:pt x="3019" y="4210"/>
                  </a:lnTo>
                  <a:lnTo>
                    <a:pt x="3416" y="3972"/>
                  </a:lnTo>
                  <a:lnTo>
                    <a:pt x="3734" y="3733"/>
                  </a:lnTo>
                  <a:lnTo>
                    <a:pt x="4052" y="3336"/>
                  </a:lnTo>
                  <a:lnTo>
                    <a:pt x="4290" y="3019"/>
                  </a:lnTo>
                  <a:lnTo>
                    <a:pt x="4449" y="2542"/>
                  </a:lnTo>
                  <a:lnTo>
                    <a:pt x="4449" y="2145"/>
                  </a:lnTo>
                  <a:lnTo>
                    <a:pt x="4449" y="1748"/>
                  </a:lnTo>
                  <a:lnTo>
                    <a:pt x="4370" y="1430"/>
                  </a:lnTo>
                  <a:lnTo>
                    <a:pt x="4131" y="1033"/>
                  </a:lnTo>
                  <a:lnTo>
                    <a:pt x="3893" y="715"/>
                  </a:lnTo>
                  <a:lnTo>
                    <a:pt x="3575" y="477"/>
                  </a:lnTo>
                  <a:lnTo>
                    <a:pt x="3178" y="238"/>
                  </a:lnTo>
                  <a:lnTo>
                    <a:pt x="2781" y="79"/>
                  </a:lnTo>
                  <a:lnTo>
                    <a:pt x="2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a:extLst>
                <a:ext uri="{FF2B5EF4-FFF2-40B4-BE49-F238E27FC236}">
                  <a16:creationId xmlns:a16="http://schemas.microsoft.com/office/drawing/2014/main" id="{C1DA7E1B-8365-97E5-7334-2164E3E5965A}"/>
                </a:ext>
              </a:extLst>
            </p:cNvPr>
            <p:cNvSpPr/>
            <p:nvPr/>
          </p:nvSpPr>
          <p:spPr>
            <a:xfrm>
              <a:off x="5041225" y="1654050"/>
              <a:ext cx="15925" cy="15900"/>
            </a:xfrm>
            <a:custGeom>
              <a:avLst/>
              <a:gdLst/>
              <a:ahLst/>
              <a:cxnLst/>
              <a:rect l="l" t="t" r="r" b="b"/>
              <a:pathLst>
                <a:path w="637" h="636" extrusionOk="0">
                  <a:moveTo>
                    <a:pt x="239" y="0"/>
                  </a:moveTo>
                  <a:lnTo>
                    <a:pt x="80" y="80"/>
                  </a:lnTo>
                  <a:lnTo>
                    <a:pt x="1" y="159"/>
                  </a:lnTo>
                  <a:lnTo>
                    <a:pt x="1" y="318"/>
                  </a:lnTo>
                  <a:lnTo>
                    <a:pt x="1" y="397"/>
                  </a:lnTo>
                  <a:lnTo>
                    <a:pt x="1" y="556"/>
                  </a:lnTo>
                  <a:lnTo>
                    <a:pt x="160" y="636"/>
                  </a:lnTo>
                  <a:lnTo>
                    <a:pt x="477" y="636"/>
                  </a:lnTo>
                  <a:lnTo>
                    <a:pt x="636" y="397"/>
                  </a:lnTo>
                  <a:lnTo>
                    <a:pt x="557" y="239"/>
                  </a:lnTo>
                  <a:lnTo>
                    <a:pt x="557"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a:extLst>
                <a:ext uri="{FF2B5EF4-FFF2-40B4-BE49-F238E27FC236}">
                  <a16:creationId xmlns:a16="http://schemas.microsoft.com/office/drawing/2014/main" id="{1CA51D4F-06FA-0138-6847-50D88462455C}"/>
                </a:ext>
              </a:extLst>
            </p:cNvPr>
            <p:cNvSpPr/>
            <p:nvPr/>
          </p:nvSpPr>
          <p:spPr>
            <a:xfrm>
              <a:off x="5090875" y="1640150"/>
              <a:ext cx="15925" cy="15900"/>
            </a:xfrm>
            <a:custGeom>
              <a:avLst/>
              <a:gdLst/>
              <a:ahLst/>
              <a:cxnLst/>
              <a:rect l="l" t="t" r="r" b="b"/>
              <a:pathLst>
                <a:path w="637" h="636" extrusionOk="0">
                  <a:moveTo>
                    <a:pt x="80" y="0"/>
                  </a:moveTo>
                  <a:lnTo>
                    <a:pt x="1" y="80"/>
                  </a:lnTo>
                  <a:lnTo>
                    <a:pt x="1" y="239"/>
                  </a:lnTo>
                  <a:lnTo>
                    <a:pt x="1" y="397"/>
                  </a:lnTo>
                  <a:lnTo>
                    <a:pt x="80" y="477"/>
                  </a:lnTo>
                  <a:lnTo>
                    <a:pt x="159" y="556"/>
                  </a:lnTo>
                  <a:lnTo>
                    <a:pt x="239" y="636"/>
                  </a:lnTo>
                  <a:lnTo>
                    <a:pt x="398" y="556"/>
                  </a:lnTo>
                  <a:lnTo>
                    <a:pt x="477" y="556"/>
                  </a:lnTo>
                  <a:lnTo>
                    <a:pt x="636" y="318"/>
                  </a:lnTo>
                  <a:lnTo>
                    <a:pt x="636" y="159"/>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a:extLst>
                <a:ext uri="{FF2B5EF4-FFF2-40B4-BE49-F238E27FC236}">
                  <a16:creationId xmlns:a16="http://schemas.microsoft.com/office/drawing/2014/main" id="{1BE6F923-468E-DEF1-4508-730D16C7B77C}"/>
                </a:ext>
              </a:extLst>
            </p:cNvPr>
            <p:cNvSpPr/>
            <p:nvPr/>
          </p:nvSpPr>
          <p:spPr>
            <a:xfrm>
              <a:off x="5019375" y="1703700"/>
              <a:ext cx="15925" cy="15900"/>
            </a:xfrm>
            <a:custGeom>
              <a:avLst/>
              <a:gdLst/>
              <a:ahLst/>
              <a:cxnLst/>
              <a:rect l="l" t="t" r="r" b="b"/>
              <a:pathLst>
                <a:path w="637" h="636" extrusionOk="0">
                  <a:moveTo>
                    <a:pt x="239" y="0"/>
                  </a:moveTo>
                  <a:lnTo>
                    <a:pt x="80" y="80"/>
                  </a:lnTo>
                  <a:lnTo>
                    <a:pt x="1" y="159"/>
                  </a:lnTo>
                  <a:lnTo>
                    <a:pt x="1" y="238"/>
                  </a:lnTo>
                  <a:lnTo>
                    <a:pt x="1" y="397"/>
                  </a:lnTo>
                  <a:lnTo>
                    <a:pt x="1" y="477"/>
                  </a:lnTo>
                  <a:lnTo>
                    <a:pt x="160" y="556"/>
                  </a:lnTo>
                  <a:lnTo>
                    <a:pt x="239" y="636"/>
                  </a:lnTo>
                  <a:lnTo>
                    <a:pt x="398" y="636"/>
                  </a:lnTo>
                  <a:lnTo>
                    <a:pt x="478" y="556"/>
                  </a:lnTo>
                  <a:lnTo>
                    <a:pt x="636" y="318"/>
                  </a:lnTo>
                  <a:lnTo>
                    <a:pt x="557" y="238"/>
                  </a:lnTo>
                  <a:lnTo>
                    <a:pt x="557" y="80"/>
                  </a:lnTo>
                  <a:lnTo>
                    <a:pt x="47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a:extLst>
                <a:ext uri="{FF2B5EF4-FFF2-40B4-BE49-F238E27FC236}">
                  <a16:creationId xmlns:a16="http://schemas.microsoft.com/office/drawing/2014/main" id="{6EB88C67-E75C-BA40-A313-ED1BC3C00074}"/>
                </a:ext>
              </a:extLst>
            </p:cNvPr>
            <p:cNvSpPr/>
            <p:nvPr/>
          </p:nvSpPr>
          <p:spPr>
            <a:xfrm>
              <a:off x="5031300" y="1749375"/>
              <a:ext cx="15925" cy="15900"/>
            </a:xfrm>
            <a:custGeom>
              <a:avLst/>
              <a:gdLst/>
              <a:ahLst/>
              <a:cxnLst/>
              <a:rect l="l" t="t" r="r" b="b"/>
              <a:pathLst>
                <a:path w="637" h="636" extrusionOk="0">
                  <a:moveTo>
                    <a:pt x="239" y="0"/>
                  </a:moveTo>
                  <a:lnTo>
                    <a:pt x="80" y="80"/>
                  </a:lnTo>
                  <a:lnTo>
                    <a:pt x="1" y="159"/>
                  </a:lnTo>
                  <a:lnTo>
                    <a:pt x="1" y="318"/>
                  </a:lnTo>
                  <a:lnTo>
                    <a:pt x="1" y="397"/>
                  </a:lnTo>
                  <a:lnTo>
                    <a:pt x="80" y="556"/>
                  </a:lnTo>
                  <a:lnTo>
                    <a:pt x="159" y="636"/>
                  </a:lnTo>
                  <a:lnTo>
                    <a:pt x="477" y="636"/>
                  </a:lnTo>
                  <a:lnTo>
                    <a:pt x="636" y="397"/>
                  </a:lnTo>
                  <a:lnTo>
                    <a:pt x="636" y="238"/>
                  </a:lnTo>
                  <a:lnTo>
                    <a:pt x="557"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a:extLst>
                <a:ext uri="{FF2B5EF4-FFF2-40B4-BE49-F238E27FC236}">
                  <a16:creationId xmlns:a16="http://schemas.microsoft.com/office/drawing/2014/main" id="{6A0D9C55-EAA3-EB44-E1DD-AF737B77C165}"/>
                </a:ext>
              </a:extLst>
            </p:cNvPr>
            <p:cNvSpPr/>
            <p:nvPr/>
          </p:nvSpPr>
          <p:spPr>
            <a:xfrm>
              <a:off x="5069025" y="1779150"/>
              <a:ext cx="15925" cy="15925"/>
            </a:xfrm>
            <a:custGeom>
              <a:avLst/>
              <a:gdLst/>
              <a:ahLst/>
              <a:cxnLst/>
              <a:rect l="l" t="t" r="r" b="b"/>
              <a:pathLst>
                <a:path w="637" h="637" extrusionOk="0">
                  <a:moveTo>
                    <a:pt x="239" y="1"/>
                  </a:moveTo>
                  <a:lnTo>
                    <a:pt x="80" y="80"/>
                  </a:lnTo>
                  <a:lnTo>
                    <a:pt x="1" y="160"/>
                  </a:lnTo>
                  <a:lnTo>
                    <a:pt x="1" y="239"/>
                  </a:lnTo>
                  <a:lnTo>
                    <a:pt x="1" y="398"/>
                  </a:lnTo>
                  <a:lnTo>
                    <a:pt x="80" y="477"/>
                  </a:lnTo>
                  <a:lnTo>
                    <a:pt x="160" y="557"/>
                  </a:lnTo>
                  <a:lnTo>
                    <a:pt x="239" y="636"/>
                  </a:lnTo>
                  <a:lnTo>
                    <a:pt x="398" y="636"/>
                  </a:lnTo>
                  <a:lnTo>
                    <a:pt x="477" y="557"/>
                  </a:lnTo>
                  <a:lnTo>
                    <a:pt x="636" y="318"/>
                  </a:lnTo>
                  <a:lnTo>
                    <a:pt x="636" y="239"/>
                  </a:lnTo>
                  <a:lnTo>
                    <a:pt x="557" y="80"/>
                  </a:lnTo>
                  <a:lnTo>
                    <a:pt x="477"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a:extLst>
                <a:ext uri="{FF2B5EF4-FFF2-40B4-BE49-F238E27FC236}">
                  <a16:creationId xmlns:a16="http://schemas.microsoft.com/office/drawing/2014/main" id="{25A86194-BBCE-CA16-D54B-5E9DB518A712}"/>
                </a:ext>
              </a:extLst>
            </p:cNvPr>
            <p:cNvSpPr/>
            <p:nvPr/>
          </p:nvSpPr>
          <p:spPr>
            <a:xfrm>
              <a:off x="5112725" y="1777175"/>
              <a:ext cx="15900" cy="15900"/>
            </a:xfrm>
            <a:custGeom>
              <a:avLst/>
              <a:gdLst/>
              <a:ahLst/>
              <a:cxnLst/>
              <a:rect l="l" t="t" r="r" b="b"/>
              <a:pathLst>
                <a:path w="636" h="636" extrusionOk="0">
                  <a:moveTo>
                    <a:pt x="318" y="0"/>
                  </a:moveTo>
                  <a:lnTo>
                    <a:pt x="239" y="80"/>
                  </a:lnTo>
                  <a:lnTo>
                    <a:pt x="80" y="80"/>
                  </a:lnTo>
                  <a:lnTo>
                    <a:pt x="0" y="159"/>
                  </a:lnTo>
                  <a:lnTo>
                    <a:pt x="0" y="318"/>
                  </a:lnTo>
                  <a:lnTo>
                    <a:pt x="0" y="477"/>
                  </a:lnTo>
                  <a:lnTo>
                    <a:pt x="80" y="556"/>
                  </a:lnTo>
                  <a:lnTo>
                    <a:pt x="159" y="636"/>
                  </a:lnTo>
                  <a:lnTo>
                    <a:pt x="477" y="636"/>
                  </a:lnTo>
                  <a:lnTo>
                    <a:pt x="636" y="397"/>
                  </a:lnTo>
                  <a:lnTo>
                    <a:pt x="636" y="239"/>
                  </a:lnTo>
                  <a:lnTo>
                    <a:pt x="556" y="159"/>
                  </a:lnTo>
                  <a:lnTo>
                    <a:pt x="477" y="80"/>
                  </a:lnTo>
                  <a:lnTo>
                    <a:pt x="318"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a:extLst>
                <a:ext uri="{FF2B5EF4-FFF2-40B4-BE49-F238E27FC236}">
                  <a16:creationId xmlns:a16="http://schemas.microsoft.com/office/drawing/2014/main" id="{82A740E7-34EF-1C7F-E264-CB0CB94104E8}"/>
                </a:ext>
              </a:extLst>
            </p:cNvPr>
            <p:cNvSpPr/>
            <p:nvPr/>
          </p:nvSpPr>
          <p:spPr>
            <a:xfrm>
              <a:off x="5150450" y="1751350"/>
              <a:ext cx="15925" cy="15925"/>
            </a:xfrm>
            <a:custGeom>
              <a:avLst/>
              <a:gdLst/>
              <a:ahLst/>
              <a:cxnLst/>
              <a:rect l="l" t="t" r="r" b="b"/>
              <a:pathLst>
                <a:path w="637" h="637" extrusionOk="0">
                  <a:moveTo>
                    <a:pt x="239" y="1"/>
                  </a:moveTo>
                  <a:lnTo>
                    <a:pt x="160" y="80"/>
                  </a:lnTo>
                  <a:lnTo>
                    <a:pt x="80" y="159"/>
                  </a:lnTo>
                  <a:lnTo>
                    <a:pt x="1" y="318"/>
                  </a:lnTo>
                  <a:lnTo>
                    <a:pt x="1" y="398"/>
                  </a:lnTo>
                  <a:lnTo>
                    <a:pt x="80" y="557"/>
                  </a:lnTo>
                  <a:lnTo>
                    <a:pt x="239" y="636"/>
                  </a:lnTo>
                  <a:lnTo>
                    <a:pt x="477" y="636"/>
                  </a:lnTo>
                  <a:lnTo>
                    <a:pt x="557" y="557"/>
                  </a:lnTo>
                  <a:lnTo>
                    <a:pt x="636" y="398"/>
                  </a:lnTo>
                  <a:lnTo>
                    <a:pt x="636" y="239"/>
                  </a:lnTo>
                  <a:lnTo>
                    <a:pt x="636" y="159"/>
                  </a:lnTo>
                  <a:lnTo>
                    <a:pt x="477" y="80"/>
                  </a:lnTo>
                  <a:lnTo>
                    <a:pt x="398" y="1"/>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a:extLst>
                <a:ext uri="{FF2B5EF4-FFF2-40B4-BE49-F238E27FC236}">
                  <a16:creationId xmlns:a16="http://schemas.microsoft.com/office/drawing/2014/main" id="{78A8C01B-0DEC-6F32-3518-551E8D80EFD0}"/>
                </a:ext>
              </a:extLst>
            </p:cNvPr>
            <p:cNvSpPr/>
            <p:nvPr/>
          </p:nvSpPr>
          <p:spPr>
            <a:xfrm>
              <a:off x="5160375" y="1699725"/>
              <a:ext cx="15925" cy="15900"/>
            </a:xfrm>
            <a:custGeom>
              <a:avLst/>
              <a:gdLst/>
              <a:ahLst/>
              <a:cxnLst/>
              <a:rect l="l" t="t" r="r" b="b"/>
              <a:pathLst>
                <a:path w="637" h="636" extrusionOk="0">
                  <a:moveTo>
                    <a:pt x="239" y="0"/>
                  </a:moveTo>
                  <a:lnTo>
                    <a:pt x="160" y="80"/>
                  </a:lnTo>
                  <a:lnTo>
                    <a:pt x="80" y="159"/>
                  </a:lnTo>
                  <a:lnTo>
                    <a:pt x="1" y="239"/>
                  </a:lnTo>
                  <a:lnTo>
                    <a:pt x="1" y="397"/>
                  </a:lnTo>
                  <a:lnTo>
                    <a:pt x="80" y="477"/>
                  </a:lnTo>
                  <a:lnTo>
                    <a:pt x="160" y="556"/>
                  </a:lnTo>
                  <a:lnTo>
                    <a:pt x="319" y="636"/>
                  </a:lnTo>
                  <a:lnTo>
                    <a:pt x="398" y="636"/>
                  </a:lnTo>
                  <a:lnTo>
                    <a:pt x="557" y="556"/>
                  </a:lnTo>
                  <a:lnTo>
                    <a:pt x="636" y="318"/>
                  </a:lnTo>
                  <a:lnTo>
                    <a:pt x="636" y="239"/>
                  </a:lnTo>
                  <a:lnTo>
                    <a:pt x="557"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a:extLst>
                <a:ext uri="{FF2B5EF4-FFF2-40B4-BE49-F238E27FC236}">
                  <a16:creationId xmlns:a16="http://schemas.microsoft.com/office/drawing/2014/main" id="{5A4E4653-7B26-A711-E14F-9992CEE52532}"/>
                </a:ext>
              </a:extLst>
            </p:cNvPr>
            <p:cNvSpPr/>
            <p:nvPr/>
          </p:nvSpPr>
          <p:spPr>
            <a:xfrm>
              <a:off x="5134575" y="1658025"/>
              <a:ext cx="15900" cy="15900"/>
            </a:xfrm>
            <a:custGeom>
              <a:avLst/>
              <a:gdLst/>
              <a:ahLst/>
              <a:cxnLst/>
              <a:rect l="l" t="t" r="r" b="b"/>
              <a:pathLst>
                <a:path w="636" h="636" extrusionOk="0">
                  <a:moveTo>
                    <a:pt x="238" y="0"/>
                  </a:moveTo>
                  <a:lnTo>
                    <a:pt x="80" y="80"/>
                  </a:lnTo>
                  <a:lnTo>
                    <a:pt x="0" y="159"/>
                  </a:lnTo>
                  <a:lnTo>
                    <a:pt x="0" y="238"/>
                  </a:lnTo>
                  <a:lnTo>
                    <a:pt x="0" y="397"/>
                  </a:lnTo>
                  <a:lnTo>
                    <a:pt x="80" y="477"/>
                  </a:lnTo>
                  <a:lnTo>
                    <a:pt x="159" y="556"/>
                  </a:lnTo>
                  <a:lnTo>
                    <a:pt x="238" y="636"/>
                  </a:lnTo>
                  <a:lnTo>
                    <a:pt x="397" y="636"/>
                  </a:lnTo>
                  <a:lnTo>
                    <a:pt x="477" y="556"/>
                  </a:lnTo>
                  <a:lnTo>
                    <a:pt x="636" y="318"/>
                  </a:lnTo>
                  <a:lnTo>
                    <a:pt x="636" y="238"/>
                  </a:lnTo>
                  <a:lnTo>
                    <a:pt x="556" y="80"/>
                  </a:lnTo>
                  <a:lnTo>
                    <a:pt x="477" y="0"/>
                  </a:lnTo>
                  <a:close/>
                </a:path>
              </a:pathLst>
            </a:custGeom>
            <a:solidFill>
              <a:srgbClr val="B1B3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a:extLst>
                <a:ext uri="{FF2B5EF4-FFF2-40B4-BE49-F238E27FC236}">
                  <a16:creationId xmlns:a16="http://schemas.microsoft.com/office/drawing/2014/main" id="{D289602F-E566-938D-A382-054736B12B75}"/>
                </a:ext>
              </a:extLst>
            </p:cNvPr>
            <p:cNvSpPr/>
            <p:nvPr/>
          </p:nvSpPr>
          <p:spPr>
            <a:xfrm>
              <a:off x="5219950" y="1638150"/>
              <a:ext cx="174800" cy="343600"/>
            </a:xfrm>
            <a:custGeom>
              <a:avLst/>
              <a:gdLst/>
              <a:ahLst/>
              <a:cxnLst/>
              <a:rect l="l" t="t" r="r" b="b"/>
              <a:pathLst>
                <a:path w="6992" h="13744" extrusionOk="0">
                  <a:moveTo>
                    <a:pt x="5641" y="1"/>
                  </a:moveTo>
                  <a:lnTo>
                    <a:pt x="5244" y="160"/>
                  </a:lnTo>
                  <a:lnTo>
                    <a:pt x="4926" y="319"/>
                  </a:lnTo>
                  <a:lnTo>
                    <a:pt x="4688" y="557"/>
                  </a:lnTo>
                  <a:lnTo>
                    <a:pt x="4449" y="795"/>
                  </a:lnTo>
                  <a:lnTo>
                    <a:pt x="4290" y="1192"/>
                  </a:lnTo>
                  <a:lnTo>
                    <a:pt x="4211" y="1590"/>
                  </a:lnTo>
                  <a:lnTo>
                    <a:pt x="4052" y="2543"/>
                  </a:lnTo>
                  <a:lnTo>
                    <a:pt x="3814" y="4846"/>
                  </a:lnTo>
                  <a:lnTo>
                    <a:pt x="3496" y="6117"/>
                  </a:lnTo>
                  <a:lnTo>
                    <a:pt x="3337" y="6753"/>
                  </a:lnTo>
                  <a:lnTo>
                    <a:pt x="3099" y="7388"/>
                  </a:lnTo>
                  <a:lnTo>
                    <a:pt x="2781" y="8024"/>
                  </a:lnTo>
                  <a:lnTo>
                    <a:pt x="2543" y="8580"/>
                  </a:lnTo>
                  <a:lnTo>
                    <a:pt x="1828" y="9533"/>
                  </a:lnTo>
                  <a:lnTo>
                    <a:pt x="716" y="11042"/>
                  </a:lnTo>
                  <a:lnTo>
                    <a:pt x="239" y="11678"/>
                  </a:lnTo>
                  <a:lnTo>
                    <a:pt x="160" y="11916"/>
                  </a:lnTo>
                  <a:lnTo>
                    <a:pt x="80" y="12234"/>
                  </a:lnTo>
                  <a:lnTo>
                    <a:pt x="1" y="12472"/>
                  </a:lnTo>
                  <a:lnTo>
                    <a:pt x="80" y="12790"/>
                  </a:lnTo>
                  <a:lnTo>
                    <a:pt x="239" y="13028"/>
                  </a:lnTo>
                  <a:lnTo>
                    <a:pt x="477" y="13346"/>
                  </a:lnTo>
                  <a:lnTo>
                    <a:pt x="716" y="13584"/>
                  </a:lnTo>
                  <a:lnTo>
                    <a:pt x="954" y="13743"/>
                  </a:lnTo>
                  <a:lnTo>
                    <a:pt x="1272" y="13743"/>
                  </a:lnTo>
                  <a:lnTo>
                    <a:pt x="1590" y="13664"/>
                  </a:lnTo>
                  <a:lnTo>
                    <a:pt x="1907" y="13584"/>
                  </a:lnTo>
                  <a:lnTo>
                    <a:pt x="2225" y="13346"/>
                  </a:lnTo>
                  <a:lnTo>
                    <a:pt x="2940" y="12790"/>
                  </a:lnTo>
                  <a:lnTo>
                    <a:pt x="3734" y="11916"/>
                  </a:lnTo>
                  <a:lnTo>
                    <a:pt x="4449" y="10883"/>
                  </a:lnTo>
                  <a:lnTo>
                    <a:pt x="5085" y="9771"/>
                  </a:lnTo>
                  <a:lnTo>
                    <a:pt x="5720" y="8500"/>
                  </a:lnTo>
                  <a:lnTo>
                    <a:pt x="6197" y="7071"/>
                  </a:lnTo>
                  <a:lnTo>
                    <a:pt x="6594" y="5641"/>
                  </a:lnTo>
                  <a:lnTo>
                    <a:pt x="6832" y="4211"/>
                  </a:lnTo>
                  <a:lnTo>
                    <a:pt x="6991" y="2860"/>
                  </a:lnTo>
                  <a:lnTo>
                    <a:pt x="6912" y="1669"/>
                  </a:lnTo>
                  <a:lnTo>
                    <a:pt x="6832" y="1192"/>
                  </a:lnTo>
                  <a:lnTo>
                    <a:pt x="6753" y="716"/>
                  </a:lnTo>
                  <a:lnTo>
                    <a:pt x="6515" y="398"/>
                  </a:lnTo>
                  <a:lnTo>
                    <a:pt x="6276" y="160"/>
                  </a:lnTo>
                  <a:lnTo>
                    <a:pt x="6038" y="80"/>
                  </a:lnTo>
                  <a:lnTo>
                    <a:pt x="56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a:extLst>
                <a:ext uri="{FF2B5EF4-FFF2-40B4-BE49-F238E27FC236}">
                  <a16:creationId xmlns:a16="http://schemas.microsoft.com/office/drawing/2014/main" id="{920F0376-95B6-95AD-DD46-48C1946E98F5}"/>
                </a:ext>
              </a:extLst>
            </p:cNvPr>
            <p:cNvSpPr/>
            <p:nvPr/>
          </p:nvSpPr>
          <p:spPr>
            <a:xfrm>
              <a:off x="1528225" y="418825"/>
              <a:ext cx="4559575" cy="1215375"/>
            </a:xfrm>
            <a:custGeom>
              <a:avLst/>
              <a:gdLst/>
              <a:ahLst/>
              <a:cxnLst/>
              <a:rect l="l" t="t" r="r" b="b"/>
              <a:pathLst>
                <a:path w="182383" h="48615" extrusionOk="0">
                  <a:moveTo>
                    <a:pt x="82215" y="3734"/>
                  </a:moveTo>
                  <a:lnTo>
                    <a:pt x="83407" y="3813"/>
                  </a:lnTo>
                  <a:lnTo>
                    <a:pt x="84440" y="3893"/>
                  </a:lnTo>
                  <a:lnTo>
                    <a:pt x="85234" y="4052"/>
                  </a:lnTo>
                  <a:lnTo>
                    <a:pt x="85869" y="4290"/>
                  </a:lnTo>
                  <a:lnTo>
                    <a:pt x="86346" y="4608"/>
                  </a:lnTo>
                  <a:lnTo>
                    <a:pt x="86664" y="5005"/>
                  </a:lnTo>
                  <a:lnTo>
                    <a:pt x="86902" y="5482"/>
                  </a:lnTo>
                  <a:lnTo>
                    <a:pt x="87061" y="6038"/>
                  </a:lnTo>
                  <a:lnTo>
                    <a:pt x="87140" y="6753"/>
                  </a:lnTo>
                  <a:lnTo>
                    <a:pt x="87140" y="7626"/>
                  </a:lnTo>
                  <a:lnTo>
                    <a:pt x="87061" y="9692"/>
                  </a:lnTo>
                  <a:lnTo>
                    <a:pt x="86982" y="12472"/>
                  </a:lnTo>
                  <a:lnTo>
                    <a:pt x="86982" y="15252"/>
                  </a:lnTo>
                  <a:lnTo>
                    <a:pt x="86902" y="16364"/>
                  </a:lnTo>
                  <a:lnTo>
                    <a:pt x="86823" y="17317"/>
                  </a:lnTo>
                  <a:lnTo>
                    <a:pt x="86664" y="18112"/>
                  </a:lnTo>
                  <a:lnTo>
                    <a:pt x="86425" y="18668"/>
                  </a:lnTo>
                  <a:lnTo>
                    <a:pt x="86108" y="19224"/>
                  </a:lnTo>
                  <a:lnTo>
                    <a:pt x="85790" y="19542"/>
                  </a:lnTo>
                  <a:lnTo>
                    <a:pt x="85313" y="19859"/>
                  </a:lnTo>
                  <a:lnTo>
                    <a:pt x="84678" y="20018"/>
                  </a:lnTo>
                  <a:lnTo>
                    <a:pt x="83963" y="20177"/>
                  </a:lnTo>
                  <a:lnTo>
                    <a:pt x="83089" y="20177"/>
                  </a:lnTo>
                  <a:lnTo>
                    <a:pt x="80944" y="20257"/>
                  </a:lnTo>
                  <a:lnTo>
                    <a:pt x="78085" y="20177"/>
                  </a:lnTo>
                  <a:lnTo>
                    <a:pt x="73080" y="20257"/>
                  </a:lnTo>
                  <a:lnTo>
                    <a:pt x="68950" y="20336"/>
                  </a:lnTo>
                  <a:lnTo>
                    <a:pt x="63230" y="20495"/>
                  </a:lnTo>
                  <a:lnTo>
                    <a:pt x="61324" y="20415"/>
                  </a:lnTo>
                  <a:lnTo>
                    <a:pt x="60609" y="20415"/>
                  </a:lnTo>
                  <a:lnTo>
                    <a:pt x="59894" y="20336"/>
                  </a:lnTo>
                  <a:lnTo>
                    <a:pt x="59338" y="20177"/>
                  </a:lnTo>
                  <a:lnTo>
                    <a:pt x="58862" y="20018"/>
                  </a:lnTo>
                  <a:lnTo>
                    <a:pt x="58464" y="19780"/>
                  </a:lnTo>
                  <a:lnTo>
                    <a:pt x="58147" y="19462"/>
                  </a:lnTo>
                  <a:lnTo>
                    <a:pt x="57908" y="19144"/>
                  </a:lnTo>
                  <a:lnTo>
                    <a:pt x="57749" y="18747"/>
                  </a:lnTo>
                  <a:lnTo>
                    <a:pt x="57749" y="18350"/>
                  </a:lnTo>
                  <a:lnTo>
                    <a:pt x="57829" y="17794"/>
                  </a:lnTo>
                  <a:lnTo>
                    <a:pt x="58067" y="17317"/>
                  </a:lnTo>
                  <a:lnTo>
                    <a:pt x="58305" y="16761"/>
                  </a:lnTo>
                  <a:lnTo>
                    <a:pt x="58941" y="15570"/>
                  </a:lnTo>
                  <a:lnTo>
                    <a:pt x="59735" y="14458"/>
                  </a:lnTo>
                  <a:lnTo>
                    <a:pt x="60609" y="13346"/>
                  </a:lnTo>
                  <a:lnTo>
                    <a:pt x="61880" y="11598"/>
                  </a:lnTo>
                  <a:lnTo>
                    <a:pt x="63072" y="9851"/>
                  </a:lnTo>
                  <a:lnTo>
                    <a:pt x="64422" y="8024"/>
                  </a:lnTo>
                  <a:lnTo>
                    <a:pt x="65216" y="7150"/>
                  </a:lnTo>
                  <a:lnTo>
                    <a:pt x="65931" y="6355"/>
                  </a:lnTo>
                  <a:lnTo>
                    <a:pt x="66805" y="5640"/>
                  </a:lnTo>
                  <a:lnTo>
                    <a:pt x="67599" y="5084"/>
                  </a:lnTo>
                  <a:lnTo>
                    <a:pt x="68553" y="4608"/>
                  </a:lnTo>
                  <a:lnTo>
                    <a:pt x="69665" y="4290"/>
                  </a:lnTo>
                  <a:lnTo>
                    <a:pt x="70936" y="4052"/>
                  </a:lnTo>
                  <a:lnTo>
                    <a:pt x="72286" y="3893"/>
                  </a:lnTo>
                  <a:lnTo>
                    <a:pt x="73795" y="3813"/>
                  </a:lnTo>
                  <a:lnTo>
                    <a:pt x="75384" y="3734"/>
                  </a:lnTo>
                  <a:close/>
                  <a:moveTo>
                    <a:pt x="114148" y="4131"/>
                  </a:moveTo>
                  <a:lnTo>
                    <a:pt x="115260" y="4211"/>
                  </a:lnTo>
                  <a:lnTo>
                    <a:pt x="116134" y="4370"/>
                  </a:lnTo>
                  <a:lnTo>
                    <a:pt x="116929" y="4608"/>
                  </a:lnTo>
                  <a:lnTo>
                    <a:pt x="117485" y="4846"/>
                  </a:lnTo>
                  <a:lnTo>
                    <a:pt x="118041" y="5164"/>
                  </a:lnTo>
                  <a:lnTo>
                    <a:pt x="118358" y="5640"/>
                  </a:lnTo>
                  <a:lnTo>
                    <a:pt x="118676" y="6197"/>
                  </a:lnTo>
                  <a:lnTo>
                    <a:pt x="118835" y="6911"/>
                  </a:lnTo>
                  <a:lnTo>
                    <a:pt x="118994" y="7706"/>
                  </a:lnTo>
                  <a:lnTo>
                    <a:pt x="119073" y="8659"/>
                  </a:lnTo>
                  <a:lnTo>
                    <a:pt x="119073" y="9771"/>
                  </a:lnTo>
                  <a:lnTo>
                    <a:pt x="119073" y="12472"/>
                  </a:lnTo>
                  <a:lnTo>
                    <a:pt x="119073" y="15252"/>
                  </a:lnTo>
                  <a:lnTo>
                    <a:pt x="119073" y="17397"/>
                  </a:lnTo>
                  <a:lnTo>
                    <a:pt x="119073" y="18191"/>
                  </a:lnTo>
                  <a:lnTo>
                    <a:pt x="118914" y="18827"/>
                  </a:lnTo>
                  <a:lnTo>
                    <a:pt x="118756" y="19383"/>
                  </a:lnTo>
                  <a:lnTo>
                    <a:pt x="118517" y="19780"/>
                  </a:lnTo>
                  <a:lnTo>
                    <a:pt x="118120" y="20098"/>
                  </a:lnTo>
                  <a:lnTo>
                    <a:pt x="117643" y="20257"/>
                  </a:lnTo>
                  <a:lnTo>
                    <a:pt x="117008" y="20415"/>
                  </a:lnTo>
                  <a:lnTo>
                    <a:pt x="116293" y="20495"/>
                  </a:lnTo>
                  <a:lnTo>
                    <a:pt x="114228" y="20574"/>
                  </a:lnTo>
                  <a:lnTo>
                    <a:pt x="111448" y="20574"/>
                  </a:lnTo>
                  <a:lnTo>
                    <a:pt x="106364" y="20654"/>
                  </a:lnTo>
                  <a:lnTo>
                    <a:pt x="102074" y="20654"/>
                  </a:lnTo>
                  <a:lnTo>
                    <a:pt x="95719" y="20813"/>
                  </a:lnTo>
                  <a:lnTo>
                    <a:pt x="93495" y="20733"/>
                  </a:lnTo>
                  <a:lnTo>
                    <a:pt x="91827" y="20654"/>
                  </a:lnTo>
                  <a:lnTo>
                    <a:pt x="91112" y="20574"/>
                  </a:lnTo>
                  <a:lnTo>
                    <a:pt x="90556" y="20415"/>
                  </a:lnTo>
                  <a:lnTo>
                    <a:pt x="90000" y="20177"/>
                  </a:lnTo>
                  <a:lnTo>
                    <a:pt x="89603" y="19939"/>
                  </a:lnTo>
                  <a:lnTo>
                    <a:pt x="89444" y="19780"/>
                  </a:lnTo>
                  <a:lnTo>
                    <a:pt x="89365" y="19542"/>
                  </a:lnTo>
                  <a:lnTo>
                    <a:pt x="89206" y="18668"/>
                  </a:lnTo>
                  <a:lnTo>
                    <a:pt x="89047" y="17476"/>
                  </a:lnTo>
                  <a:lnTo>
                    <a:pt x="88967" y="16126"/>
                  </a:lnTo>
                  <a:lnTo>
                    <a:pt x="88967" y="13266"/>
                  </a:lnTo>
                  <a:lnTo>
                    <a:pt x="88967" y="11122"/>
                  </a:lnTo>
                  <a:lnTo>
                    <a:pt x="88967" y="9612"/>
                  </a:lnTo>
                  <a:lnTo>
                    <a:pt x="88967" y="8262"/>
                  </a:lnTo>
                  <a:lnTo>
                    <a:pt x="88967" y="7150"/>
                  </a:lnTo>
                  <a:lnTo>
                    <a:pt x="89126" y="6197"/>
                  </a:lnTo>
                  <a:lnTo>
                    <a:pt x="89285" y="5720"/>
                  </a:lnTo>
                  <a:lnTo>
                    <a:pt x="89444" y="5402"/>
                  </a:lnTo>
                  <a:lnTo>
                    <a:pt x="89682" y="5005"/>
                  </a:lnTo>
                  <a:lnTo>
                    <a:pt x="90000" y="4767"/>
                  </a:lnTo>
                  <a:lnTo>
                    <a:pt x="90397" y="4528"/>
                  </a:lnTo>
                  <a:lnTo>
                    <a:pt x="90874" y="4370"/>
                  </a:lnTo>
                  <a:lnTo>
                    <a:pt x="91430" y="4290"/>
                  </a:lnTo>
                  <a:lnTo>
                    <a:pt x="92065" y="4211"/>
                  </a:lnTo>
                  <a:lnTo>
                    <a:pt x="99929" y="4131"/>
                  </a:lnTo>
                  <a:close/>
                  <a:moveTo>
                    <a:pt x="124554" y="5561"/>
                  </a:moveTo>
                  <a:lnTo>
                    <a:pt x="125269" y="5799"/>
                  </a:lnTo>
                  <a:lnTo>
                    <a:pt x="126064" y="6038"/>
                  </a:lnTo>
                  <a:lnTo>
                    <a:pt x="126858" y="6355"/>
                  </a:lnTo>
                  <a:lnTo>
                    <a:pt x="127573" y="6673"/>
                  </a:lnTo>
                  <a:lnTo>
                    <a:pt x="129082" y="7547"/>
                  </a:lnTo>
                  <a:lnTo>
                    <a:pt x="130432" y="8421"/>
                  </a:lnTo>
                  <a:lnTo>
                    <a:pt x="131703" y="9453"/>
                  </a:lnTo>
                  <a:lnTo>
                    <a:pt x="132895" y="10486"/>
                  </a:lnTo>
                  <a:lnTo>
                    <a:pt x="133928" y="11519"/>
                  </a:lnTo>
                  <a:lnTo>
                    <a:pt x="134801" y="12472"/>
                  </a:lnTo>
                  <a:lnTo>
                    <a:pt x="135437" y="13266"/>
                  </a:lnTo>
                  <a:lnTo>
                    <a:pt x="135834" y="13822"/>
                  </a:lnTo>
                  <a:lnTo>
                    <a:pt x="136231" y="14617"/>
                  </a:lnTo>
                  <a:lnTo>
                    <a:pt x="136708" y="15570"/>
                  </a:lnTo>
                  <a:lnTo>
                    <a:pt x="137105" y="16603"/>
                  </a:lnTo>
                  <a:lnTo>
                    <a:pt x="137423" y="17635"/>
                  </a:lnTo>
                  <a:lnTo>
                    <a:pt x="137661" y="18588"/>
                  </a:lnTo>
                  <a:lnTo>
                    <a:pt x="137661" y="18986"/>
                  </a:lnTo>
                  <a:lnTo>
                    <a:pt x="137661" y="19383"/>
                  </a:lnTo>
                  <a:lnTo>
                    <a:pt x="137582" y="19701"/>
                  </a:lnTo>
                  <a:lnTo>
                    <a:pt x="137423" y="20018"/>
                  </a:lnTo>
                  <a:lnTo>
                    <a:pt x="137264" y="20257"/>
                  </a:lnTo>
                  <a:lnTo>
                    <a:pt x="137026" y="20415"/>
                  </a:lnTo>
                  <a:lnTo>
                    <a:pt x="136787" y="20574"/>
                  </a:lnTo>
                  <a:lnTo>
                    <a:pt x="136470" y="20733"/>
                  </a:lnTo>
                  <a:lnTo>
                    <a:pt x="135755" y="20813"/>
                  </a:lnTo>
                  <a:lnTo>
                    <a:pt x="134722" y="20892"/>
                  </a:lnTo>
                  <a:lnTo>
                    <a:pt x="131624" y="20733"/>
                  </a:lnTo>
                  <a:lnTo>
                    <a:pt x="129479" y="20654"/>
                  </a:lnTo>
                  <a:lnTo>
                    <a:pt x="124078" y="20654"/>
                  </a:lnTo>
                  <a:lnTo>
                    <a:pt x="123601" y="20574"/>
                  </a:lnTo>
                  <a:lnTo>
                    <a:pt x="123204" y="20495"/>
                  </a:lnTo>
                  <a:lnTo>
                    <a:pt x="122886" y="20336"/>
                  </a:lnTo>
                  <a:lnTo>
                    <a:pt x="122648" y="20098"/>
                  </a:lnTo>
                  <a:lnTo>
                    <a:pt x="122410" y="19780"/>
                  </a:lnTo>
                  <a:lnTo>
                    <a:pt x="122251" y="19303"/>
                  </a:lnTo>
                  <a:lnTo>
                    <a:pt x="122171" y="18827"/>
                  </a:lnTo>
                  <a:lnTo>
                    <a:pt x="122092" y="18112"/>
                  </a:lnTo>
                  <a:lnTo>
                    <a:pt x="122012" y="16364"/>
                  </a:lnTo>
                  <a:lnTo>
                    <a:pt x="122012" y="13981"/>
                  </a:lnTo>
                  <a:lnTo>
                    <a:pt x="121933" y="9533"/>
                  </a:lnTo>
                  <a:lnTo>
                    <a:pt x="122012" y="7944"/>
                  </a:lnTo>
                  <a:lnTo>
                    <a:pt x="122092" y="7229"/>
                  </a:lnTo>
                  <a:lnTo>
                    <a:pt x="122251" y="6753"/>
                  </a:lnTo>
                  <a:lnTo>
                    <a:pt x="122410" y="6276"/>
                  </a:lnTo>
                  <a:lnTo>
                    <a:pt x="122648" y="5958"/>
                  </a:lnTo>
                  <a:lnTo>
                    <a:pt x="122966" y="5720"/>
                  </a:lnTo>
                  <a:lnTo>
                    <a:pt x="123363" y="5561"/>
                  </a:lnTo>
                  <a:close/>
                  <a:moveTo>
                    <a:pt x="80865" y="1"/>
                  </a:moveTo>
                  <a:lnTo>
                    <a:pt x="77846" y="159"/>
                  </a:lnTo>
                  <a:lnTo>
                    <a:pt x="75066" y="318"/>
                  </a:lnTo>
                  <a:lnTo>
                    <a:pt x="72604" y="636"/>
                  </a:lnTo>
                  <a:lnTo>
                    <a:pt x="70380" y="1113"/>
                  </a:lnTo>
                  <a:lnTo>
                    <a:pt x="69347" y="1351"/>
                  </a:lnTo>
                  <a:lnTo>
                    <a:pt x="68394" y="1669"/>
                  </a:lnTo>
                  <a:lnTo>
                    <a:pt x="67520" y="1986"/>
                  </a:lnTo>
                  <a:lnTo>
                    <a:pt x="66726" y="2384"/>
                  </a:lnTo>
                  <a:lnTo>
                    <a:pt x="66011" y="2860"/>
                  </a:lnTo>
                  <a:lnTo>
                    <a:pt x="65375" y="3337"/>
                  </a:lnTo>
                  <a:lnTo>
                    <a:pt x="64819" y="3813"/>
                  </a:lnTo>
                  <a:lnTo>
                    <a:pt x="64343" y="4370"/>
                  </a:lnTo>
                  <a:lnTo>
                    <a:pt x="60609" y="9136"/>
                  </a:lnTo>
                  <a:lnTo>
                    <a:pt x="56717" y="13822"/>
                  </a:lnTo>
                  <a:lnTo>
                    <a:pt x="52507" y="18906"/>
                  </a:lnTo>
                  <a:lnTo>
                    <a:pt x="44960" y="19224"/>
                  </a:lnTo>
                  <a:lnTo>
                    <a:pt x="28120" y="20018"/>
                  </a:lnTo>
                  <a:lnTo>
                    <a:pt x="18985" y="20495"/>
                  </a:lnTo>
                  <a:lnTo>
                    <a:pt x="10883" y="20971"/>
                  </a:lnTo>
                  <a:lnTo>
                    <a:pt x="4846" y="21369"/>
                  </a:lnTo>
                  <a:lnTo>
                    <a:pt x="2939" y="21528"/>
                  </a:lnTo>
                  <a:lnTo>
                    <a:pt x="2065" y="21686"/>
                  </a:lnTo>
                  <a:lnTo>
                    <a:pt x="1668" y="21925"/>
                  </a:lnTo>
                  <a:lnTo>
                    <a:pt x="1271" y="22242"/>
                  </a:lnTo>
                  <a:lnTo>
                    <a:pt x="1033" y="22719"/>
                  </a:lnTo>
                  <a:lnTo>
                    <a:pt x="715" y="23275"/>
                  </a:lnTo>
                  <a:lnTo>
                    <a:pt x="556" y="23831"/>
                  </a:lnTo>
                  <a:lnTo>
                    <a:pt x="397" y="24546"/>
                  </a:lnTo>
                  <a:lnTo>
                    <a:pt x="159" y="25976"/>
                  </a:lnTo>
                  <a:lnTo>
                    <a:pt x="80" y="27406"/>
                  </a:lnTo>
                  <a:lnTo>
                    <a:pt x="0" y="28756"/>
                  </a:lnTo>
                  <a:lnTo>
                    <a:pt x="80" y="29789"/>
                  </a:lnTo>
                  <a:lnTo>
                    <a:pt x="159" y="30424"/>
                  </a:lnTo>
                  <a:lnTo>
                    <a:pt x="238" y="30583"/>
                  </a:lnTo>
                  <a:lnTo>
                    <a:pt x="318" y="30663"/>
                  </a:lnTo>
                  <a:lnTo>
                    <a:pt x="953" y="30663"/>
                  </a:lnTo>
                  <a:lnTo>
                    <a:pt x="1112" y="30742"/>
                  </a:lnTo>
                  <a:lnTo>
                    <a:pt x="1271" y="30901"/>
                  </a:lnTo>
                  <a:lnTo>
                    <a:pt x="1430" y="31139"/>
                  </a:lnTo>
                  <a:lnTo>
                    <a:pt x="1589" y="31457"/>
                  </a:lnTo>
                  <a:lnTo>
                    <a:pt x="1668" y="31934"/>
                  </a:lnTo>
                  <a:lnTo>
                    <a:pt x="1748" y="32490"/>
                  </a:lnTo>
                  <a:lnTo>
                    <a:pt x="1827" y="33284"/>
                  </a:lnTo>
                  <a:lnTo>
                    <a:pt x="1827" y="34317"/>
                  </a:lnTo>
                  <a:lnTo>
                    <a:pt x="1668" y="37017"/>
                  </a:lnTo>
                  <a:lnTo>
                    <a:pt x="1589" y="37732"/>
                  </a:lnTo>
                  <a:lnTo>
                    <a:pt x="1589" y="39400"/>
                  </a:lnTo>
                  <a:lnTo>
                    <a:pt x="1668" y="40274"/>
                  </a:lnTo>
                  <a:lnTo>
                    <a:pt x="1827" y="41069"/>
                  </a:lnTo>
                  <a:lnTo>
                    <a:pt x="1986" y="41466"/>
                  </a:lnTo>
                  <a:lnTo>
                    <a:pt x="2145" y="41704"/>
                  </a:lnTo>
                  <a:lnTo>
                    <a:pt x="2304" y="41863"/>
                  </a:lnTo>
                  <a:lnTo>
                    <a:pt x="2542" y="41942"/>
                  </a:lnTo>
                  <a:lnTo>
                    <a:pt x="4528" y="42101"/>
                  </a:lnTo>
                  <a:lnTo>
                    <a:pt x="6990" y="42260"/>
                  </a:lnTo>
                  <a:lnTo>
                    <a:pt x="10883" y="42260"/>
                  </a:lnTo>
                  <a:lnTo>
                    <a:pt x="11995" y="42181"/>
                  </a:lnTo>
                  <a:lnTo>
                    <a:pt x="12551" y="42101"/>
                  </a:lnTo>
                  <a:lnTo>
                    <a:pt x="13028" y="41863"/>
                  </a:lnTo>
                  <a:lnTo>
                    <a:pt x="13425" y="41625"/>
                  </a:lnTo>
                  <a:lnTo>
                    <a:pt x="13901" y="41307"/>
                  </a:lnTo>
                  <a:lnTo>
                    <a:pt x="14934" y="40433"/>
                  </a:lnTo>
                  <a:lnTo>
                    <a:pt x="16046" y="39559"/>
                  </a:lnTo>
                  <a:lnTo>
                    <a:pt x="16761" y="39083"/>
                  </a:lnTo>
                  <a:lnTo>
                    <a:pt x="17555" y="38686"/>
                  </a:lnTo>
                  <a:lnTo>
                    <a:pt x="18429" y="38288"/>
                  </a:lnTo>
                  <a:lnTo>
                    <a:pt x="19462" y="37971"/>
                  </a:lnTo>
                  <a:lnTo>
                    <a:pt x="20653" y="37653"/>
                  </a:lnTo>
                  <a:lnTo>
                    <a:pt x="21924" y="37494"/>
                  </a:lnTo>
                  <a:lnTo>
                    <a:pt x="23354" y="37415"/>
                  </a:lnTo>
                  <a:lnTo>
                    <a:pt x="25022" y="37415"/>
                  </a:lnTo>
                  <a:lnTo>
                    <a:pt x="26690" y="37573"/>
                  </a:lnTo>
                  <a:lnTo>
                    <a:pt x="28200" y="37812"/>
                  </a:lnTo>
                  <a:lnTo>
                    <a:pt x="29629" y="38129"/>
                  </a:lnTo>
                  <a:lnTo>
                    <a:pt x="30980" y="38527"/>
                  </a:lnTo>
                  <a:lnTo>
                    <a:pt x="32171" y="39003"/>
                  </a:lnTo>
                  <a:lnTo>
                    <a:pt x="33283" y="39480"/>
                  </a:lnTo>
                  <a:lnTo>
                    <a:pt x="34316" y="40036"/>
                  </a:lnTo>
                  <a:lnTo>
                    <a:pt x="35190" y="40592"/>
                  </a:lnTo>
                  <a:lnTo>
                    <a:pt x="36064" y="41227"/>
                  </a:lnTo>
                  <a:lnTo>
                    <a:pt x="36858" y="41863"/>
                  </a:lnTo>
                  <a:lnTo>
                    <a:pt x="37493" y="42498"/>
                  </a:lnTo>
                  <a:lnTo>
                    <a:pt x="38129" y="43134"/>
                  </a:lnTo>
                  <a:lnTo>
                    <a:pt x="39162" y="44325"/>
                  </a:lnTo>
                  <a:lnTo>
                    <a:pt x="40035" y="45438"/>
                  </a:lnTo>
                  <a:lnTo>
                    <a:pt x="40671" y="46391"/>
                  </a:lnTo>
                  <a:lnTo>
                    <a:pt x="40909" y="46788"/>
                  </a:lnTo>
                  <a:lnTo>
                    <a:pt x="41227" y="47106"/>
                  </a:lnTo>
                  <a:lnTo>
                    <a:pt x="41545" y="47423"/>
                  </a:lnTo>
                  <a:lnTo>
                    <a:pt x="41942" y="47662"/>
                  </a:lnTo>
                  <a:lnTo>
                    <a:pt x="42498" y="47900"/>
                  </a:lnTo>
                  <a:lnTo>
                    <a:pt x="43133" y="48059"/>
                  </a:lnTo>
                  <a:lnTo>
                    <a:pt x="44007" y="48138"/>
                  </a:lnTo>
                  <a:lnTo>
                    <a:pt x="45040" y="48297"/>
                  </a:lnTo>
                  <a:lnTo>
                    <a:pt x="47899" y="48377"/>
                  </a:lnTo>
                  <a:lnTo>
                    <a:pt x="51951" y="48297"/>
                  </a:lnTo>
                  <a:lnTo>
                    <a:pt x="57511" y="48218"/>
                  </a:lnTo>
                  <a:lnTo>
                    <a:pt x="65057" y="48059"/>
                  </a:lnTo>
                  <a:lnTo>
                    <a:pt x="74351" y="47979"/>
                  </a:lnTo>
                  <a:lnTo>
                    <a:pt x="84678" y="48059"/>
                  </a:lnTo>
                  <a:lnTo>
                    <a:pt x="94925" y="48138"/>
                  </a:lnTo>
                  <a:lnTo>
                    <a:pt x="112401" y="48297"/>
                  </a:lnTo>
                  <a:lnTo>
                    <a:pt x="119709" y="48456"/>
                  </a:lnTo>
                  <a:lnTo>
                    <a:pt x="120662" y="48615"/>
                  </a:lnTo>
                  <a:lnTo>
                    <a:pt x="123045" y="48615"/>
                  </a:lnTo>
                  <a:lnTo>
                    <a:pt x="123680" y="48535"/>
                  </a:lnTo>
                  <a:lnTo>
                    <a:pt x="124395" y="48456"/>
                  </a:lnTo>
                  <a:lnTo>
                    <a:pt x="125110" y="48297"/>
                  </a:lnTo>
                  <a:lnTo>
                    <a:pt x="125825" y="48059"/>
                  </a:lnTo>
                  <a:lnTo>
                    <a:pt x="126461" y="47662"/>
                  </a:lnTo>
                  <a:lnTo>
                    <a:pt x="127096" y="47265"/>
                  </a:lnTo>
                  <a:lnTo>
                    <a:pt x="127652" y="46788"/>
                  </a:lnTo>
                  <a:lnTo>
                    <a:pt x="128208" y="46232"/>
                  </a:lnTo>
                  <a:lnTo>
                    <a:pt x="129241" y="44881"/>
                  </a:lnTo>
                  <a:lnTo>
                    <a:pt x="130432" y="43611"/>
                  </a:lnTo>
                  <a:lnTo>
                    <a:pt x="131783" y="42498"/>
                  </a:lnTo>
                  <a:lnTo>
                    <a:pt x="132498" y="41942"/>
                  </a:lnTo>
                  <a:lnTo>
                    <a:pt x="133292" y="41466"/>
                  </a:lnTo>
                  <a:lnTo>
                    <a:pt x="134086" y="40989"/>
                  </a:lnTo>
                  <a:lnTo>
                    <a:pt x="134881" y="40513"/>
                  </a:lnTo>
                  <a:lnTo>
                    <a:pt x="135755" y="40195"/>
                  </a:lnTo>
                  <a:lnTo>
                    <a:pt x="136628" y="39798"/>
                  </a:lnTo>
                  <a:lnTo>
                    <a:pt x="137582" y="39559"/>
                  </a:lnTo>
                  <a:lnTo>
                    <a:pt x="138535" y="39321"/>
                  </a:lnTo>
                  <a:lnTo>
                    <a:pt x="139488" y="39162"/>
                  </a:lnTo>
                  <a:lnTo>
                    <a:pt x="140441" y="39083"/>
                  </a:lnTo>
                  <a:lnTo>
                    <a:pt x="144651" y="39083"/>
                  </a:lnTo>
                  <a:lnTo>
                    <a:pt x="145684" y="39242"/>
                  </a:lnTo>
                  <a:lnTo>
                    <a:pt x="146796" y="39321"/>
                  </a:lnTo>
                  <a:lnTo>
                    <a:pt x="147908" y="39559"/>
                  </a:lnTo>
                  <a:lnTo>
                    <a:pt x="149020" y="39877"/>
                  </a:lnTo>
                  <a:lnTo>
                    <a:pt x="150132" y="40195"/>
                  </a:lnTo>
                  <a:lnTo>
                    <a:pt x="151165" y="40592"/>
                  </a:lnTo>
                  <a:lnTo>
                    <a:pt x="152198" y="41148"/>
                  </a:lnTo>
                  <a:lnTo>
                    <a:pt x="153151" y="41784"/>
                  </a:lnTo>
                  <a:lnTo>
                    <a:pt x="154104" y="42498"/>
                  </a:lnTo>
                  <a:lnTo>
                    <a:pt x="155057" y="43372"/>
                  </a:lnTo>
                  <a:lnTo>
                    <a:pt x="155852" y="44325"/>
                  </a:lnTo>
                  <a:lnTo>
                    <a:pt x="156646" y="45438"/>
                  </a:lnTo>
                  <a:lnTo>
                    <a:pt x="156884" y="45676"/>
                  </a:lnTo>
                  <a:lnTo>
                    <a:pt x="157202" y="45914"/>
                  </a:lnTo>
                  <a:lnTo>
                    <a:pt x="157679" y="46232"/>
                  </a:lnTo>
                  <a:lnTo>
                    <a:pt x="158394" y="46550"/>
                  </a:lnTo>
                  <a:lnTo>
                    <a:pt x="159267" y="46788"/>
                  </a:lnTo>
                  <a:lnTo>
                    <a:pt x="160459" y="47026"/>
                  </a:lnTo>
                  <a:lnTo>
                    <a:pt x="161889" y="47185"/>
                  </a:lnTo>
                  <a:lnTo>
                    <a:pt x="171977" y="47265"/>
                  </a:lnTo>
                  <a:lnTo>
                    <a:pt x="181112" y="47265"/>
                  </a:lnTo>
                  <a:lnTo>
                    <a:pt x="181906" y="47185"/>
                  </a:lnTo>
                  <a:lnTo>
                    <a:pt x="181906" y="46311"/>
                  </a:lnTo>
                  <a:lnTo>
                    <a:pt x="181906" y="43928"/>
                  </a:lnTo>
                  <a:lnTo>
                    <a:pt x="182145" y="36859"/>
                  </a:lnTo>
                  <a:lnTo>
                    <a:pt x="182304" y="29392"/>
                  </a:lnTo>
                  <a:lnTo>
                    <a:pt x="182383" y="25182"/>
                  </a:lnTo>
                  <a:lnTo>
                    <a:pt x="182383" y="24546"/>
                  </a:lnTo>
                  <a:lnTo>
                    <a:pt x="182383" y="24228"/>
                  </a:lnTo>
                  <a:lnTo>
                    <a:pt x="182383" y="23831"/>
                  </a:lnTo>
                  <a:lnTo>
                    <a:pt x="182224" y="23513"/>
                  </a:lnTo>
                  <a:lnTo>
                    <a:pt x="181986" y="23196"/>
                  </a:lnTo>
                  <a:lnTo>
                    <a:pt x="181589" y="22798"/>
                  </a:lnTo>
                  <a:lnTo>
                    <a:pt x="181033" y="22481"/>
                  </a:lnTo>
                  <a:lnTo>
                    <a:pt x="180238" y="22163"/>
                  </a:lnTo>
                  <a:lnTo>
                    <a:pt x="179285" y="21925"/>
                  </a:lnTo>
                  <a:lnTo>
                    <a:pt x="178014" y="21686"/>
                  </a:lnTo>
                  <a:lnTo>
                    <a:pt x="176425" y="21448"/>
                  </a:lnTo>
                  <a:lnTo>
                    <a:pt x="174519" y="21289"/>
                  </a:lnTo>
                  <a:lnTo>
                    <a:pt x="172295" y="21130"/>
                  </a:lnTo>
                  <a:lnTo>
                    <a:pt x="169673" y="21051"/>
                  </a:lnTo>
                  <a:lnTo>
                    <a:pt x="156011" y="21051"/>
                  </a:lnTo>
                  <a:lnTo>
                    <a:pt x="152357" y="20971"/>
                  </a:lnTo>
                  <a:lnTo>
                    <a:pt x="150768" y="20892"/>
                  </a:lnTo>
                  <a:lnTo>
                    <a:pt x="149417" y="20733"/>
                  </a:lnTo>
                  <a:lnTo>
                    <a:pt x="148226" y="20495"/>
                  </a:lnTo>
                  <a:lnTo>
                    <a:pt x="147193" y="20257"/>
                  </a:lnTo>
                  <a:lnTo>
                    <a:pt x="146161" y="19859"/>
                  </a:lnTo>
                  <a:lnTo>
                    <a:pt x="145287" y="19383"/>
                  </a:lnTo>
                  <a:lnTo>
                    <a:pt x="144413" y="18747"/>
                  </a:lnTo>
                  <a:lnTo>
                    <a:pt x="143619" y="18032"/>
                  </a:lnTo>
                  <a:lnTo>
                    <a:pt x="142745" y="17238"/>
                  </a:lnTo>
                  <a:lnTo>
                    <a:pt x="141951" y="16205"/>
                  </a:lnTo>
                  <a:lnTo>
                    <a:pt x="141077" y="15093"/>
                  </a:lnTo>
                  <a:lnTo>
                    <a:pt x="140362" y="13902"/>
                  </a:lnTo>
                  <a:lnTo>
                    <a:pt x="138932" y="11439"/>
                  </a:lnTo>
                  <a:lnTo>
                    <a:pt x="138138" y="10089"/>
                  </a:lnTo>
                  <a:lnTo>
                    <a:pt x="137264" y="8818"/>
                  </a:lnTo>
                  <a:lnTo>
                    <a:pt x="136231" y="7547"/>
                  </a:lnTo>
                  <a:lnTo>
                    <a:pt x="135596" y="6911"/>
                  </a:lnTo>
                  <a:lnTo>
                    <a:pt x="134960" y="6355"/>
                  </a:lnTo>
                  <a:lnTo>
                    <a:pt x="134245" y="5720"/>
                  </a:lnTo>
                  <a:lnTo>
                    <a:pt x="133451" y="5164"/>
                  </a:lnTo>
                  <a:lnTo>
                    <a:pt x="132657" y="4608"/>
                  </a:lnTo>
                  <a:lnTo>
                    <a:pt x="131703" y="4131"/>
                  </a:lnTo>
                  <a:lnTo>
                    <a:pt x="130750" y="3575"/>
                  </a:lnTo>
                  <a:lnTo>
                    <a:pt x="129638" y="3099"/>
                  </a:lnTo>
                  <a:lnTo>
                    <a:pt x="128447" y="2701"/>
                  </a:lnTo>
                  <a:lnTo>
                    <a:pt x="127176" y="2304"/>
                  </a:lnTo>
                  <a:lnTo>
                    <a:pt x="125746" y="1907"/>
                  </a:lnTo>
                  <a:lnTo>
                    <a:pt x="124237" y="1589"/>
                  </a:lnTo>
                  <a:lnTo>
                    <a:pt x="122648" y="1272"/>
                  </a:lnTo>
                  <a:lnTo>
                    <a:pt x="120900" y="1033"/>
                  </a:lnTo>
                  <a:lnTo>
                    <a:pt x="119073" y="874"/>
                  </a:lnTo>
                  <a:lnTo>
                    <a:pt x="117008" y="716"/>
                  </a:lnTo>
                  <a:lnTo>
                    <a:pt x="114863" y="636"/>
                  </a:lnTo>
                  <a:lnTo>
                    <a:pt x="112639" y="557"/>
                  </a:lnTo>
                  <a:lnTo>
                    <a:pt x="103504" y="398"/>
                  </a:lnTo>
                  <a:lnTo>
                    <a:pt x="95163" y="159"/>
                  </a:lnTo>
                  <a:lnTo>
                    <a:pt x="875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a:extLst>
                <a:ext uri="{FF2B5EF4-FFF2-40B4-BE49-F238E27FC236}">
                  <a16:creationId xmlns:a16="http://schemas.microsoft.com/office/drawing/2014/main" id="{12330537-77BA-4152-364E-7C5428AE1F8E}"/>
                </a:ext>
              </a:extLst>
            </p:cNvPr>
            <p:cNvSpPr/>
            <p:nvPr/>
          </p:nvSpPr>
          <p:spPr>
            <a:xfrm>
              <a:off x="5781950" y="1223100"/>
              <a:ext cx="95350" cy="87400"/>
            </a:xfrm>
            <a:custGeom>
              <a:avLst/>
              <a:gdLst/>
              <a:ahLst/>
              <a:cxnLst/>
              <a:rect l="l" t="t" r="r" b="b"/>
              <a:pathLst>
                <a:path w="3814" h="3496" extrusionOk="0">
                  <a:moveTo>
                    <a:pt x="1351" y="1"/>
                  </a:moveTo>
                  <a:lnTo>
                    <a:pt x="1034" y="160"/>
                  </a:lnTo>
                  <a:lnTo>
                    <a:pt x="716" y="398"/>
                  </a:lnTo>
                  <a:lnTo>
                    <a:pt x="478" y="636"/>
                  </a:lnTo>
                  <a:lnTo>
                    <a:pt x="239" y="954"/>
                  </a:lnTo>
                  <a:lnTo>
                    <a:pt x="80" y="1272"/>
                  </a:lnTo>
                  <a:lnTo>
                    <a:pt x="1" y="1590"/>
                  </a:lnTo>
                  <a:lnTo>
                    <a:pt x="1" y="1987"/>
                  </a:lnTo>
                  <a:lnTo>
                    <a:pt x="1" y="2304"/>
                  </a:lnTo>
                  <a:lnTo>
                    <a:pt x="160" y="2622"/>
                  </a:lnTo>
                  <a:lnTo>
                    <a:pt x="398" y="2940"/>
                  </a:lnTo>
                  <a:lnTo>
                    <a:pt x="636" y="3178"/>
                  </a:lnTo>
                  <a:lnTo>
                    <a:pt x="1034" y="3337"/>
                  </a:lnTo>
                  <a:lnTo>
                    <a:pt x="1351" y="3417"/>
                  </a:lnTo>
                  <a:lnTo>
                    <a:pt x="1749" y="3496"/>
                  </a:lnTo>
                  <a:lnTo>
                    <a:pt x="2146" y="3417"/>
                  </a:lnTo>
                  <a:lnTo>
                    <a:pt x="2543" y="3337"/>
                  </a:lnTo>
                  <a:lnTo>
                    <a:pt x="2940" y="3178"/>
                  </a:lnTo>
                  <a:lnTo>
                    <a:pt x="3258" y="3019"/>
                  </a:lnTo>
                  <a:lnTo>
                    <a:pt x="3496" y="2781"/>
                  </a:lnTo>
                  <a:lnTo>
                    <a:pt x="3655" y="2463"/>
                  </a:lnTo>
                  <a:lnTo>
                    <a:pt x="3734" y="2225"/>
                  </a:lnTo>
                  <a:lnTo>
                    <a:pt x="3814" y="1907"/>
                  </a:lnTo>
                  <a:lnTo>
                    <a:pt x="3734" y="1590"/>
                  </a:lnTo>
                  <a:lnTo>
                    <a:pt x="3655" y="1272"/>
                  </a:lnTo>
                  <a:lnTo>
                    <a:pt x="3496" y="875"/>
                  </a:lnTo>
                  <a:lnTo>
                    <a:pt x="3337" y="636"/>
                  </a:lnTo>
                  <a:lnTo>
                    <a:pt x="3099" y="319"/>
                  </a:lnTo>
                  <a:lnTo>
                    <a:pt x="2781" y="160"/>
                  </a:lnTo>
                  <a:lnTo>
                    <a:pt x="2463" y="1"/>
                  </a:lnTo>
                  <a:close/>
                </a:path>
              </a:pathLst>
            </a:custGeom>
            <a:solidFill>
              <a:srgbClr val="D835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a:extLst>
                <a:ext uri="{FF2B5EF4-FFF2-40B4-BE49-F238E27FC236}">
                  <a16:creationId xmlns:a16="http://schemas.microsoft.com/office/drawing/2014/main" id="{93A4EA4F-3E31-792C-DC1C-2784BDFDDA48}"/>
                </a:ext>
              </a:extLst>
            </p:cNvPr>
            <p:cNvSpPr/>
            <p:nvPr/>
          </p:nvSpPr>
          <p:spPr>
            <a:xfrm>
              <a:off x="5817700" y="1231050"/>
              <a:ext cx="43725" cy="47700"/>
            </a:xfrm>
            <a:custGeom>
              <a:avLst/>
              <a:gdLst/>
              <a:ahLst/>
              <a:cxnLst/>
              <a:rect l="l" t="t" r="r" b="b"/>
              <a:pathLst>
                <a:path w="1749" h="1908" extrusionOk="0">
                  <a:moveTo>
                    <a:pt x="557" y="1"/>
                  </a:moveTo>
                  <a:lnTo>
                    <a:pt x="239" y="159"/>
                  </a:lnTo>
                  <a:lnTo>
                    <a:pt x="160" y="318"/>
                  </a:lnTo>
                  <a:lnTo>
                    <a:pt x="1" y="477"/>
                  </a:lnTo>
                  <a:lnTo>
                    <a:pt x="1" y="874"/>
                  </a:lnTo>
                  <a:lnTo>
                    <a:pt x="1" y="1272"/>
                  </a:lnTo>
                  <a:lnTo>
                    <a:pt x="239" y="1589"/>
                  </a:lnTo>
                  <a:lnTo>
                    <a:pt x="477" y="1828"/>
                  </a:lnTo>
                  <a:lnTo>
                    <a:pt x="795" y="1907"/>
                  </a:lnTo>
                  <a:lnTo>
                    <a:pt x="1113" y="1907"/>
                  </a:lnTo>
                  <a:lnTo>
                    <a:pt x="1431" y="1748"/>
                  </a:lnTo>
                  <a:lnTo>
                    <a:pt x="1669" y="1430"/>
                  </a:lnTo>
                  <a:lnTo>
                    <a:pt x="1748" y="1113"/>
                  </a:lnTo>
                  <a:lnTo>
                    <a:pt x="1748" y="716"/>
                  </a:lnTo>
                  <a:lnTo>
                    <a:pt x="1590" y="398"/>
                  </a:lnTo>
                  <a:lnTo>
                    <a:pt x="1272" y="159"/>
                  </a:lnTo>
                  <a:lnTo>
                    <a:pt x="954" y="1"/>
                  </a:lnTo>
                  <a:close/>
                </a:path>
              </a:pathLst>
            </a:custGeom>
            <a:solidFill>
              <a:srgbClr val="ED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a:extLst>
                <a:ext uri="{FF2B5EF4-FFF2-40B4-BE49-F238E27FC236}">
                  <a16:creationId xmlns:a16="http://schemas.microsoft.com/office/drawing/2014/main" id="{41D77DB0-EEE8-091D-E0DB-7EA3DCE56033}"/>
                </a:ext>
              </a:extLst>
            </p:cNvPr>
            <p:cNvSpPr/>
            <p:nvPr/>
          </p:nvSpPr>
          <p:spPr>
            <a:xfrm>
              <a:off x="161560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a:extLst>
                <a:ext uri="{FF2B5EF4-FFF2-40B4-BE49-F238E27FC236}">
                  <a16:creationId xmlns:a16="http://schemas.microsoft.com/office/drawing/2014/main" id="{E539F79E-3106-F6CB-3D0D-C88FE7A95D98}"/>
                </a:ext>
              </a:extLst>
            </p:cNvPr>
            <p:cNvSpPr/>
            <p:nvPr/>
          </p:nvSpPr>
          <p:spPr>
            <a:xfrm>
              <a:off x="167120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
              <a:extLst>
                <a:ext uri="{FF2B5EF4-FFF2-40B4-BE49-F238E27FC236}">
                  <a16:creationId xmlns:a16="http://schemas.microsoft.com/office/drawing/2014/main" id="{2381B5AD-E238-41C8-4B77-B5B2648EF6FE}"/>
                </a:ext>
              </a:extLst>
            </p:cNvPr>
            <p:cNvSpPr/>
            <p:nvPr/>
          </p:nvSpPr>
          <p:spPr>
            <a:xfrm>
              <a:off x="172680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a:extLst>
                <a:ext uri="{FF2B5EF4-FFF2-40B4-BE49-F238E27FC236}">
                  <a16:creationId xmlns:a16="http://schemas.microsoft.com/office/drawing/2014/main" id="{EA4EBAE9-7547-21D1-FF45-C9281D6F376D}"/>
                </a:ext>
              </a:extLst>
            </p:cNvPr>
            <p:cNvSpPr/>
            <p:nvPr/>
          </p:nvSpPr>
          <p:spPr>
            <a:xfrm>
              <a:off x="1782400"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a:extLst>
                <a:ext uri="{FF2B5EF4-FFF2-40B4-BE49-F238E27FC236}">
                  <a16:creationId xmlns:a16="http://schemas.microsoft.com/office/drawing/2014/main" id="{74045342-F892-9E93-344E-2D03CB6B2F7B}"/>
                </a:ext>
              </a:extLst>
            </p:cNvPr>
            <p:cNvSpPr/>
            <p:nvPr/>
          </p:nvSpPr>
          <p:spPr>
            <a:xfrm>
              <a:off x="1838025" y="1028500"/>
              <a:ext cx="53625" cy="55625"/>
            </a:xfrm>
            <a:custGeom>
              <a:avLst/>
              <a:gdLst/>
              <a:ahLst/>
              <a:cxnLst/>
              <a:rect l="l" t="t" r="r" b="b"/>
              <a:pathLst>
                <a:path w="2145"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a:extLst>
                <a:ext uri="{FF2B5EF4-FFF2-40B4-BE49-F238E27FC236}">
                  <a16:creationId xmlns:a16="http://schemas.microsoft.com/office/drawing/2014/main" id="{8BD730B3-2691-6425-C0A3-D89B168AA564}"/>
                </a:ext>
              </a:extLst>
            </p:cNvPr>
            <p:cNvSpPr/>
            <p:nvPr/>
          </p:nvSpPr>
          <p:spPr>
            <a:xfrm>
              <a:off x="18916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a:extLst>
                <a:ext uri="{FF2B5EF4-FFF2-40B4-BE49-F238E27FC236}">
                  <a16:creationId xmlns:a16="http://schemas.microsoft.com/office/drawing/2014/main" id="{497DEC84-8166-9D2B-366A-636B7DBC9898}"/>
                </a:ext>
              </a:extLst>
            </p:cNvPr>
            <p:cNvSpPr/>
            <p:nvPr/>
          </p:nvSpPr>
          <p:spPr>
            <a:xfrm>
              <a:off x="194722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a:extLst>
                <a:ext uri="{FF2B5EF4-FFF2-40B4-BE49-F238E27FC236}">
                  <a16:creationId xmlns:a16="http://schemas.microsoft.com/office/drawing/2014/main" id="{B6160808-160A-2E76-F03A-7912D5863F4B}"/>
                </a:ext>
              </a:extLst>
            </p:cNvPr>
            <p:cNvSpPr/>
            <p:nvPr/>
          </p:nvSpPr>
          <p:spPr>
            <a:xfrm>
              <a:off x="200285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a:extLst>
                <a:ext uri="{FF2B5EF4-FFF2-40B4-BE49-F238E27FC236}">
                  <a16:creationId xmlns:a16="http://schemas.microsoft.com/office/drawing/2014/main" id="{953E3C92-EA2E-E9F1-AA4C-8DE060326DCE}"/>
                </a:ext>
              </a:extLst>
            </p:cNvPr>
            <p:cNvSpPr/>
            <p:nvPr/>
          </p:nvSpPr>
          <p:spPr>
            <a:xfrm>
              <a:off x="205845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a:extLst>
                <a:ext uri="{FF2B5EF4-FFF2-40B4-BE49-F238E27FC236}">
                  <a16:creationId xmlns:a16="http://schemas.microsoft.com/office/drawing/2014/main" id="{105F7475-DB55-5177-7054-702E2276DBF7}"/>
                </a:ext>
              </a:extLst>
            </p:cNvPr>
            <p:cNvSpPr/>
            <p:nvPr/>
          </p:nvSpPr>
          <p:spPr>
            <a:xfrm>
              <a:off x="211405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a:extLst>
                <a:ext uri="{FF2B5EF4-FFF2-40B4-BE49-F238E27FC236}">
                  <a16:creationId xmlns:a16="http://schemas.microsoft.com/office/drawing/2014/main" id="{8389F57C-C62C-82C4-F06D-720825C889D4}"/>
                </a:ext>
              </a:extLst>
            </p:cNvPr>
            <p:cNvSpPr/>
            <p:nvPr/>
          </p:nvSpPr>
          <p:spPr>
            <a:xfrm>
              <a:off x="2169650" y="1028500"/>
              <a:ext cx="53650" cy="55625"/>
            </a:xfrm>
            <a:custGeom>
              <a:avLst/>
              <a:gdLst/>
              <a:ahLst/>
              <a:cxnLst/>
              <a:rect l="l" t="t" r="r" b="b"/>
              <a:pathLst>
                <a:path w="2146" h="2225" extrusionOk="0">
                  <a:moveTo>
                    <a:pt x="1" y="0"/>
                  </a:moveTo>
                  <a:lnTo>
                    <a:pt x="1"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a:extLst>
                <a:ext uri="{FF2B5EF4-FFF2-40B4-BE49-F238E27FC236}">
                  <a16:creationId xmlns:a16="http://schemas.microsoft.com/office/drawing/2014/main" id="{D89BBD5B-FF38-E7BE-649D-23AC23BAD25B}"/>
                </a:ext>
              </a:extLst>
            </p:cNvPr>
            <p:cNvSpPr/>
            <p:nvPr/>
          </p:nvSpPr>
          <p:spPr>
            <a:xfrm>
              <a:off x="222327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a:extLst>
                <a:ext uri="{FF2B5EF4-FFF2-40B4-BE49-F238E27FC236}">
                  <a16:creationId xmlns:a16="http://schemas.microsoft.com/office/drawing/2014/main" id="{37342FD4-382E-F13E-439D-8F571382F8BE}"/>
                </a:ext>
              </a:extLst>
            </p:cNvPr>
            <p:cNvSpPr/>
            <p:nvPr/>
          </p:nvSpPr>
          <p:spPr>
            <a:xfrm>
              <a:off x="227887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a:extLst>
                <a:ext uri="{FF2B5EF4-FFF2-40B4-BE49-F238E27FC236}">
                  <a16:creationId xmlns:a16="http://schemas.microsoft.com/office/drawing/2014/main" id="{A0EC92BE-B7D9-6989-17D6-8A0999DDCCAD}"/>
                </a:ext>
              </a:extLst>
            </p:cNvPr>
            <p:cNvSpPr/>
            <p:nvPr/>
          </p:nvSpPr>
          <p:spPr>
            <a:xfrm>
              <a:off x="233447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a:extLst>
                <a:ext uri="{FF2B5EF4-FFF2-40B4-BE49-F238E27FC236}">
                  <a16:creationId xmlns:a16="http://schemas.microsoft.com/office/drawing/2014/main" id="{8CE44D7D-30BC-0367-7D87-395508D7107C}"/>
                </a:ext>
              </a:extLst>
            </p:cNvPr>
            <p:cNvSpPr/>
            <p:nvPr/>
          </p:nvSpPr>
          <p:spPr>
            <a:xfrm>
              <a:off x="239007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a:extLst>
                <a:ext uri="{FF2B5EF4-FFF2-40B4-BE49-F238E27FC236}">
                  <a16:creationId xmlns:a16="http://schemas.microsoft.com/office/drawing/2014/main" id="{F34604C4-7DB3-5C8E-661C-C04519079461}"/>
                </a:ext>
              </a:extLst>
            </p:cNvPr>
            <p:cNvSpPr/>
            <p:nvPr/>
          </p:nvSpPr>
          <p:spPr>
            <a:xfrm>
              <a:off x="244570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a:extLst>
                <a:ext uri="{FF2B5EF4-FFF2-40B4-BE49-F238E27FC236}">
                  <a16:creationId xmlns:a16="http://schemas.microsoft.com/office/drawing/2014/main" id="{607828E9-3636-B516-8691-33CDBF58ABAF}"/>
                </a:ext>
              </a:extLst>
            </p:cNvPr>
            <p:cNvSpPr/>
            <p:nvPr/>
          </p:nvSpPr>
          <p:spPr>
            <a:xfrm>
              <a:off x="2501300" y="1028500"/>
              <a:ext cx="53650" cy="55625"/>
            </a:xfrm>
            <a:custGeom>
              <a:avLst/>
              <a:gdLst/>
              <a:ahLst/>
              <a:cxnLst/>
              <a:rect l="l" t="t" r="r" b="b"/>
              <a:pathLst>
                <a:path w="2146"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a:extLst>
                <a:ext uri="{FF2B5EF4-FFF2-40B4-BE49-F238E27FC236}">
                  <a16:creationId xmlns:a16="http://schemas.microsoft.com/office/drawing/2014/main" id="{A1F4750A-424D-84BD-2C3A-0211B85CE5CF}"/>
                </a:ext>
              </a:extLst>
            </p:cNvPr>
            <p:cNvSpPr/>
            <p:nvPr/>
          </p:nvSpPr>
          <p:spPr>
            <a:xfrm>
              <a:off x="25549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a:extLst>
                <a:ext uri="{FF2B5EF4-FFF2-40B4-BE49-F238E27FC236}">
                  <a16:creationId xmlns:a16="http://schemas.microsoft.com/office/drawing/2014/main" id="{C3A99880-8BD3-D2C3-FAC4-578FCFF3C909}"/>
                </a:ext>
              </a:extLst>
            </p:cNvPr>
            <p:cNvSpPr/>
            <p:nvPr/>
          </p:nvSpPr>
          <p:spPr>
            <a:xfrm>
              <a:off x="261052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a:extLst>
                <a:ext uri="{FF2B5EF4-FFF2-40B4-BE49-F238E27FC236}">
                  <a16:creationId xmlns:a16="http://schemas.microsoft.com/office/drawing/2014/main" id="{632DB3DC-DB85-85B5-2D31-C57A4706ED03}"/>
                </a:ext>
              </a:extLst>
            </p:cNvPr>
            <p:cNvSpPr/>
            <p:nvPr/>
          </p:nvSpPr>
          <p:spPr>
            <a:xfrm>
              <a:off x="266612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a:extLst>
                <a:ext uri="{FF2B5EF4-FFF2-40B4-BE49-F238E27FC236}">
                  <a16:creationId xmlns:a16="http://schemas.microsoft.com/office/drawing/2014/main" id="{1C0895C6-DA7D-BDFA-0F93-48F9BE096034}"/>
                </a:ext>
              </a:extLst>
            </p:cNvPr>
            <p:cNvSpPr/>
            <p:nvPr/>
          </p:nvSpPr>
          <p:spPr>
            <a:xfrm>
              <a:off x="272172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a:extLst>
                <a:ext uri="{FF2B5EF4-FFF2-40B4-BE49-F238E27FC236}">
                  <a16:creationId xmlns:a16="http://schemas.microsoft.com/office/drawing/2014/main" id="{7FFFF459-D0CD-BC6E-36B2-DCF986D8748D}"/>
                </a:ext>
              </a:extLst>
            </p:cNvPr>
            <p:cNvSpPr/>
            <p:nvPr/>
          </p:nvSpPr>
          <p:spPr>
            <a:xfrm>
              <a:off x="27773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a:extLst>
                <a:ext uri="{FF2B5EF4-FFF2-40B4-BE49-F238E27FC236}">
                  <a16:creationId xmlns:a16="http://schemas.microsoft.com/office/drawing/2014/main" id="{D3CB6E2E-A18A-17DB-521E-03ED5AAE5DCD}"/>
                </a:ext>
              </a:extLst>
            </p:cNvPr>
            <p:cNvSpPr/>
            <p:nvPr/>
          </p:nvSpPr>
          <p:spPr>
            <a:xfrm>
              <a:off x="2832925" y="1028500"/>
              <a:ext cx="53650" cy="55625"/>
            </a:xfrm>
            <a:custGeom>
              <a:avLst/>
              <a:gdLst/>
              <a:ahLst/>
              <a:cxnLst/>
              <a:rect l="l" t="t" r="r" b="b"/>
              <a:pathLst>
                <a:path w="2146" h="2225" extrusionOk="0">
                  <a:moveTo>
                    <a:pt x="1" y="0"/>
                  </a:moveTo>
                  <a:lnTo>
                    <a:pt x="1" y="2224"/>
                  </a:lnTo>
                  <a:lnTo>
                    <a:pt x="2146" y="2224"/>
                  </a:lnTo>
                  <a:lnTo>
                    <a:pt x="2146"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a:extLst>
                <a:ext uri="{FF2B5EF4-FFF2-40B4-BE49-F238E27FC236}">
                  <a16:creationId xmlns:a16="http://schemas.microsoft.com/office/drawing/2014/main" id="{6C5B299F-D11F-7A3B-32A2-708760493DAD}"/>
                </a:ext>
              </a:extLst>
            </p:cNvPr>
            <p:cNvSpPr/>
            <p:nvPr/>
          </p:nvSpPr>
          <p:spPr>
            <a:xfrm>
              <a:off x="288655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a:extLst>
                <a:ext uri="{FF2B5EF4-FFF2-40B4-BE49-F238E27FC236}">
                  <a16:creationId xmlns:a16="http://schemas.microsoft.com/office/drawing/2014/main" id="{F65C02D3-5326-5B50-741A-FE1F5B0C4087}"/>
                </a:ext>
              </a:extLst>
            </p:cNvPr>
            <p:cNvSpPr/>
            <p:nvPr/>
          </p:nvSpPr>
          <p:spPr>
            <a:xfrm>
              <a:off x="2942150"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a:extLst>
                <a:ext uri="{FF2B5EF4-FFF2-40B4-BE49-F238E27FC236}">
                  <a16:creationId xmlns:a16="http://schemas.microsoft.com/office/drawing/2014/main" id="{DA78CCBC-6674-6A7F-F9AC-A71AEDAFDB68}"/>
                </a:ext>
              </a:extLst>
            </p:cNvPr>
            <p:cNvSpPr/>
            <p:nvPr/>
          </p:nvSpPr>
          <p:spPr>
            <a:xfrm>
              <a:off x="299777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a:extLst>
                <a:ext uri="{FF2B5EF4-FFF2-40B4-BE49-F238E27FC236}">
                  <a16:creationId xmlns:a16="http://schemas.microsoft.com/office/drawing/2014/main" id="{4C076663-EE8F-1505-0708-D7CB2DC8B796}"/>
                </a:ext>
              </a:extLst>
            </p:cNvPr>
            <p:cNvSpPr/>
            <p:nvPr/>
          </p:nvSpPr>
          <p:spPr>
            <a:xfrm>
              <a:off x="305337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a:extLst>
                <a:ext uri="{FF2B5EF4-FFF2-40B4-BE49-F238E27FC236}">
                  <a16:creationId xmlns:a16="http://schemas.microsoft.com/office/drawing/2014/main" id="{44036CA6-438A-F3A3-0D63-4D61CF14CC84}"/>
                </a:ext>
              </a:extLst>
            </p:cNvPr>
            <p:cNvSpPr/>
            <p:nvPr/>
          </p:nvSpPr>
          <p:spPr>
            <a:xfrm>
              <a:off x="310897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a:extLst>
                <a:ext uri="{FF2B5EF4-FFF2-40B4-BE49-F238E27FC236}">
                  <a16:creationId xmlns:a16="http://schemas.microsoft.com/office/drawing/2014/main" id="{F86FCB77-4FEE-B12F-096E-1096C3F904A9}"/>
                </a:ext>
              </a:extLst>
            </p:cNvPr>
            <p:cNvSpPr/>
            <p:nvPr/>
          </p:nvSpPr>
          <p:spPr>
            <a:xfrm>
              <a:off x="3164575" y="1028500"/>
              <a:ext cx="53650" cy="55625"/>
            </a:xfrm>
            <a:custGeom>
              <a:avLst/>
              <a:gdLst/>
              <a:ahLst/>
              <a:cxnLst/>
              <a:rect l="l" t="t" r="r" b="b"/>
              <a:pathLst>
                <a:path w="2146" h="2225" extrusionOk="0">
                  <a:moveTo>
                    <a:pt x="1" y="0"/>
                  </a:moveTo>
                  <a:lnTo>
                    <a:pt x="1"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a:extLst>
                <a:ext uri="{FF2B5EF4-FFF2-40B4-BE49-F238E27FC236}">
                  <a16:creationId xmlns:a16="http://schemas.microsoft.com/office/drawing/2014/main" id="{0685B566-A11C-8A2F-20E1-96904EAFB9A5}"/>
                </a:ext>
              </a:extLst>
            </p:cNvPr>
            <p:cNvSpPr/>
            <p:nvPr/>
          </p:nvSpPr>
          <p:spPr>
            <a:xfrm>
              <a:off x="321820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a:extLst>
                <a:ext uri="{FF2B5EF4-FFF2-40B4-BE49-F238E27FC236}">
                  <a16:creationId xmlns:a16="http://schemas.microsoft.com/office/drawing/2014/main" id="{04E91E3F-754C-9044-43ED-90A074B30E45}"/>
                </a:ext>
              </a:extLst>
            </p:cNvPr>
            <p:cNvSpPr/>
            <p:nvPr/>
          </p:nvSpPr>
          <p:spPr>
            <a:xfrm>
              <a:off x="327380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a:extLst>
                <a:ext uri="{FF2B5EF4-FFF2-40B4-BE49-F238E27FC236}">
                  <a16:creationId xmlns:a16="http://schemas.microsoft.com/office/drawing/2014/main" id="{810FAAC6-7D81-EE31-9F67-7DC8A84B2D1D}"/>
                </a:ext>
              </a:extLst>
            </p:cNvPr>
            <p:cNvSpPr/>
            <p:nvPr/>
          </p:nvSpPr>
          <p:spPr>
            <a:xfrm>
              <a:off x="332940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a:extLst>
                <a:ext uri="{FF2B5EF4-FFF2-40B4-BE49-F238E27FC236}">
                  <a16:creationId xmlns:a16="http://schemas.microsoft.com/office/drawing/2014/main" id="{10BEDDC3-2083-56E7-240A-3058D6AACD41}"/>
                </a:ext>
              </a:extLst>
            </p:cNvPr>
            <p:cNvSpPr/>
            <p:nvPr/>
          </p:nvSpPr>
          <p:spPr>
            <a:xfrm>
              <a:off x="3385000"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a:extLst>
                <a:ext uri="{FF2B5EF4-FFF2-40B4-BE49-F238E27FC236}">
                  <a16:creationId xmlns:a16="http://schemas.microsoft.com/office/drawing/2014/main" id="{3F59C388-5982-EAA7-61CA-5E86C026686B}"/>
                </a:ext>
              </a:extLst>
            </p:cNvPr>
            <p:cNvSpPr/>
            <p:nvPr/>
          </p:nvSpPr>
          <p:spPr>
            <a:xfrm>
              <a:off x="34406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a:extLst>
                <a:ext uri="{FF2B5EF4-FFF2-40B4-BE49-F238E27FC236}">
                  <a16:creationId xmlns:a16="http://schemas.microsoft.com/office/drawing/2014/main" id="{CE65CF28-4412-E6C2-768A-EA8F02577D28}"/>
                </a:ext>
              </a:extLst>
            </p:cNvPr>
            <p:cNvSpPr/>
            <p:nvPr/>
          </p:nvSpPr>
          <p:spPr>
            <a:xfrm>
              <a:off x="3496225" y="1028500"/>
              <a:ext cx="53650" cy="55625"/>
            </a:xfrm>
            <a:custGeom>
              <a:avLst/>
              <a:gdLst/>
              <a:ahLst/>
              <a:cxnLst/>
              <a:rect l="l" t="t" r="r" b="b"/>
              <a:pathLst>
                <a:path w="2146"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a:extLst>
                <a:ext uri="{FF2B5EF4-FFF2-40B4-BE49-F238E27FC236}">
                  <a16:creationId xmlns:a16="http://schemas.microsoft.com/office/drawing/2014/main" id="{9D695136-3196-8034-95E1-55B0FC558E7B}"/>
                </a:ext>
              </a:extLst>
            </p:cNvPr>
            <p:cNvSpPr/>
            <p:nvPr/>
          </p:nvSpPr>
          <p:spPr>
            <a:xfrm>
              <a:off x="354985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a:extLst>
                <a:ext uri="{FF2B5EF4-FFF2-40B4-BE49-F238E27FC236}">
                  <a16:creationId xmlns:a16="http://schemas.microsoft.com/office/drawing/2014/main" id="{A905A155-F393-10EE-80BC-E3061401A68F}"/>
                </a:ext>
              </a:extLst>
            </p:cNvPr>
            <p:cNvSpPr/>
            <p:nvPr/>
          </p:nvSpPr>
          <p:spPr>
            <a:xfrm>
              <a:off x="360545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a:extLst>
                <a:ext uri="{FF2B5EF4-FFF2-40B4-BE49-F238E27FC236}">
                  <a16:creationId xmlns:a16="http://schemas.microsoft.com/office/drawing/2014/main" id="{C40638CF-2620-9B08-AA36-2E32A15F350C}"/>
                </a:ext>
              </a:extLst>
            </p:cNvPr>
            <p:cNvSpPr/>
            <p:nvPr/>
          </p:nvSpPr>
          <p:spPr>
            <a:xfrm>
              <a:off x="3661050"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a:extLst>
                <a:ext uri="{FF2B5EF4-FFF2-40B4-BE49-F238E27FC236}">
                  <a16:creationId xmlns:a16="http://schemas.microsoft.com/office/drawing/2014/main" id="{A006B186-0BDA-4BA1-5682-1FB5656C300F}"/>
                </a:ext>
              </a:extLst>
            </p:cNvPr>
            <p:cNvSpPr/>
            <p:nvPr/>
          </p:nvSpPr>
          <p:spPr>
            <a:xfrm>
              <a:off x="371665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a:extLst>
                <a:ext uri="{FF2B5EF4-FFF2-40B4-BE49-F238E27FC236}">
                  <a16:creationId xmlns:a16="http://schemas.microsoft.com/office/drawing/2014/main" id="{2FDFFB42-56BA-16D3-72B0-0433F131CBEA}"/>
                </a:ext>
              </a:extLst>
            </p:cNvPr>
            <p:cNvSpPr/>
            <p:nvPr/>
          </p:nvSpPr>
          <p:spPr>
            <a:xfrm>
              <a:off x="3772250" y="1084100"/>
              <a:ext cx="53650" cy="55625"/>
            </a:xfrm>
            <a:custGeom>
              <a:avLst/>
              <a:gdLst/>
              <a:ahLst/>
              <a:cxnLst/>
              <a:rect l="l" t="t" r="r" b="b"/>
              <a:pathLst>
                <a:path w="2146" h="2225" extrusionOk="0">
                  <a:moveTo>
                    <a:pt x="1" y="0"/>
                  </a:moveTo>
                  <a:lnTo>
                    <a:pt x="1"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a:extLst>
                <a:ext uri="{FF2B5EF4-FFF2-40B4-BE49-F238E27FC236}">
                  <a16:creationId xmlns:a16="http://schemas.microsoft.com/office/drawing/2014/main" id="{0B2F975E-A0C4-F81C-75B9-82DF4038D050}"/>
                </a:ext>
              </a:extLst>
            </p:cNvPr>
            <p:cNvSpPr/>
            <p:nvPr/>
          </p:nvSpPr>
          <p:spPr>
            <a:xfrm>
              <a:off x="3825875"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a:extLst>
                <a:ext uri="{FF2B5EF4-FFF2-40B4-BE49-F238E27FC236}">
                  <a16:creationId xmlns:a16="http://schemas.microsoft.com/office/drawing/2014/main" id="{6DB85878-A95D-4317-767D-EC1309215E10}"/>
                </a:ext>
              </a:extLst>
            </p:cNvPr>
            <p:cNvSpPr/>
            <p:nvPr/>
          </p:nvSpPr>
          <p:spPr>
            <a:xfrm>
              <a:off x="388147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a:extLst>
                <a:ext uri="{FF2B5EF4-FFF2-40B4-BE49-F238E27FC236}">
                  <a16:creationId xmlns:a16="http://schemas.microsoft.com/office/drawing/2014/main" id="{AB4A9478-404E-3191-8952-6783EEC2F3B6}"/>
                </a:ext>
              </a:extLst>
            </p:cNvPr>
            <p:cNvSpPr/>
            <p:nvPr/>
          </p:nvSpPr>
          <p:spPr>
            <a:xfrm>
              <a:off x="393707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a:extLst>
                <a:ext uri="{FF2B5EF4-FFF2-40B4-BE49-F238E27FC236}">
                  <a16:creationId xmlns:a16="http://schemas.microsoft.com/office/drawing/2014/main" id="{CCCF735A-3261-5EBB-5D7C-988DB11095FB}"/>
                </a:ext>
              </a:extLst>
            </p:cNvPr>
            <p:cNvSpPr/>
            <p:nvPr/>
          </p:nvSpPr>
          <p:spPr>
            <a:xfrm>
              <a:off x="399270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a:extLst>
                <a:ext uri="{FF2B5EF4-FFF2-40B4-BE49-F238E27FC236}">
                  <a16:creationId xmlns:a16="http://schemas.microsoft.com/office/drawing/2014/main" id="{A30A28F1-08DF-86E4-F82A-6234547DEDD3}"/>
                </a:ext>
              </a:extLst>
            </p:cNvPr>
            <p:cNvSpPr/>
            <p:nvPr/>
          </p:nvSpPr>
          <p:spPr>
            <a:xfrm>
              <a:off x="404830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a:extLst>
                <a:ext uri="{FF2B5EF4-FFF2-40B4-BE49-F238E27FC236}">
                  <a16:creationId xmlns:a16="http://schemas.microsoft.com/office/drawing/2014/main" id="{526EF7F0-77D7-3AEF-BA77-5B1DF6E47E71}"/>
                </a:ext>
              </a:extLst>
            </p:cNvPr>
            <p:cNvSpPr/>
            <p:nvPr/>
          </p:nvSpPr>
          <p:spPr>
            <a:xfrm>
              <a:off x="4103900" y="1084100"/>
              <a:ext cx="53650" cy="55625"/>
            </a:xfrm>
            <a:custGeom>
              <a:avLst/>
              <a:gdLst/>
              <a:ahLst/>
              <a:cxnLst/>
              <a:rect l="l" t="t" r="r" b="b"/>
              <a:pathLst>
                <a:path w="2146" h="2225" extrusionOk="0">
                  <a:moveTo>
                    <a:pt x="0" y="0"/>
                  </a:moveTo>
                  <a:lnTo>
                    <a:pt x="0"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a:extLst>
                <a:ext uri="{FF2B5EF4-FFF2-40B4-BE49-F238E27FC236}">
                  <a16:creationId xmlns:a16="http://schemas.microsoft.com/office/drawing/2014/main" id="{23B71A8A-00D1-099E-FCFD-95358D860D8E}"/>
                </a:ext>
              </a:extLst>
            </p:cNvPr>
            <p:cNvSpPr/>
            <p:nvPr/>
          </p:nvSpPr>
          <p:spPr>
            <a:xfrm>
              <a:off x="415752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a:extLst>
                <a:ext uri="{FF2B5EF4-FFF2-40B4-BE49-F238E27FC236}">
                  <a16:creationId xmlns:a16="http://schemas.microsoft.com/office/drawing/2014/main" id="{43FDEFAD-A2BD-50EE-2073-9EBE63159C9E}"/>
                </a:ext>
              </a:extLst>
            </p:cNvPr>
            <p:cNvSpPr/>
            <p:nvPr/>
          </p:nvSpPr>
          <p:spPr>
            <a:xfrm>
              <a:off x="42131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a:extLst>
                <a:ext uri="{FF2B5EF4-FFF2-40B4-BE49-F238E27FC236}">
                  <a16:creationId xmlns:a16="http://schemas.microsoft.com/office/drawing/2014/main" id="{513DEBAB-BE48-0E66-F31E-75011C8F9505}"/>
                </a:ext>
              </a:extLst>
            </p:cNvPr>
            <p:cNvSpPr/>
            <p:nvPr/>
          </p:nvSpPr>
          <p:spPr>
            <a:xfrm>
              <a:off x="4268725"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a:extLst>
                <a:ext uri="{FF2B5EF4-FFF2-40B4-BE49-F238E27FC236}">
                  <a16:creationId xmlns:a16="http://schemas.microsoft.com/office/drawing/2014/main" id="{ECB8414D-30FC-BA22-C84E-6F767245A6EE}"/>
                </a:ext>
              </a:extLst>
            </p:cNvPr>
            <p:cNvSpPr/>
            <p:nvPr/>
          </p:nvSpPr>
          <p:spPr>
            <a:xfrm>
              <a:off x="43243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a:extLst>
                <a:ext uri="{FF2B5EF4-FFF2-40B4-BE49-F238E27FC236}">
                  <a16:creationId xmlns:a16="http://schemas.microsoft.com/office/drawing/2014/main" id="{B5C6BC81-5F64-EC6A-A44E-3DB46338A450}"/>
                </a:ext>
              </a:extLst>
            </p:cNvPr>
            <p:cNvSpPr/>
            <p:nvPr/>
          </p:nvSpPr>
          <p:spPr>
            <a:xfrm>
              <a:off x="4379925" y="1028500"/>
              <a:ext cx="55650" cy="55625"/>
            </a:xfrm>
            <a:custGeom>
              <a:avLst/>
              <a:gdLst/>
              <a:ahLst/>
              <a:cxnLst/>
              <a:rect l="l" t="t" r="r" b="b"/>
              <a:pathLst>
                <a:path w="2226"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a:extLst>
                <a:ext uri="{FF2B5EF4-FFF2-40B4-BE49-F238E27FC236}">
                  <a16:creationId xmlns:a16="http://schemas.microsoft.com/office/drawing/2014/main" id="{013F49B0-C462-3445-2A29-0CCFD684AB16}"/>
                </a:ext>
              </a:extLst>
            </p:cNvPr>
            <p:cNvSpPr/>
            <p:nvPr/>
          </p:nvSpPr>
          <p:spPr>
            <a:xfrm>
              <a:off x="4435550" y="1084100"/>
              <a:ext cx="53625" cy="55625"/>
            </a:xfrm>
            <a:custGeom>
              <a:avLst/>
              <a:gdLst/>
              <a:ahLst/>
              <a:cxnLst/>
              <a:rect l="l" t="t" r="r" b="b"/>
              <a:pathLst>
                <a:path w="2145" h="2225" extrusionOk="0">
                  <a:moveTo>
                    <a:pt x="0" y="0"/>
                  </a:moveTo>
                  <a:lnTo>
                    <a:pt x="0"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a:extLst>
                <a:ext uri="{FF2B5EF4-FFF2-40B4-BE49-F238E27FC236}">
                  <a16:creationId xmlns:a16="http://schemas.microsoft.com/office/drawing/2014/main" id="{61A45E8E-1AEC-8757-6337-D7839A77E48B}"/>
                </a:ext>
              </a:extLst>
            </p:cNvPr>
            <p:cNvSpPr/>
            <p:nvPr/>
          </p:nvSpPr>
          <p:spPr>
            <a:xfrm>
              <a:off x="448915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a:extLst>
                <a:ext uri="{FF2B5EF4-FFF2-40B4-BE49-F238E27FC236}">
                  <a16:creationId xmlns:a16="http://schemas.microsoft.com/office/drawing/2014/main" id="{8D442E74-9128-AD42-126D-001D6008C7F8}"/>
                </a:ext>
              </a:extLst>
            </p:cNvPr>
            <p:cNvSpPr/>
            <p:nvPr/>
          </p:nvSpPr>
          <p:spPr>
            <a:xfrm>
              <a:off x="4544750"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5">
              <a:extLst>
                <a:ext uri="{FF2B5EF4-FFF2-40B4-BE49-F238E27FC236}">
                  <a16:creationId xmlns:a16="http://schemas.microsoft.com/office/drawing/2014/main" id="{5CF1C0BB-A19A-FF24-979D-0291F3FE1C43}"/>
                </a:ext>
              </a:extLst>
            </p:cNvPr>
            <p:cNvSpPr/>
            <p:nvPr/>
          </p:nvSpPr>
          <p:spPr>
            <a:xfrm>
              <a:off x="460037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5">
              <a:extLst>
                <a:ext uri="{FF2B5EF4-FFF2-40B4-BE49-F238E27FC236}">
                  <a16:creationId xmlns:a16="http://schemas.microsoft.com/office/drawing/2014/main" id="{350F070B-E84E-4819-C529-7C124C52D186}"/>
                </a:ext>
              </a:extLst>
            </p:cNvPr>
            <p:cNvSpPr/>
            <p:nvPr/>
          </p:nvSpPr>
          <p:spPr>
            <a:xfrm>
              <a:off x="4655975" y="1084100"/>
              <a:ext cx="55625" cy="55625"/>
            </a:xfrm>
            <a:custGeom>
              <a:avLst/>
              <a:gdLst/>
              <a:ahLst/>
              <a:cxnLst/>
              <a:rect l="l" t="t" r="r" b="b"/>
              <a:pathLst>
                <a:path w="2225" h="2225" extrusionOk="0">
                  <a:moveTo>
                    <a:pt x="0" y="0"/>
                  </a:moveTo>
                  <a:lnTo>
                    <a:pt x="0"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a:extLst>
                <a:ext uri="{FF2B5EF4-FFF2-40B4-BE49-F238E27FC236}">
                  <a16:creationId xmlns:a16="http://schemas.microsoft.com/office/drawing/2014/main" id="{4B709863-E863-B4F9-2FA3-65D14F8CC7FE}"/>
                </a:ext>
              </a:extLst>
            </p:cNvPr>
            <p:cNvSpPr/>
            <p:nvPr/>
          </p:nvSpPr>
          <p:spPr>
            <a:xfrm>
              <a:off x="471157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a:extLst>
                <a:ext uri="{FF2B5EF4-FFF2-40B4-BE49-F238E27FC236}">
                  <a16:creationId xmlns:a16="http://schemas.microsoft.com/office/drawing/2014/main" id="{479FEAED-C050-A2D6-4416-C7D74109C385}"/>
                </a:ext>
              </a:extLst>
            </p:cNvPr>
            <p:cNvSpPr/>
            <p:nvPr/>
          </p:nvSpPr>
          <p:spPr>
            <a:xfrm>
              <a:off x="4767175" y="1084100"/>
              <a:ext cx="53650" cy="55625"/>
            </a:xfrm>
            <a:custGeom>
              <a:avLst/>
              <a:gdLst/>
              <a:ahLst/>
              <a:cxnLst/>
              <a:rect l="l" t="t" r="r" b="b"/>
              <a:pathLst>
                <a:path w="2146" h="2225" extrusionOk="0">
                  <a:moveTo>
                    <a:pt x="1" y="0"/>
                  </a:moveTo>
                  <a:lnTo>
                    <a:pt x="1"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a:extLst>
                <a:ext uri="{FF2B5EF4-FFF2-40B4-BE49-F238E27FC236}">
                  <a16:creationId xmlns:a16="http://schemas.microsoft.com/office/drawing/2014/main" id="{884750D1-BAB1-EC0F-4133-1248BE33C4EE}"/>
                </a:ext>
              </a:extLst>
            </p:cNvPr>
            <p:cNvSpPr/>
            <p:nvPr/>
          </p:nvSpPr>
          <p:spPr>
            <a:xfrm>
              <a:off x="4820800"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a:extLst>
                <a:ext uri="{FF2B5EF4-FFF2-40B4-BE49-F238E27FC236}">
                  <a16:creationId xmlns:a16="http://schemas.microsoft.com/office/drawing/2014/main" id="{55D86A42-0191-8EBC-5B5C-FA9224364AAB}"/>
                </a:ext>
              </a:extLst>
            </p:cNvPr>
            <p:cNvSpPr/>
            <p:nvPr/>
          </p:nvSpPr>
          <p:spPr>
            <a:xfrm>
              <a:off x="487640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a:extLst>
                <a:ext uri="{FF2B5EF4-FFF2-40B4-BE49-F238E27FC236}">
                  <a16:creationId xmlns:a16="http://schemas.microsoft.com/office/drawing/2014/main" id="{FC0AC074-D037-9C2D-EF30-BC2801307748}"/>
                </a:ext>
              </a:extLst>
            </p:cNvPr>
            <p:cNvSpPr/>
            <p:nvPr/>
          </p:nvSpPr>
          <p:spPr>
            <a:xfrm>
              <a:off x="493200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a:extLst>
                <a:ext uri="{FF2B5EF4-FFF2-40B4-BE49-F238E27FC236}">
                  <a16:creationId xmlns:a16="http://schemas.microsoft.com/office/drawing/2014/main" id="{BA93E4A2-FE5A-CF26-DE3C-165CAB439A45}"/>
                </a:ext>
              </a:extLst>
            </p:cNvPr>
            <p:cNvSpPr/>
            <p:nvPr/>
          </p:nvSpPr>
          <p:spPr>
            <a:xfrm>
              <a:off x="4987600"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a:extLst>
                <a:ext uri="{FF2B5EF4-FFF2-40B4-BE49-F238E27FC236}">
                  <a16:creationId xmlns:a16="http://schemas.microsoft.com/office/drawing/2014/main" id="{447790FF-C0D8-6477-2292-8580E4DC0ADA}"/>
                </a:ext>
              </a:extLst>
            </p:cNvPr>
            <p:cNvSpPr/>
            <p:nvPr/>
          </p:nvSpPr>
          <p:spPr>
            <a:xfrm>
              <a:off x="5043225"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5">
              <a:extLst>
                <a:ext uri="{FF2B5EF4-FFF2-40B4-BE49-F238E27FC236}">
                  <a16:creationId xmlns:a16="http://schemas.microsoft.com/office/drawing/2014/main" id="{95109781-8726-847B-C8DF-8A7FA0ED696B}"/>
                </a:ext>
              </a:extLst>
            </p:cNvPr>
            <p:cNvSpPr/>
            <p:nvPr/>
          </p:nvSpPr>
          <p:spPr>
            <a:xfrm>
              <a:off x="5098825" y="1084100"/>
              <a:ext cx="53650" cy="55625"/>
            </a:xfrm>
            <a:custGeom>
              <a:avLst/>
              <a:gdLst/>
              <a:ahLst/>
              <a:cxnLst/>
              <a:rect l="l" t="t" r="r" b="b"/>
              <a:pathLst>
                <a:path w="2146" h="2225" extrusionOk="0">
                  <a:moveTo>
                    <a:pt x="0" y="0"/>
                  </a:moveTo>
                  <a:lnTo>
                    <a:pt x="0" y="2225"/>
                  </a:lnTo>
                  <a:lnTo>
                    <a:pt x="2145" y="2225"/>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a:extLst>
                <a:ext uri="{FF2B5EF4-FFF2-40B4-BE49-F238E27FC236}">
                  <a16:creationId xmlns:a16="http://schemas.microsoft.com/office/drawing/2014/main" id="{42487A01-0AFB-B554-2152-7F16BC7669CC}"/>
                </a:ext>
              </a:extLst>
            </p:cNvPr>
            <p:cNvSpPr/>
            <p:nvPr/>
          </p:nvSpPr>
          <p:spPr>
            <a:xfrm>
              <a:off x="515245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a:extLst>
                <a:ext uri="{FF2B5EF4-FFF2-40B4-BE49-F238E27FC236}">
                  <a16:creationId xmlns:a16="http://schemas.microsoft.com/office/drawing/2014/main" id="{5AD54DCF-1261-379A-8E53-4998121FE3F3}"/>
                </a:ext>
              </a:extLst>
            </p:cNvPr>
            <p:cNvSpPr/>
            <p:nvPr/>
          </p:nvSpPr>
          <p:spPr>
            <a:xfrm>
              <a:off x="520805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5">
              <a:extLst>
                <a:ext uri="{FF2B5EF4-FFF2-40B4-BE49-F238E27FC236}">
                  <a16:creationId xmlns:a16="http://schemas.microsoft.com/office/drawing/2014/main" id="{8CD0EC4C-7585-36C7-92D0-DA15038AABD4}"/>
                </a:ext>
              </a:extLst>
            </p:cNvPr>
            <p:cNvSpPr/>
            <p:nvPr/>
          </p:nvSpPr>
          <p:spPr>
            <a:xfrm>
              <a:off x="5263650"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5">
              <a:extLst>
                <a:ext uri="{FF2B5EF4-FFF2-40B4-BE49-F238E27FC236}">
                  <a16:creationId xmlns:a16="http://schemas.microsoft.com/office/drawing/2014/main" id="{AA45AD5E-5D8A-5BF5-FFA3-545F48B10CCE}"/>
                </a:ext>
              </a:extLst>
            </p:cNvPr>
            <p:cNvSpPr/>
            <p:nvPr/>
          </p:nvSpPr>
          <p:spPr>
            <a:xfrm>
              <a:off x="5319250"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a:extLst>
                <a:ext uri="{FF2B5EF4-FFF2-40B4-BE49-F238E27FC236}">
                  <a16:creationId xmlns:a16="http://schemas.microsoft.com/office/drawing/2014/main" id="{568CD772-999B-28C9-A15E-669418267E75}"/>
                </a:ext>
              </a:extLst>
            </p:cNvPr>
            <p:cNvSpPr/>
            <p:nvPr/>
          </p:nvSpPr>
          <p:spPr>
            <a:xfrm>
              <a:off x="5374850"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5">
              <a:extLst>
                <a:ext uri="{FF2B5EF4-FFF2-40B4-BE49-F238E27FC236}">
                  <a16:creationId xmlns:a16="http://schemas.microsoft.com/office/drawing/2014/main" id="{601A773D-08B8-DD67-EE66-E44C6732FA49}"/>
                </a:ext>
              </a:extLst>
            </p:cNvPr>
            <p:cNvSpPr/>
            <p:nvPr/>
          </p:nvSpPr>
          <p:spPr>
            <a:xfrm>
              <a:off x="5430450" y="1084100"/>
              <a:ext cx="53650" cy="55625"/>
            </a:xfrm>
            <a:custGeom>
              <a:avLst/>
              <a:gdLst/>
              <a:ahLst/>
              <a:cxnLst/>
              <a:rect l="l" t="t" r="r" b="b"/>
              <a:pathLst>
                <a:path w="2146" h="2225" extrusionOk="0">
                  <a:moveTo>
                    <a:pt x="1" y="0"/>
                  </a:moveTo>
                  <a:lnTo>
                    <a:pt x="1" y="2225"/>
                  </a:lnTo>
                  <a:lnTo>
                    <a:pt x="2146" y="2225"/>
                  </a:lnTo>
                  <a:lnTo>
                    <a:pt x="2146"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a:extLst>
                <a:ext uri="{FF2B5EF4-FFF2-40B4-BE49-F238E27FC236}">
                  <a16:creationId xmlns:a16="http://schemas.microsoft.com/office/drawing/2014/main" id="{615833CD-6524-1747-E061-38D1038D2F0F}"/>
                </a:ext>
              </a:extLst>
            </p:cNvPr>
            <p:cNvSpPr/>
            <p:nvPr/>
          </p:nvSpPr>
          <p:spPr>
            <a:xfrm>
              <a:off x="548407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a:extLst>
                <a:ext uri="{FF2B5EF4-FFF2-40B4-BE49-F238E27FC236}">
                  <a16:creationId xmlns:a16="http://schemas.microsoft.com/office/drawing/2014/main" id="{FF456D07-0077-F5F9-506D-1FA6B8DDE7F2}"/>
                </a:ext>
              </a:extLst>
            </p:cNvPr>
            <p:cNvSpPr/>
            <p:nvPr/>
          </p:nvSpPr>
          <p:spPr>
            <a:xfrm>
              <a:off x="5539675"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5">
              <a:extLst>
                <a:ext uri="{FF2B5EF4-FFF2-40B4-BE49-F238E27FC236}">
                  <a16:creationId xmlns:a16="http://schemas.microsoft.com/office/drawing/2014/main" id="{F8488766-B4F3-B503-9859-77E1F70CF1F5}"/>
                </a:ext>
              </a:extLst>
            </p:cNvPr>
            <p:cNvSpPr/>
            <p:nvPr/>
          </p:nvSpPr>
          <p:spPr>
            <a:xfrm>
              <a:off x="5595300" y="1028500"/>
              <a:ext cx="55625" cy="55625"/>
            </a:xfrm>
            <a:custGeom>
              <a:avLst/>
              <a:gdLst/>
              <a:ahLst/>
              <a:cxnLst/>
              <a:rect l="l" t="t" r="r" b="b"/>
              <a:pathLst>
                <a:path w="2225" h="2225" extrusionOk="0">
                  <a:moveTo>
                    <a:pt x="0" y="0"/>
                  </a:moveTo>
                  <a:lnTo>
                    <a:pt x="0" y="2224"/>
                  </a:lnTo>
                  <a:lnTo>
                    <a:pt x="2224" y="2224"/>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5">
              <a:extLst>
                <a:ext uri="{FF2B5EF4-FFF2-40B4-BE49-F238E27FC236}">
                  <a16:creationId xmlns:a16="http://schemas.microsoft.com/office/drawing/2014/main" id="{0885F472-6795-50FF-093B-F635FA114273}"/>
                </a:ext>
              </a:extLst>
            </p:cNvPr>
            <p:cNvSpPr/>
            <p:nvPr/>
          </p:nvSpPr>
          <p:spPr>
            <a:xfrm>
              <a:off x="5650900"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a:extLst>
                <a:ext uri="{FF2B5EF4-FFF2-40B4-BE49-F238E27FC236}">
                  <a16:creationId xmlns:a16="http://schemas.microsoft.com/office/drawing/2014/main" id="{925C6F32-1705-771D-AF34-C29CDF71A8B4}"/>
                </a:ext>
              </a:extLst>
            </p:cNvPr>
            <p:cNvSpPr/>
            <p:nvPr/>
          </p:nvSpPr>
          <p:spPr>
            <a:xfrm>
              <a:off x="5706500" y="1028500"/>
              <a:ext cx="53650" cy="55625"/>
            </a:xfrm>
            <a:custGeom>
              <a:avLst/>
              <a:gdLst/>
              <a:ahLst/>
              <a:cxnLst/>
              <a:rect l="l" t="t" r="r" b="b"/>
              <a:pathLst>
                <a:path w="2146" h="2225" extrusionOk="0">
                  <a:moveTo>
                    <a:pt x="0" y="0"/>
                  </a:moveTo>
                  <a:lnTo>
                    <a:pt x="0" y="2224"/>
                  </a:lnTo>
                  <a:lnTo>
                    <a:pt x="2145" y="2224"/>
                  </a:lnTo>
                  <a:lnTo>
                    <a:pt x="214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5">
              <a:extLst>
                <a:ext uri="{FF2B5EF4-FFF2-40B4-BE49-F238E27FC236}">
                  <a16:creationId xmlns:a16="http://schemas.microsoft.com/office/drawing/2014/main" id="{D9E3C3B0-2ABF-2C5E-2228-D70FD59AEBBC}"/>
                </a:ext>
              </a:extLst>
            </p:cNvPr>
            <p:cNvSpPr/>
            <p:nvPr/>
          </p:nvSpPr>
          <p:spPr>
            <a:xfrm>
              <a:off x="5760125" y="1084100"/>
              <a:ext cx="55625" cy="55625"/>
            </a:xfrm>
            <a:custGeom>
              <a:avLst/>
              <a:gdLst/>
              <a:ahLst/>
              <a:cxnLst/>
              <a:rect l="l" t="t" r="r" b="b"/>
              <a:pathLst>
                <a:path w="2225" h="2225" extrusionOk="0">
                  <a:moveTo>
                    <a:pt x="0" y="0"/>
                  </a:moveTo>
                  <a:lnTo>
                    <a:pt x="0" y="2225"/>
                  </a:lnTo>
                  <a:lnTo>
                    <a:pt x="2224" y="2225"/>
                  </a:lnTo>
                  <a:lnTo>
                    <a:pt x="2224"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5">
              <a:extLst>
                <a:ext uri="{FF2B5EF4-FFF2-40B4-BE49-F238E27FC236}">
                  <a16:creationId xmlns:a16="http://schemas.microsoft.com/office/drawing/2014/main" id="{81F1A732-C757-7A81-139E-9393C4E768A6}"/>
                </a:ext>
              </a:extLst>
            </p:cNvPr>
            <p:cNvSpPr/>
            <p:nvPr/>
          </p:nvSpPr>
          <p:spPr>
            <a:xfrm>
              <a:off x="5815725" y="1028500"/>
              <a:ext cx="55625" cy="55625"/>
            </a:xfrm>
            <a:custGeom>
              <a:avLst/>
              <a:gdLst/>
              <a:ahLst/>
              <a:cxnLst/>
              <a:rect l="l" t="t" r="r" b="b"/>
              <a:pathLst>
                <a:path w="2225" h="2225" extrusionOk="0">
                  <a:moveTo>
                    <a:pt x="0" y="0"/>
                  </a:moveTo>
                  <a:lnTo>
                    <a:pt x="0"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a:extLst>
                <a:ext uri="{FF2B5EF4-FFF2-40B4-BE49-F238E27FC236}">
                  <a16:creationId xmlns:a16="http://schemas.microsoft.com/office/drawing/2014/main" id="{CE5E0AB4-1D68-851C-C58F-1A2A78972B0D}"/>
                </a:ext>
              </a:extLst>
            </p:cNvPr>
            <p:cNvSpPr/>
            <p:nvPr/>
          </p:nvSpPr>
          <p:spPr>
            <a:xfrm>
              <a:off x="5871325" y="1084100"/>
              <a:ext cx="55625" cy="55625"/>
            </a:xfrm>
            <a:custGeom>
              <a:avLst/>
              <a:gdLst/>
              <a:ahLst/>
              <a:cxnLst/>
              <a:rect l="l" t="t" r="r" b="b"/>
              <a:pathLst>
                <a:path w="2225"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a:extLst>
                <a:ext uri="{FF2B5EF4-FFF2-40B4-BE49-F238E27FC236}">
                  <a16:creationId xmlns:a16="http://schemas.microsoft.com/office/drawing/2014/main" id="{2E0E161B-CFF6-A467-079B-A1954D305C4B}"/>
                </a:ext>
              </a:extLst>
            </p:cNvPr>
            <p:cNvSpPr/>
            <p:nvPr/>
          </p:nvSpPr>
          <p:spPr>
            <a:xfrm>
              <a:off x="5926925" y="1028500"/>
              <a:ext cx="55625" cy="55625"/>
            </a:xfrm>
            <a:custGeom>
              <a:avLst/>
              <a:gdLst/>
              <a:ahLst/>
              <a:cxnLst/>
              <a:rect l="l" t="t" r="r" b="b"/>
              <a:pathLst>
                <a:path w="2225" h="2225" extrusionOk="0">
                  <a:moveTo>
                    <a:pt x="1" y="0"/>
                  </a:moveTo>
                  <a:lnTo>
                    <a:pt x="1" y="2224"/>
                  </a:lnTo>
                  <a:lnTo>
                    <a:pt x="2225" y="2224"/>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5">
              <a:extLst>
                <a:ext uri="{FF2B5EF4-FFF2-40B4-BE49-F238E27FC236}">
                  <a16:creationId xmlns:a16="http://schemas.microsoft.com/office/drawing/2014/main" id="{9EB09565-F224-9053-87D6-ED092DA71F2A}"/>
                </a:ext>
              </a:extLst>
            </p:cNvPr>
            <p:cNvSpPr/>
            <p:nvPr/>
          </p:nvSpPr>
          <p:spPr>
            <a:xfrm>
              <a:off x="5982525" y="1084100"/>
              <a:ext cx="55650" cy="55625"/>
            </a:xfrm>
            <a:custGeom>
              <a:avLst/>
              <a:gdLst/>
              <a:ahLst/>
              <a:cxnLst/>
              <a:rect l="l" t="t" r="r" b="b"/>
              <a:pathLst>
                <a:path w="2226" h="2225" extrusionOk="0">
                  <a:moveTo>
                    <a:pt x="1" y="0"/>
                  </a:moveTo>
                  <a:lnTo>
                    <a:pt x="1" y="2225"/>
                  </a:lnTo>
                  <a:lnTo>
                    <a:pt x="2225" y="2225"/>
                  </a:lnTo>
                  <a:lnTo>
                    <a:pt x="2225" y="0"/>
                  </a:lnTo>
                  <a:close/>
                </a:path>
              </a:pathLst>
            </a:custGeom>
            <a:solidFill>
              <a:srgbClr val="2D2D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a:extLst>
                <a:ext uri="{FF2B5EF4-FFF2-40B4-BE49-F238E27FC236}">
                  <a16:creationId xmlns:a16="http://schemas.microsoft.com/office/drawing/2014/main" id="{B45F55FC-5DFA-E03A-4F3B-C392DBB94626}"/>
                </a:ext>
              </a:extLst>
            </p:cNvPr>
            <p:cNvSpPr/>
            <p:nvPr/>
          </p:nvSpPr>
          <p:spPr>
            <a:xfrm>
              <a:off x="5545650" y="1524950"/>
              <a:ext cx="609675" cy="133100"/>
            </a:xfrm>
            <a:custGeom>
              <a:avLst/>
              <a:gdLst/>
              <a:ahLst/>
              <a:cxnLst/>
              <a:rect l="l" t="t" r="r" b="b"/>
              <a:pathLst>
                <a:path w="24387" h="5324" extrusionOk="0">
                  <a:moveTo>
                    <a:pt x="7467" y="1"/>
                  </a:moveTo>
                  <a:lnTo>
                    <a:pt x="4766" y="80"/>
                  </a:lnTo>
                  <a:lnTo>
                    <a:pt x="2780" y="160"/>
                  </a:lnTo>
                  <a:lnTo>
                    <a:pt x="1509" y="319"/>
                  </a:lnTo>
                  <a:lnTo>
                    <a:pt x="1033" y="478"/>
                  </a:lnTo>
                  <a:lnTo>
                    <a:pt x="636" y="636"/>
                  </a:lnTo>
                  <a:lnTo>
                    <a:pt x="397" y="875"/>
                  </a:lnTo>
                  <a:lnTo>
                    <a:pt x="159" y="1113"/>
                  </a:lnTo>
                  <a:lnTo>
                    <a:pt x="80" y="1351"/>
                  </a:lnTo>
                  <a:lnTo>
                    <a:pt x="0" y="1669"/>
                  </a:lnTo>
                  <a:lnTo>
                    <a:pt x="0" y="2463"/>
                  </a:lnTo>
                  <a:lnTo>
                    <a:pt x="0" y="3417"/>
                  </a:lnTo>
                  <a:lnTo>
                    <a:pt x="80" y="3814"/>
                  </a:lnTo>
                  <a:lnTo>
                    <a:pt x="239" y="4132"/>
                  </a:lnTo>
                  <a:lnTo>
                    <a:pt x="477" y="4449"/>
                  </a:lnTo>
                  <a:lnTo>
                    <a:pt x="795" y="4688"/>
                  </a:lnTo>
                  <a:lnTo>
                    <a:pt x="1192" y="4847"/>
                  </a:lnTo>
                  <a:lnTo>
                    <a:pt x="1748" y="5005"/>
                  </a:lnTo>
                  <a:lnTo>
                    <a:pt x="2383" y="5085"/>
                  </a:lnTo>
                  <a:lnTo>
                    <a:pt x="3257" y="5244"/>
                  </a:lnTo>
                  <a:lnTo>
                    <a:pt x="5402" y="5323"/>
                  </a:lnTo>
                  <a:lnTo>
                    <a:pt x="18667" y="5323"/>
                  </a:lnTo>
                  <a:lnTo>
                    <a:pt x="20812" y="5244"/>
                  </a:lnTo>
                  <a:lnTo>
                    <a:pt x="21686" y="5164"/>
                  </a:lnTo>
                  <a:lnTo>
                    <a:pt x="22321" y="5085"/>
                  </a:lnTo>
                  <a:lnTo>
                    <a:pt x="22957" y="4926"/>
                  </a:lnTo>
                  <a:lnTo>
                    <a:pt x="23354" y="4767"/>
                  </a:lnTo>
                  <a:lnTo>
                    <a:pt x="23751" y="4529"/>
                  </a:lnTo>
                  <a:lnTo>
                    <a:pt x="23990" y="4211"/>
                  </a:lnTo>
                  <a:lnTo>
                    <a:pt x="24148" y="3893"/>
                  </a:lnTo>
                  <a:lnTo>
                    <a:pt x="24307" y="3496"/>
                  </a:lnTo>
                  <a:lnTo>
                    <a:pt x="24387" y="3020"/>
                  </a:lnTo>
                  <a:lnTo>
                    <a:pt x="24387" y="2463"/>
                  </a:lnTo>
                  <a:lnTo>
                    <a:pt x="24387" y="1749"/>
                  </a:lnTo>
                  <a:lnTo>
                    <a:pt x="24387" y="1431"/>
                  </a:lnTo>
                  <a:lnTo>
                    <a:pt x="24307" y="1193"/>
                  </a:lnTo>
                  <a:lnTo>
                    <a:pt x="24148" y="954"/>
                  </a:lnTo>
                  <a:lnTo>
                    <a:pt x="23910" y="716"/>
                  </a:lnTo>
                  <a:lnTo>
                    <a:pt x="23513" y="557"/>
                  </a:lnTo>
                  <a:lnTo>
                    <a:pt x="23036" y="398"/>
                  </a:lnTo>
                  <a:lnTo>
                    <a:pt x="22321" y="319"/>
                  </a:lnTo>
                  <a:lnTo>
                    <a:pt x="21448" y="239"/>
                  </a:lnTo>
                  <a:lnTo>
                    <a:pt x="19065" y="80"/>
                  </a:lnTo>
                  <a:lnTo>
                    <a:pt x="1564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a:extLst>
                <a:ext uri="{FF2B5EF4-FFF2-40B4-BE49-F238E27FC236}">
                  <a16:creationId xmlns:a16="http://schemas.microsoft.com/office/drawing/2014/main" id="{2ACF289D-07BD-A9C9-9FA9-1360ACE0FFC1}"/>
                </a:ext>
              </a:extLst>
            </p:cNvPr>
            <p:cNvSpPr/>
            <p:nvPr/>
          </p:nvSpPr>
          <p:spPr>
            <a:xfrm>
              <a:off x="5821675" y="1550775"/>
              <a:ext cx="303875" cy="79475"/>
            </a:xfrm>
            <a:custGeom>
              <a:avLst/>
              <a:gdLst/>
              <a:ahLst/>
              <a:cxnLst/>
              <a:rect l="l" t="t" r="r" b="b"/>
              <a:pathLst>
                <a:path w="12155" h="3179" extrusionOk="0">
                  <a:moveTo>
                    <a:pt x="3893" y="1"/>
                  </a:moveTo>
                  <a:lnTo>
                    <a:pt x="2145" y="80"/>
                  </a:lnTo>
                  <a:lnTo>
                    <a:pt x="1510" y="160"/>
                  </a:lnTo>
                  <a:lnTo>
                    <a:pt x="954" y="318"/>
                  </a:lnTo>
                  <a:lnTo>
                    <a:pt x="557" y="477"/>
                  </a:lnTo>
                  <a:lnTo>
                    <a:pt x="239" y="716"/>
                  </a:lnTo>
                  <a:lnTo>
                    <a:pt x="80" y="1033"/>
                  </a:lnTo>
                  <a:lnTo>
                    <a:pt x="1" y="1510"/>
                  </a:lnTo>
                  <a:lnTo>
                    <a:pt x="80" y="1987"/>
                  </a:lnTo>
                  <a:lnTo>
                    <a:pt x="239" y="2384"/>
                  </a:lnTo>
                  <a:lnTo>
                    <a:pt x="557" y="2622"/>
                  </a:lnTo>
                  <a:lnTo>
                    <a:pt x="1033" y="2860"/>
                  </a:lnTo>
                  <a:lnTo>
                    <a:pt x="1748" y="3019"/>
                  </a:lnTo>
                  <a:lnTo>
                    <a:pt x="2543" y="3099"/>
                  </a:lnTo>
                  <a:lnTo>
                    <a:pt x="5005" y="3178"/>
                  </a:lnTo>
                  <a:lnTo>
                    <a:pt x="7706" y="3099"/>
                  </a:lnTo>
                  <a:lnTo>
                    <a:pt x="8897" y="3019"/>
                  </a:lnTo>
                  <a:lnTo>
                    <a:pt x="10009" y="2860"/>
                  </a:lnTo>
                  <a:lnTo>
                    <a:pt x="10883" y="2701"/>
                  </a:lnTo>
                  <a:lnTo>
                    <a:pt x="11519" y="2384"/>
                  </a:lnTo>
                  <a:lnTo>
                    <a:pt x="11757" y="2225"/>
                  </a:lnTo>
                  <a:lnTo>
                    <a:pt x="11995" y="1987"/>
                  </a:lnTo>
                  <a:lnTo>
                    <a:pt x="12075" y="1748"/>
                  </a:lnTo>
                  <a:lnTo>
                    <a:pt x="12154" y="1510"/>
                  </a:lnTo>
                  <a:lnTo>
                    <a:pt x="12075" y="1272"/>
                  </a:lnTo>
                  <a:lnTo>
                    <a:pt x="11995" y="1113"/>
                  </a:lnTo>
                  <a:lnTo>
                    <a:pt x="11757" y="954"/>
                  </a:lnTo>
                  <a:lnTo>
                    <a:pt x="11519" y="795"/>
                  </a:lnTo>
                  <a:lnTo>
                    <a:pt x="10804" y="557"/>
                  </a:lnTo>
                  <a:lnTo>
                    <a:pt x="9851" y="318"/>
                  </a:lnTo>
                  <a:lnTo>
                    <a:pt x="8659" y="160"/>
                  </a:lnTo>
                  <a:lnTo>
                    <a:pt x="7229" y="80"/>
                  </a:lnTo>
                  <a:lnTo>
                    <a:pt x="5641"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a:extLst>
                <a:ext uri="{FF2B5EF4-FFF2-40B4-BE49-F238E27FC236}">
                  <a16:creationId xmlns:a16="http://schemas.microsoft.com/office/drawing/2014/main" id="{30C5510D-3393-A479-B65F-26D4762F50BB}"/>
                </a:ext>
              </a:extLst>
            </p:cNvPr>
            <p:cNvSpPr/>
            <p:nvPr/>
          </p:nvSpPr>
          <p:spPr>
            <a:xfrm>
              <a:off x="1474600" y="1441550"/>
              <a:ext cx="359475" cy="135075"/>
            </a:xfrm>
            <a:custGeom>
              <a:avLst/>
              <a:gdLst/>
              <a:ahLst/>
              <a:cxnLst/>
              <a:rect l="l" t="t" r="r" b="b"/>
              <a:pathLst>
                <a:path w="14379" h="5403" extrusionOk="0">
                  <a:moveTo>
                    <a:pt x="6514" y="1"/>
                  </a:moveTo>
                  <a:lnTo>
                    <a:pt x="4369" y="80"/>
                  </a:lnTo>
                  <a:lnTo>
                    <a:pt x="2781" y="80"/>
                  </a:lnTo>
                  <a:lnTo>
                    <a:pt x="1669" y="160"/>
                  </a:lnTo>
                  <a:lnTo>
                    <a:pt x="874" y="398"/>
                  </a:lnTo>
                  <a:lnTo>
                    <a:pt x="636" y="477"/>
                  </a:lnTo>
                  <a:lnTo>
                    <a:pt x="398" y="716"/>
                  </a:lnTo>
                  <a:lnTo>
                    <a:pt x="239" y="875"/>
                  </a:lnTo>
                  <a:lnTo>
                    <a:pt x="159" y="1113"/>
                  </a:lnTo>
                  <a:lnTo>
                    <a:pt x="0" y="1748"/>
                  </a:lnTo>
                  <a:lnTo>
                    <a:pt x="0" y="2543"/>
                  </a:lnTo>
                  <a:lnTo>
                    <a:pt x="0" y="3496"/>
                  </a:lnTo>
                  <a:lnTo>
                    <a:pt x="80" y="3893"/>
                  </a:lnTo>
                  <a:lnTo>
                    <a:pt x="159" y="4211"/>
                  </a:lnTo>
                  <a:lnTo>
                    <a:pt x="318" y="4449"/>
                  </a:lnTo>
                  <a:lnTo>
                    <a:pt x="477" y="4687"/>
                  </a:lnTo>
                  <a:lnTo>
                    <a:pt x="715" y="4926"/>
                  </a:lnTo>
                  <a:lnTo>
                    <a:pt x="1033" y="5085"/>
                  </a:lnTo>
                  <a:lnTo>
                    <a:pt x="1430" y="5164"/>
                  </a:lnTo>
                  <a:lnTo>
                    <a:pt x="1907" y="5243"/>
                  </a:lnTo>
                  <a:lnTo>
                    <a:pt x="3178" y="5402"/>
                  </a:lnTo>
                  <a:lnTo>
                    <a:pt x="10962" y="5402"/>
                  </a:lnTo>
                  <a:lnTo>
                    <a:pt x="12233" y="5323"/>
                  </a:lnTo>
                  <a:lnTo>
                    <a:pt x="12789" y="5243"/>
                  </a:lnTo>
                  <a:lnTo>
                    <a:pt x="13187" y="5085"/>
                  </a:lnTo>
                  <a:lnTo>
                    <a:pt x="13504" y="5005"/>
                  </a:lnTo>
                  <a:lnTo>
                    <a:pt x="13743" y="4767"/>
                  </a:lnTo>
                  <a:lnTo>
                    <a:pt x="13981" y="4529"/>
                  </a:lnTo>
                  <a:lnTo>
                    <a:pt x="14140" y="4290"/>
                  </a:lnTo>
                  <a:lnTo>
                    <a:pt x="14219" y="3893"/>
                  </a:lnTo>
                  <a:lnTo>
                    <a:pt x="14299" y="3496"/>
                  </a:lnTo>
                  <a:lnTo>
                    <a:pt x="14378" y="2543"/>
                  </a:lnTo>
                  <a:lnTo>
                    <a:pt x="14378" y="1828"/>
                  </a:lnTo>
                  <a:lnTo>
                    <a:pt x="14299" y="1192"/>
                  </a:lnTo>
                  <a:lnTo>
                    <a:pt x="14219" y="1033"/>
                  </a:lnTo>
                  <a:lnTo>
                    <a:pt x="14060" y="795"/>
                  </a:lnTo>
                  <a:lnTo>
                    <a:pt x="13822" y="636"/>
                  </a:lnTo>
                  <a:lnTo>
                    <a:pt x="13584" y="477"/>
                  </a:lnTo>
                  <a:lnTo>
                    <a:pt x="13187" y="318"/>
                  </a:lnTo>
                  <a:lnTo>
                    <a:pt x="12631" y="239"/>
                  </a:lnTo>
                  <a:lnTo>
                    <a:pt x="11280" y="160"/>
                  </a:lnTo>
                  <a:lnTo>
                    <a:pt x="9215" y="80"/>
                  </a:lnTo>
                  <a:lnTo>
                    <a:pt x="65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a:extLst>
                <a:ext uri="{FF2B5EF4-FFF2-40B4-BE49-F238E27FC236}">
                  <a16:creationId xmlns:a16="http://schemas.microsoft.com/office/drawing/2014/main" id="{D7C9581B-A356-977F-8BAA-2EDC6F506D03}"/>
                </a:ext>
              </a:extLst>
            </p:cNvPr>
            <p:cNvSpPr/>
            <p:nvPr/>
          </p:nvSpPr>
          <p:spPr>
            <a:xfrm>
              <a:off x="1629500" y="1469350"/>
              <a:ext cx="178750" cy="77475"/>
            </a:xfrm>
            <a:custGeom>
              <a:avLst/>
              <a:gdLst/>
              <a:ahLst/>
              <a:cxnLst/>
              <a:rect l="l" t="t" r="r" b="b"/>
              <a:pathLst>
                <a:path w="7150" h="3099" extrusionOk="0">
                  <a:moveTo>
                    <a:pt x="2304" y="1"/>
                  </a:moveTo>
                  <a:lnTo>
                    <a:pt x="1271" y="80"/>
                  </a:lnTo>
                  <a:lnTo>
                    <a:pt x="874" y="160"/>
                  </a:lnTo>
                  <a:lnTo>
                    <a:pt x="556" y="239"/>
                  </a:lnTo>
                  <a:lnTo>
                    <a:pt x="318" y="477"/>
                  </a:lnTo>
                  <a:lnTo>
                    <a:pt x="159" y="716"/>
                  </a:lnTo>
                  <a:lnTo>
                    <a:pt x="80" y="1033"/>
                  </a:lnTo>
                  <a:lnTo>
                    <a:pt x="0" y="1431"/>
                  </a:lnTo>
                  <a:lnTo>
                    <a:pt x="0" y="1907"/>
                  </a:lnTo>
                  <a:lnTo>
                    <a:pt x="159" y="2304"/>
                  </a:lnTo>
                  <a:lnTo>
                    <a:pt x="318" y="2622"/>
                  </a:lnTo>
                  <a:lnTo>
                    <a:pt x="636" y="2860"/>
                  </a:lnTo>
                  <a:lnTo>
                    <a:pt x="1033" y="2940"/>
                  </a:lnTo>
                  <a:lnTo>
                    <a:pt x="1510" y="3099"/>
                  </a:lnTo>
                  <a:lnTo>
                    <a:pt x="4528" y="3099"/>
                  </a:lnTo>
                  <a:lnTo>
                    <a:pt x="5243" y="3019"/>
                  </a:lnTo>
                  <a:lnTo>
                    <a:pt x="5879" y="2860"/>
                  </a:lnTo>
                  <a:lnTo>
                    <a:pt x="6355" y="2622"/>
                  </a:lnTo>
                  <a:lnTo>
                    <a:pt x="6752" y="2304"/>
                  </a:lnTo>
                  <a:lnTo>
                    <a:pt x="7070" y="1907"/>
                  </a:lnTo>
                  <a:lnTo>
                    <a:pt x="7070" y="1669"/>
                  </a:lnTo>
                  <a:lnTo>
                    <a:pt x="7150" y="1431"/>
                  </a:lnTo>
                  <a:lnTo>
                    <a:pt x="7070" y="1033"/>
                  </a:lnTo>
                  <a:lnTo>
                    <a:pt x="6752" y="716"/>
                  </a:lnTo>
                  <a:lnTo>
                    <a:pt x="6355" y="477"/>
                  </a:lnTo>
                  <a:lnTo>
                    <a:pt x="5799" y="239"/>
                  </a:lnTo>
                  <a:lnTo>
                    <a:pt x="5084" y="80"/>
                  </a:lnTo>
                  <a:lnTo>
                    <a:pt x="4290"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a:extLst>
                <a:ext uri="{FF2B5EF4-FFF2-40B4-BE49-F238E27FC236}">
                  <a16:creationId xmlns:a16="http://schemas.microsoft.com/office/drawing/2014/main" id="{825672E5-26D2-E47F-30FA-C44264D66A59}"/>
                </a:ext>
              </a:extLst>
            </p:cNvPr>
            <p:cNvSpPr/>
            <p:nvPr/>
          </p:nvSpPr>
          <p:spPr>
            <a:xfrm>
              <a:off x="3857650" y="283800"/>
              <a:ext cx="59600" cy="75475"/>
            </a:xfrm>
            <a:custGeom>
              <a:avLst/>
              <a:gdLst/>
              <a:ahLst/>
              <a:cxnLst/>
              <a:rect l="l" t="t" r="r" b="b"/>
              <a:pathLst>
                <a:path w="2384" h="3019" extrusionOk="0">
                  <a:moveTo>
                    <a:pt x="0" y="0"/>
                  </a:moveTo>
                  <a:lnTo>
                    <a:pt x="0" y="556"/>
                  </a:lnTo>
                  <a:lnTo>
                    <a:pt x="874" y="556"/>
                  </a:lnTo>
                  <a:lnTo>
                    <a:pt x="874" y="3019"/>
                  </a:lnTo>
                  <a:lnTo>
                    <a:pt x="1510" y="3019"/>
                  </a:lnTo>
                  <a:lnTo>
                    <a:pt x="1510" y="556"/>
                  </a:lnTo>
                  <a:lnTo>
                    <a:pt x="2383" y="556"/>
                  </a:lnTo>
                  <a:lnTo>
                    <a:pt x="23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a:extLst>
                <a:ext uri="{FF2B5EF4-FFF2-40B4-BE49-F238E27FC236}">
                  <a16:creationId xmlns:a16="http://schemas.microsoft.com/office/drawing/2014/main" id="{3A5D4FBD-0088-0F24-E267-BC1B9150A428}"/>
                </a:ext>
              </a:extLst>
            </p:cNvPr>
            <p:cNvSpPr/>
            <p:nvPr/>
          </p:nvSpPr>
          <p:spPr>
            <a:xfrm>
              <a:off x="3919200" y="283800"/>
              <a:ext cx="69550" cy="75475"/>
            </a:xfrm>
            <a:custGeom>
              <a:avLst/>
              <a:gdLst/>
              <a:ahLst/>
              <a:cxnLst/>
              <a:rect l="l" t="t" r="r" b="b"/>
              <a:pathLst>
                <a:path w="2782" h="3019" extrusionOk="0">
                  <a:moveTo>
                    <a:pt x="1351" y="715"/>
                  </a:moveTo>
                  <a:lnTo>
                    <a:pt x="1749" y="1827"/>
                  </a:lnTo>
                  <a:lnTo>
                    <a:pt x="954" y="1827"/>
                  </a:lnTo>
                  <a:lnTo>
                    <a:pt x="1351" y="715"/>
                  </a:lnTo>
                  <a:close/>
                  <a:moveTo>
                    <a:pt x="1034" y="0"/>
                  </a:moveTo>
                  <a:lnTo>
                    <a:pt x="1" y="3019"/>
                  </a:lnTo>
                  <a:lnTo>
                    <a:pt x="636" y="3019"/>
                  </a:lnTo>
                  <a:lnTo>
                    <a:pt x="795" y="2383"/>
                  </a:lnTo>
                  <a:lnTo>
                    <a:pt x="1907" y="2383"/>
                  </a:lnTo>
                  <a:lnTo>
                    <a:pt x="2146" y="3019"/>
                  </a:lnTo>
                  <a:lnTo>
                    <a:pt x="2781" y="3019"/>
                  </a:lnTo>
                  <a:lnTo>
                    <a:pt x="17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a:extLst>
                <a:ext uri="{FF2B5EF4-FFF2-40B4-BE49-F238E27FC236}">
                  <a16:creationId xmlns:a16="http://schemas.microsoft.com/office/drawing/2014/main" id="{710119E3-364F-B8C3-6A3B-BC30366F127B}"/>
                </a:ext>
              </a:extLst>
            </p:cNvPr>
            <p:cNvSpPr/>
            <p:nvPr/>
          </p:nvSpPr>
          <p:spPr>
            <a:xfrm>
              <a:off x="3996650" y="283800"/>
              <a:ext cx="65575" cy="75475"/>
            </a:xfrm>
            <a:custGeom>
              <a:avLst/>
              <a:gdLst/>
              <a:ahLst/>
              <a:cxnLst/>
              <a:rect l="l" t="t" r="r" b="b"/>
              <a:pathLst>
                <a:path w="2623" h="3019" extrusionOk="0">
                  <a:moveTo>
                    <a:pt x="80" y="0"/>
                  </a:moveTo>
                  <a:lnTo>
                    <a:pt x="954" y="1509"/>
                  </a:lnTo>
                  <a:lnTo>
                    <a:pt x="1" y="3019"/>
                  </a:lnTo>
                  <a:lnTo>
                    <a:pt x="716" y="3019"/>
                  </a:lnTo>
                  <a:lnTo>
                    <a:pt x="1351" y="1986"/>
                  </a:lnTo>
                  <a:lnTo>
                    <a:pt x="1907" y="3019"/>
                  </a:lnTo>
                  <a:lnTo>
                    <a:pt x="2622" y="3019"/>
                  </a:lnTo>
                  <a:lnTo>
                    <a:pt x="1669" y="1430"/>
                  </a:lnTo>
                  <a:lnTo>
                    <a:pt x="2543" y="0"/>
                  </a:lnTo>
                  <a:lnTo>
                    <a:pt x="1828" y="0"/>
                  </a:lnTo>
                  <a:lnTo>
                    <a:pt x="1351" y="953"/>
                  </a:lnTo>
                  <a:lnTo>
                    <a:pt x="79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a:extLst>
                <a:ext uri="{FF2B5EF4-FFF2-40B4-BE49-F238E27FC236}">
                  <a16:creationId xmlns:a16="http://schemas.microsoft.com/office/drawing/2014/main" id="{1B099093-9EE5-22A4-569B-BC9957A7FC8D}"/>
                </a:ext>
              </a:extLst>
            </p:cNvPr>
            <p:cNvSpPr/>
            <p:nvPr/>
          </p:nvSpPr>
          <p:spPr>
            <a:xfrm>
              <a:off x="4076100" y="283800"/>
              <a:ext cx="13925" cy="75475"/>
            </a:xfrm>
            <a:custGeom>
              <a:avLst/>
              <a:gdLst/>
              <a:ahLst/>
              <a:cxnLst/>
              <a:rect l="l" t="t" r="r" b="b"/>
              <a:pathLst>
                <a:path w="557" h="3019" extrusionOk="0">
                  <a:moveTo>
                    <a:pt x="0" y="0"/>
                  </a:moveTo>
                  <a:lnTo>
                    <a:pt x="0" y="3019"/>
                  </a:lnTo>
                  <a:lnTo>
                    <a:pt x="556" y="3019"/>
                  </a:lnTo>
                  <a:lnTo>
                    <a:pt x="5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4" name="Google Shape;174;p15">
            <a:extLst>
              <a:ext uri="{FF2B5EF4-FFF2-40B4-BE49-F238E27FC236}">
                <a16:creationId xmlns:a16="http://schemas.microsoft.com/office/drawing/2014/main" id="{14EED46C-1892-C0F6-95C1-62C6C2163F16}"/>
              </a:ext>
            </a:extLst>
          </p:cNvPr>
          <p:cNvSpPr/>
          <p:nvPr/>
        </p:nvSpPr>
        <p:spPr>
          <a:xfrm>
            <a:off x="100" y="4732075"/>
            <a:ext cx="9144000" cy="411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7244473"/>
      </p:ext>
    </p:extLst>
  </p:cSld>
  <p:clrMapOvr>
    <a:masterClrMapping/>
  </p:clrMapOvr>
</p:sld>
</file>

<file path=ppt/theme/theme1.xml><?xml version="1.0" encoding="utf-8"?>
<a:theme xmlns:a="http://schemas.openxmlformats.org/drawingml/2006/main" name="Taxi Infographics by Slidesgo">
  <a:themeElements>
    <a:clrScheme name="Simple Light">
      <a:dk1>
        <a:srgbClr val="000000"/>
      </a:dk1>
      <a:lt1>
        <a:srgbClr val="FFFFFF"/>
      </a:lt1>
      <a:dk2>
        <a:srgbClr val="434343"/>
      </a:dk2>
      <a:lt2>
        <a:srgbClr val="D9D9D9"/>
      </a:lt2>
      <a:accent1>
        <a:srgbClr val="FDB813"/>
      </a:accent1>
      <a:accent2>
        <a:srgbClr val="DDA216"/>
      </a:accent2>
      <a:accent3>
        <a:srgbClr val="BC8B19"/>
      </a:accent3>
      <a:accent4>
        <a:srgbClr val="666666"/>
      </a:accent4>
      <a:accent5>
        <a:srgbClr val="0036B0"/>
      </a:accent5>
      <a:accent6>
        <a:srgbClr val="145CFC"/>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1428</TotalTime>
  <Words>2946</Words>
  <Application>Microsoft Office PowerPoint</Application>
  <PresentationFormat>On-screen Show (16:9)</PresentationFormat>
  <Paragraphs>695</Paragraphs>
  <Slides>33</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Fira Sans Extra Condensed ExtraBold</vt:lpstr>
      <vt:lpstr>Fira Sans Extra Condensed</vt:lpstr>
      <vt:lpstr>Symbol</vt:lpstr>
      <vt:lpstr>Arial</vt:lpstr>
      <vt:lpstr>Roboto</vt:lpstr>
      <vt:lpstr>DM Sans</vt:lpstr>
      <vt:lpstr>Calibri</vt:lpstr>
      <vt:lpstr>Courier New</vt:lpstr>
      <vt:lpstr>Taxi Infographics by Slidesgo</vt:lpstr>
      <vt:lpstr>Taxi Fare Amount Dataset Presentation</vt:lpstr>
      <vt:lpstr>Table Of Contents</vt:lpstr>
      <vt:lpstr>Table Of Contents</vt:lpstr>
      <vt:lpstr>Introduction &amp; Objective</vt:lpstr>
      <vt:lpstr>Dataset Overview</vt:lpstr>
      <vt:lpstr>Data Structure &amp; Exploration</vt:lpstr>
      <vt:lpstr>Data Structure &amp; Exploration</vt:lpstr>
      <vt:lpstr>Data Structure &amp; Exploration</vt:lpstr>
      <vt:lpstr>Handling Missing &amp; Invalid Values</vt:lpstr>
      <vt:lpstr>Handling Missing &amp; Invalid Values</vt:lpstr>
      <vt:lpstr>Handling Missing &amp; Invalid Values</vt:lpstr>
      <vt:lpstr>Handling Missing &amp; Invalid Values</vt:lpstr>
      <vt:lpstr>Handling Missing &amp; Invalid Values</vt:lpstr>
      <vt:lpstr>Handling Outliers</vt:lpstr>
      <vt:lpstr>Feature Engineering</vt:lpstr>
      <vt:lpstr>Key Insights from Correlation Analysis </vt:lpstr>
      <vt:lpstr>Key Insights from Density Plots</vt:lpstr>
      <vt:lpstr>Key Insights: Fare Amount Distribution</vt:lpstr>
      <vt:lpstr>Key Insights: Trip Distance Distribution</vt:lpstr>
      <vt:lpstr>Key Insights: Fare vs Distance</vt:lpstr>
      <vt:lpstr>Key Insights: Passenger Count Distribution</vt:lpstr>
      <vt:lpstr>Key Insights: Fare vs Car Condition</vt:lpstr>
      <vt:lpstr>Key Insights: Fare vs Weather</vt:lpstr>
      <vt:lpstr>Key Insights: Fare vs Traffic Condition</vt:lpstr>
      <vt:lpstr>Key Insights: Fare vs Rush Hour</vt:lpstr>
      <vt:lpstr>Key Insights: Fare by Hour of the Day</vt:lpstr>
      <vt:lpstr>Key Insights: Fare vs Day of the Week</vt:lpstr>
      <vt:lpstr>Key Insights: Monthly Trends in Fare &amp; Ride Volume</vt:lpstr>
      <vt:lpstr>Key Insights: Total Passenger Count Per Year</vt:lpstr>
      <vt:lpstr>Conclusion: Key Findings &amp; Future Implications</vt:lpstr>
      <vt:lpstr>Key Takeaways from Taxi Fare Analysis</vt:lpstr>
      <vt:lpstr>Implications &amp; Future Scope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98051-Hana Allaeldin Abas Fawzy</cp:lastModifiedBy>
  <cp:revision>49</cp:revision>
  <dcterms:modified xsi:type="dcterms:W3CDTF">2025-03-11T20:43:31Z</dcterms:modified>
</cp:coreProperties>
</file>